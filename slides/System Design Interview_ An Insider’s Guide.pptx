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72" r:id="rId4"/>
    <p:sldMasterId id="21474837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Inter SemiBold"/>
      <p:regular r:id="rId26"/>
      <p:bold r:id="rId27"/>
      <p:italic r:id="rId28"/>
      <p:boldItalic r:id="rId29"/>
    </p:embeddedFont>
    <p:embeddedFont>
      <p:font typeface="Inter Light"/>
      <p:regular r:id="rId30"/>
      <p:bold r:id="rId31"/>
      <p:italic r:id="rId32"/>
      <p:boldItalic r:id="rId33"/>
    </p:embeddedFont>
    <p:embeddedFont>
      <p:font typeface="Gowun Batang"/>
      <p:regular r:id="rId34"/>
      <p:bold r:id="rId35"/>
    </p:embeddedFont>
    <p:embeddedFont>
      <p:font typeface="Inter"/>
      <p:regular r:id="rId36"/>
      <p:bold r:id="rId37"/>
      <p:italic r:id="rId38"/>
      <p:boldItalic r:id="rId39"/>
    </p:embeddedFont>
    <p:embeddedFont>
      <p:font typeface="Montserrat"/>
      <p:regular r:id="rId40"/>
      <p:bold r:id="rId41"/>
      <p:italic r:id="rId42"/>
      <p:boldItalic r:id="rId43"/>
    </p:embeddedFont>
    <p:embeddedFont>
      <p:font typeface="Montserrat Medium"/>
      <p:regular r:id="rId44"/>
      <p:bold r:id="rId45"/>
      <p:italic r:id="rId46"/>
      <p:boldItalic r:id="rId47"/>
    </p:embeddedFont>
    <p:embeddedFont>
      <p:font typeface="Instrument Sans"/>
      <p:regular r:id="rId48"/>
      <p:bold r:id="rId49"/>
      <p:italic r:id="rId50"/>
      <p:boldItalic r:id="rId51"/>
    </p:embeddedFont>
    <p:embeddedFont>
      <p:font typeface="Inter Medium"/>
      <p:regular r:id="rId52"/>
      <p:bold r:id="rId53"/>
      <p:italic r:id="rId54"/>
      <p:boldItalic r:id="rId55"/>
    </p:embeddedFont>
    <p:embeddedFont>
      <p:font typeface="Tomorrow"/>
      <p:regular r:id="rId56"/>
      <p:bold r:id="rId57"/>
      <p:italic r:id="rId58"/>
      <p:boldItalic r:id="rId59"/>
    </p:embeddedFont>
    <p:embeddedFont>
      <p:font typeface="Source Serif 4"/>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42" Type="http://schemas.openxmlformats.org/officeDocument/2006/relationships/font" Target="fonts/Montserrat-italic.fntdata"/><Relationship Id="rId41" Type="http://schemas.openxmlformats.org/officeDocument/2006/relationships/font" Target="fonts/Montserrat-bold.fntdata"/><Relationship Id="rId44" Type="http://schemas.openxmlformats.org/officeDocument/2006/relationships/font" Target="fonts/MontserratMedium-regular.fntdata"/><Relationship Id="rId43" Type="http://schemas.openxmlformats.org/officeDocument/2006/relationships/font" Target="fonts/Montserrat-boldItalic.fntdata"/><Relationship Id="rId46" Type="http://schemas.openxmlformats.org/officeDocument/2006/relationships/font" Target="fonts/MontserratMedium-italic.fntdata"/><Relationship Id="rId45" Type="http://schemas.openxmlformats.org/officeDocument/2006/relationships/font" Target="fonts/MontserratMedium-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InstrumentSans-regular.fntdata"/><Relationship Id="rId47" Type="http://schemas.openxmlformats.org/officeDocument/2006/relationships/font" Target="fonts/MontserratMedium-boldItalic.fntdata"/><Relationship Id="rId49" Type="http://schemas.openxmlformats.org/officeDocument/2006/relationships/font" Target="fonts/InstrumentSans-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Light-bold.fntdata"/><Relationship Id="rId30" Type="http://schemas.openxmlformats.org/officeDocument/2006/relationships/font" Target="fonts/InterLight-regular.fntdata"/><Relationship Id="rId33" Type="http://schemas.openxmlformats.org/officeDocument/2006/relationships/font" Target="fonts/InterLight-boldItalic.fntdata"/><Relationship Id="rId32" Type="http://schemas.openxmlformats.org/officeDocument/2006/relationships/font" Target="fonts/InterLight-italic.fntdata"/><Relationship Id="rId35" Type="http://schemas.openxmlformats.org/officeDocument/2006/relationships/font" Target="fonts/GowunBatang-bold.fntdata"/><Relationship Id="rId34" Type="http://schemas.openxmlformats.org/officeDocument/2006/relationships/font" Target="fonts/GowunBatang-regular.fntdata"/><Relationship Id="rId37" Type="http://schemas.openxmlformats.org/officeDocument/2006/relationships/font" Target="fonts/Inter-bold.fntdata"/><Relationship Id="rId36" Type="http://schemas.openxmlformats.org/officeDocument/2006/relationships/font" Target="fonts/Inter-regular.fntdata"/><Relationship Id="rId39" Type="http://schemas.openxmlformats.org/officeDocument/2006/relationships/font" Target="fonts/Inter-boldItalic.fntdata"/><Relationship Id="rId38" Type="http://schemas.openxmlformats.org/officeDocument/2006/relationships/font" Target="fonts/Inter-italic.fntdata"/><Relationship Id="rId62" Type="http://schemas.openxmlformats.org/officeDocument/2006/relationships/font" Target="fonts/SourceSerif4-italic.fntdata"/><Relationship Id="rId61" Type="http://schemas.openxmlformats.org/officeDocument/2006/relationships/font" Target="fonts/SourceSerif4-bold.fntdata"/><Relationship Id="rId20" Type="http://schemas.openxmlformats.org/officeDocument/2006/relationships/slide" Target="slides/slide14.xml"/><Relationship Id="rId63" Type="http://schemas.openxmlformats.org/officeDocument/2006/relationships/font" Target="fonts/SourceSerif4-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SourceSerif4-regular.fntdata"/><Relationship Id="rId26" Type="http://schemas.openxmlformats.org/officeDocument/2006/relationships/font" Target="fonts/InterSemiBold-regular.fntdata"/><Relationship Id="rId25" Type="http://schemas.openxmlformats.org/officeDocument/2006/relationships/slide" Target="slides/slide19.xml"/><Relationship Id="rId28" Type="http://schemas.openxmlformats.org/officeDocument/2006/relationships/font" Target="fonts/InterSemiBold-italic.fntdata"/><Relationship Id="rId27" Type="http://schemas.openxmlformats.org/officeDocument/2006/relationships/font" Target="fonts/InterSemiBold-bold.fntdata"/><Relationship Id="rId29" Type="http://schemas.openxmlformats.org/officeDocument/2006/relationships/font" Target="fonts/InterSemiBold-boldItalic.fntdata"/><Relationship Id="rId51" Type="http://schemas.openxmlformats.org/officeDocument/2006/relationships/font" Target="fonts/InstrumentSans-boldItalic.fntdata"/><Relationship Id="rId50" Type="http://schemas.openxmlformats.org/officeDocument/2006/relationships/font" Target="fonts/InstrumentSans-italic.fntdata"/><Relationship Id="rId53" Type="http://schemas.openxmlformats.org/officeDocument/2006/relationships/font" Target="fonts/InterMedium-bold.fntdata"/><Relationship Id="rId52" Type="http://schemas.openxmlformats.org/officeDocument/2006/relationships/font" Target="fonts/InterMedium-regular.fntdata"/><Relationship Id="rId11" Type="http://schemas.openxmlformats.org/officeDocument/2006/relationships/slide" Target="slides/slide5.xml"/><Relationship Id="rId55" Type="http://schemas.openxmlformats.org/officeDocument/2006/relationships/font" Target="fonts/InterMedium-boldItalic.fntdata"/><Relationship Id="rId10" Type="http://schemas.openxmlformats.org/officeDocument/2006/relationships/slide" Target="slides/slide4.xml"/><Relationship Id="rId54" Type="http://schemas.openxmlformats.org/officeDocument/2006/relationships/font" Target="fonts/InterMedium-italic.fntdata"/><Relationship Id="rId13" Type="http://schemas.openxmlformats.org/officeDocument/2006/relationships/slide" Target="slides/slide7.xml"/><Relationship Id="rId57" Type="http://schemas.openxmlformats.org/officeDocument/2006/relationships/font" Target="fonts/Tomorrow-bold.fntdata"/><Relationship Id="rId12" Type="http://schemas.openxmlformats.org/officeDocument/2006/relationships/slide" Target="slides/slide6.xml"/><Relationship Id="rId56" Type="http://schemas.openxmlformats.org/officeDocument/2006/relationships/font" Target="fonts/Tomorrow-regular.fntdata"/><Relationship Id="rId15" Type="http://schemas.openxmlformats.org/officeDocument/2006/relationships/slide" Target="slides/slide9.xml"/><Relationship Id="rId59" Type="http://schemas.openxmlformats.org/officeDocument/2006/relationships/font" Target="fonts/Tomorrow-boldItalic.fntdata"/><Relationship Id="rId14" Type="http://schemas.openxmlformats.org/officeDocument/2006/relationships/slide" Target="slides/slide8.xml"/><Relationship Id="rId58" Type="http://schemas.openxmlformats.org/officeDocument/2006/relationships/font" Target="fonts/Tomorrow-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8" name="Shape 1808"/>
        <p:cNvGrpSpPr/>
        <p:nvPr/>
      </p:nvGrpSpPr>
      <p:grpSpPr>
        <a:xfrm>
          <a:off x="0" y="0"/>
          <a:ext cx="0" cy="0"/>
          <a:chOff x="0" y="0"/>
          <a:chExt cx="0" cy="0"/>
        </a:xfrm>
      </p:grpSpPr>
      <p:sp>
        <p:nvSpPr>
          <p:cNvPr id="1809" name="Google Shape;1809;hf351d01ab3a1ba_3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0" name="Google Shape;1810;hf351d01ab3a1ba_3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7" name="Shape 1817"/>
        <p:cNvGrpSpPr/>
        <p:nvPr/>
      </p:nvGrpSpPr>
      <p:grpSpPr>
        <a:xfrm>
          <a:off x="0" y="0"/>
          <a:ext cx="0" cy="0"/>
          <a:chOff x="0" y="0"/>
          <a:chExt cx="0" cy="0"/>
        </a:xfrm>
      </p:grpSpPr>
      <p:sp>
        <p:nvSpPr>
          <p:cNvPr id="1818" name="Google Shape;1818;hf351d01ab3a1ba_9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9" name="Google Shape;1819;hf351d01ab3a1ba_9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7" name="Shape 1827"/>
        <p:cNvGrpSpPr/>
        <p:nvPr/>
      </p:nvGrpSpPr>
      <p:grpSpPr>
        <a:xfrm>
          <a:off x="0" y="0"/>
          <a:ext cx="0" cy="0"/>
          <a:chOff x="0" y="0"/>
          <a:chExt cx="0" cy="0"/>
        </a:xfrm>
      </p:grpSpPr>
      <p:sp>
        <p:nvSpPr>
          <p:cNvPr id="1828" name="Google Shape;1828;hf351d01ab3a1ba_1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9" name="Google Shape;1829;hf351d01ab3a1ba_1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7" name="Shape 1837"/>
        <p:cNvGrpSpPr/>
        <p:nvPr/>
      </p:nvGrpSpPr>
      <p:grpSpPr>
        <a:xfrm>
          <a:off x="0" y="0"/>
          <a:ext cx="0" cy="0"/>
          <a:chOff x="0" y="0"/>
          <a:chExt cx="0" cy="0"/>
        </a:xfrm>
      </p:grpSpPr>
      <p:sp>
        <p:nvSpPr>
          <p:cNvPr id="1838" name="Google Shape;1838;hf351d01ab3a1ba_13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9" name="Google Shape;1839;hf351d01ab3a1ba_13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0" name="Shape 1850"/>
        <p:cNvGrpSpPr/>
        <p:nvPr/>
      </p:nvGrpSpPr>
      <p:grpSpPr>
        <a:xfrm>
          <a:off x="0" y="0"/>
          <a:ext cx="0" cy="0"/>
          <a:chOff x="0" y="0"/>
          <a:chExt cx="0" cy="0"/>
        </a:xfrm>
      </p:grpSpPr>
      <p:sp>
        <p:nvSpPr>
          <p:cNvPr id="1851" name="Google Shape;1851;hf351d01ab3a1ba_2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2" name="Google Shape;1852;hf351d01ab3a1ba_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0" name="Shape 1860"/>
        <p:cNvGrpSpPr/>
        <p:nvPr/>
      </p:nvGrpSpPr>
      <p:grpSpPr>
        <a:xfrm>
          <a:off x="0" y="0"/>
          <a:ext cx="0" cy="0"/>
          <a:chOff x="0" y="0"/>
          <a:chExt cx="0" cy="0"/>
        </a:xfrm>
      </p:grpSpPr>
      <p:sp>
        <p:nvSpPr>
          <p:cNvPr id="1861" name="Google Shape;1861;hf351d01ab3a1ba_2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2" name="Google Shape;1862;hf351d01ab3a1ba_2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0" name="Shape 1870"/>
        <p:cNvGrpSpPr/>
        <p:nvPr/>
      </p:nvGrpSpPr>
      <p:grpSpPr>
        <a:xfrm>
          <a:off x="0" y="0"/>
          <a:ext cx="0" cy="0"/>
          <a:chOff x="0" y="0"/>
          <a:chExt cx="0" cy="0"/>
        </a:xfrm>
      </p:grpSpPr>
      <p:sp>
        <p:nvSpPr>
          <p:cNvPr id="1871" name="Google Shape;1871;hf351d01ab3a1ba_22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2" name="Google Shape;1872;hf351d01ab3a1ba_22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hf351d01ab3a1ba_22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6" name="Google Shape;1886;hf351d01ab3a1ba_22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2" name="Shape 1892"/>
        <p:cNvGrpSpPr/>
        <p:nvPr/>
      </p:nvGrpSpPr>
      <p:grpSpPr>
        <a:xfrm>
          <a:off x="0" y="0"/>
          <a:ext cx="0" cy="0"/>
          <a:chOff x="0" y="0"/>
          <a:chExt cx="0" cy="0"/>
        </a:xfrm>
      </p:grpSpPr>
      <p:sp>
        <p:nvSpPr>
          <p:cNvPr id="1893" name="Google Shape;1893;hf351d01ab3a1ba_22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4" name="Google Shape;1894;hf351d01ab3a1ba_22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5" name="Shape 1905"/>
        <p:cNvGrpSpPr/>
        <p:nvPr/>
      </p:nvGrpSpPr>
      <p:grpSpPr>
        <a:xfrm>
          <a:off x="0" y="0"/>
          <a:ext cx="0" cy="0"/>
          <a:chOff x="0" y="0"/>
          <a:chExt cx="0" cy="0"/>
        </a:xfrm>
      </p:grpSpPr>
      <p:sp>
        <p:nvSpPr>
          <p:cNvPr id="1906" name="Google Shape;1906;hf351d01ab3a1ba_22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7" name="Google Shape;1907;hf351d01ab3a1ba_22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hf351d01ab3a1ba_22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8" name="Google Shape;1918;hf351d01ab3a1ba_22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4" name="Shape 1924"/>
        <p:cNvGrpSpPr/>
        <p:nvPr/>
      </p:nvGrpSpPr>
      <p:grpSpPr>
        <a:xfrm>
          <a:off x="0" y="0"/>
          <a:ext cx="0" cy="0"/>
          <a:chOff x="0" y="0"/>
          <a:chExt cx="0" cy="0"/>
        </a:xfrm>
      </p:grpSpPr>
      <p:sp>
        <p:nvSpPr>
          <p:cNvPr id="1925" name="Google Shape;1925;h6926c2a2f4bc59b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6" name="Google Shape;1926;h6926c2a2f4bc59b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1" name="Shape 1941"/>
        <p:cNvGrpSpPr/>
        <p:nvPr/>
      </p:nvGrpSpPr>
      <p:grpSpPr>
        <a:xfrm>
          <a:off x="0" y="0"/>
          <a:ext cx="0" cy="0"/>
          <a:chOff x="0" y="0"/>
          <a:chExt cx="0" cy="0"/>
        </a:xfrm>
      </p:grpSpPr>
      <p:sp>
        <p:nvSpPr>
          <p:cNvPr id="1942" name="Google Shape;1942;h6926c2a2f4bc59b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3" name="Google Shape;1943;h6926c2a2f4bc59b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9" name="Shape 1949"/>
        <p:cNvGrpSpPr/>
        <p:nvPr/>
      </p:nvGrpSpPr>
      <p:grpSpPr>
        <a:xfrm>
          <a:off x="0" y="0"/>
          <a:ext cx="0" cy="0"/>
          <a:chOff x="0" y="0"/>
          <a:chExt cx="0" cy="0"/>
        </a:xfrm>
      </p:grpSpPr>
      <p:sp>
        <p:nvSpPr>
          <p:cNvPr id="1950" name="Google Shape;1950;h6926c2a2f4bc59b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1" name="Google Shape;1951;h6926c2a2f4bc59b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9" name="Shape 1959"/>
        <p:cNvGrpSpPr/>
        <p:nvPr/>
      </p:nvGrpSpPr>
      <p:grpSpPr>
        <a:xfrm>
          <a:off x="0" y="0"/>
          <a:ext cx="0" cy="0"/>
          <a:chOff x="0" y="0"/>
          <a:chExt cx="0" cy="0"/>
        </a:xfrm>
      </p:grpSpPr>
      <p:sp>
        <p:nvSpPr>
          <p:cNvPr id="1960" name="Google Shape;1960;h6926c2a2f4bc59b8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1" name="Google Shape;1961;h6926c2a2f4bc59b8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0" name="Shape 1970"/>
        <p:cNvGrpSpPr/>
        <p:nvPr/>
      </p:nvGrpSpPr>
      <p:grpSpPr>
        <a:xfrm>
          <a:off x="0" y="0"/>
          <a:ext cx="0" cy="0"/>
          <a:chOff x="0" y="0"/>
          <a:chExt cx="0" cy="0"/>
        </a:xfrm>
      </p:grpSpPr>
      <p:sp>
        <p:nvSpPr>
          <p:cNvPr id="1971" name="Google Shape;1971;h6926c2a2f4bc59b8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2" name="Google Shape;1972;h6926c2a2f4bc59b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9" name="Shape 1979"/>
        <p:cNvGrpSpPr/>
        <p:nvPr/>
      </p:nvGrpSpPr>
      <p:grpSpPr>
        <a:xfrm>
          <a:off x="0" y="0"/>
          <a:ext cx="0" cy="0"/>
          <a:chOff x="0" y="0"/>
          <a:chExt cx="0" cy="0"/>
        </a:xfrm>
      </p:grpSpPr>
      <p:sp>
        <p:nvSpPr>
          <p:cNvPr id="1980" name="Google Shape;1980;h6926c2a2f4bc59b8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1" name="Google Shape;1981;h6926c2a2f4bc59b8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6" name="Shape 1986"/>
        <p:cNvGrpSpPr/>
        <p:nvPr/>
      </p:nvGrpSpPr>
      <p:grpSpPr>
        <a:xfrm>
          <a:off x="0" y="0"/>
          <a:ext cx="0" cy="0"/>
          <a:chOff x="0" y="0"/>
          <a:chExt cx="0" cy="0"/>
        </a:xfrm>
      </p:grpSpPr>
      <p:sp>
        <p:nvSpPr>
          <p:cNvPr id="1987" name="Google Shape;1987;h6926c2a2f4bc59b8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8" name="Google Shape;1988;h6926c2a2f4bc59b8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3" name="Shape 1993"/>
        <p:cNvGrpSpPr/>
        <p:nvPr/>
      </p:nvGrpSpPr>
      <p:grpSpPr>
        <a:xfrm>
          <a:off x="0" y="0"/>
          <a:ext cx="0" cy="0"/>
          <a:chOff x="0" y="0"/>
          <a:chExt cx="0" cy="0"/>
        </a:xfrm>
      </p:grpSpPr>
      <p:sp>
        <p:nvSpPr>
          <p:cNvPr id="1994" name="Google Shape;1994;h6926c2a2f4bc59b8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5" name="Google Shape;1995;h6926c2a2f4bc59b8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1" type="blank">
  <p:cSld name="BLANK">
    <p:bg>
      <p:bgPr>
        <a:solidFill>
          <a:schemeClr val="lt1"/>
        </a:solidFill>
      </p:bgPr>
    </p:bg>
    <p:spTree>
      <p:nvGrpSpPr>
        <p:cNvPr id="8" name="Shape 8"/>
        <p:cNvGrpSpPr/>
        <p:nvPr/>
      </p:nvGrpSpPr>
      <p:grpSpPr>
        <a:xfrm>
          <a:off x="0" y="0"/>
          <a:ext cx="0" cy="0"/>
          <a:chOff x="0" y="0"/>
          <a:chExt cx="0" cy="0"/>
        </a:xfrm>
      </p:grpSpPr>
      <p:grpSp>
        <p:nvGrpSpPr>
          <p:cNvPr id="9" name="Google Shape;9;p2"/>
          <p:cNvGrpSpPr/>
          <p:nvPr/>
        </p:nvGrpSpPr>
        <p:grpSpPr>
          <a:xfrm>
            <a:off x="-800" y="-150"/>
            <a:ext cx="9145250" cy="5144250"/>
            <a:chOff x="-800" y="-150"/>
            <a:chExt cx="9145250" cy="5144250"/>
          </a:xfrm>
        </p:grpSpPr>
        <p:cxnSp>
          <p:nvCxnSpPr>
            <p:cNvPr id="10" name="Google Shape;10;p2"/>
            <p:cNvCxnSpPr/>
            <p:nvPr/>
          </p:nvCxnSpPr>
          <p:spPr>
            <a:xfrm>
              <a:off x="514575" y="-15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1" name="Google Shape;11;p2"/>
            <p:cNvCxnSpPr/>
            <p:nvPr/>
          </p:nvCxnSpPr>
          <p:spPr>
            <a:xfrm rot="10800000">
              <a:off x="-800" y="52112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12" name="Google Shape;12;p2"/>
            <p:cNvCxnSpPr/>
            <p:nvPr/>
          </p:nvCxnSpPr>
          <p:spPr>
            <a:xfrm>
              <a:off x="7228800" y="450"/>
              <a:ext cx="0" cy="521400"/>
            </a:xfrm>
            <a:prstGeom prst="straightConnector1">
              <a:avLst/>
            </a:prstGeom>
            <a:noFill/>
            <a:ln cap="flat" cmpd="sng" w="9525">
              <a:solidFill>
                <a:schemeClr val="accent6"/>
              </a:solidFill>
              <a:prstDash val="solid"/>
              <a:round/>
              <a:headEnd len="sm" w="sm" type="none"/>
              <a:tailEnd len="sm" w="sm" type="none"/>
            </a:ln>
          </p:spPr>
        </p:cxnSp>
        <p:cxnSp>
          <p:nvCxnSpPr>
            <p:cNvPr id="13" name="Google Shape;13;p2"/>
            <p:cNvCxnSpPr/>
            <p:nvPr/>
          </p:nvCxnSpPr>
          <p:spPr>
            <a:xfrm>
              <a:off x="8622600" y="528"/>
              <a:ext cx="0" cy="5143200"/>
            </a:xfrm>
            <a:prstGeom prst="straightConnector1">
              <a:avLst/>
            </a:prstGeom>
            <a:noFill/>
            <a:ln cap="flat" cmpd="sng" w="9525">
              <a:solidFill>
                <a:schemeClr val="accent6"/>
              </a:solidFill>
              <a:prstDash val="solid"/>
              <a:round/>
              <a:headEnd len="sm" w="sm" type="none"/>
              <a:tailEnd len="sm" w="sm" type="none"/>
            </a:ln>
          </p:spPr>
        </p:cxnSp>
        <p:cxnSp>
          <p:nvCxnSpPr>
            <p:cNvPr id="14" name="Google Shape;14;p2"/>
            <p:cNvCxnSpPr/>
            <p:nvPr/>
          </p:nvCxnSpPr>
          <p:spPr>
            <a:xfrm rot="10800000">
              <a:off x="-450" y="36104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15" name="Google Shape;15;p2"/>
            <p:cNvCxnSpPr/>
            <p:nvPr/>
          </p:nvCxnSpPr>
          <p:spPr>
            <a:xfrm rot="10800000">
              <a:off x="-450" y="46195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16" name="Google Shape;16;p2"/>
            <p:cNvCxnSpPr/>
            <p:nvPr/>
          </p:nvCxnSpPr>
          <p:spPr>
            <a:xfrm>
              <a:off x="7228850" y="3609300"/>
              <a:ext cx="0" cy="1534800"/>
            </a:xfrm>
            <a:prstGeom prst="straightConnector1">
              <a:avLst/>
            </a:prstGeom>
            <a:noFill/>
            <a:ln cap="flat" cmpd="sng" w="9525">
              <a:solidFill>
                <a:schemeClr val="accent6"/>
              </a:solidFill>
              <a:prstDash val="solid"/>
              <a:round/>
              <a:headEnd len="sm" w="sm" type="none"/>
              <a:tailEnd len="sm" w="sm" type="none"/>
            </a:ln>
          </p:spPr>
        </p:cxnSp>
      </p:grpSp>
      <p:sp>
        <p:nvSpPr>
          <p:cNvPr id="17" name="Google Shape;17;p2"/>
          <p:cNvSpPr txBox="1"/>
          <p:nvPr>
            <p:ph type="title"/>
          </p:nvPr>
        </p:nvSpPr>
        <p:spPr>
          <a:xfrm>
            <a:off x="521800" y="1251350"/>
            <a:ext cx="8100900" cy="1531500"/>
          </a:xfrm>
          <a:prstGeom prst="rect">
            <a:avLst/>
          </a:prstGeom>
        </p:spPr>
        <p:txBody>
          <a:bodyPr anchorCtr="0" anchor="t" bIns="91425" lIns="274300" spcFirstLastPara="1" rIns="18287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4400"/>
              <a:buFont typeface="Gowun Batang"/>
              <a:buNone/>
              <a:defRPr sz="4400">
                <a:solidFill>
                  <a:schemeClr val="dk1"/>
                </a:solidFill>
              </a:defRPr>
            </a:lvl2pPr>
            <a:lvl3pPr lvl="2">
              <a:lnSpc>
                <a:spcPct val="80000"/>
              </a:lnSpc>
              <a:spcBef>
                <a:spcPts val="0"/>
              </a:spcBef>
              <a:spcAft>
                <a:spcPts val="0"/>
              </a:spcAft>
              <a:buClr>
                <a:schemeClr val="dk1"/>
              </a:buClr>
              <a:buSzPts val="4400"/>
              <a:buFont typeface="Gowun Batang"/>
              <a:buNone/>
              <a:defRPr sz="4400">
                <a:solidFill>
                  <a:schemeClr val="dk1"/>
                </a:solidFill>
              </a:defRPr>
            </a:lvl3pPr>
            <a:lvl4pPr lvl="3">
              <a:lnSpc>
                <a:spcPct val="80000"/>
              </a:lnSpc>
              <a:spcBef>
                <a:spcPts val="0"/>
              </a:spcBef>
              <a:spcAft>
                <a:spcPts val="0"/>
              </a:spcAft>
              <a:buClr>
                <a:schemeClr val="dk1"/>
              </a:buClr>
              <a:buSzPts val="4400"/>
              <a:buFont typeface="Gowun Batang"/>
              <a:buNone/>
              <a:defRPr sz="4400">
                <a:solidFill>
                  <a:schemeClr val="dk1"/>
                </a:solidFill>
              </a:defRPr>
            </a:lvl4pPr>
            <a:lvl5pPr lvl="4">
              <a:lnSpc>
                <a:spcPct val="80000"/>
              </a:lnSpc>
              <a:spcBef>
                <a:spcPts val="0"/>
              </a:spcBef>
              <a:spcAft>
                <a:spcPts val="0"/>
              </a:spcAft>
              <a:buClr>
                <a:schemeClr val="dk1"/>
              </a:buClr>
              <a:buSzPts val="4400"/>
              <a:buFont typeface="Gowun Batang"/>
              <a:buNone/>
              <a:defRPr sz="4400">
                <a:solidFill>
                  <a:schemeClr val="dk1"/>
                </a:solidFill>
              </a:defRPr>
            </a:lvl5pPr>
            <a:lvl6pPr lvl="5">
              <a:lnSpc>
                <a:spcPct val="80000"/>
              </a:lnSpc>
              <a:spcBef>
                <a:spcPts val="0"/>
              </a:spcBef>
              <a:spcAft>
                <a:spcPts val="0"/>
              </a:spcAft>
              <a:buClr>
                <a:schemeClr val="dk1"/>
              </a:buClr>
              <a:buSzPts val="4400"/>
              <a:buFont typeface="Gowun Batang"/>
              <a:buNone/>
              <a:defRPr sz="4400">
                <a:solidFill>
                  <a:schemeClr val="dk1"/>
                </a:solidFill>
              </a:defRPr>
            </a:lvl6pPr>
            <a:lvl7pPr lvl="6">
              <a:lnSpc>
                <a:spcPct val="80000"/>
              </a:lnSpc>
              <a:spcBef>
                <a:spcPts val="0"/>
              </a:spcBef>
              <a:spcAft>
                <a:spcPts val="0"/>
              </a:spcAft>
              <a:buClr>
                <a:schemeClr val="dk1"/>
              </a:buClr>
              <a:buSzPts val="4400"/>
              <a:buFont typeface="Gowun Batang"/>
              <a:buNone/>
              <a:defRPr sz="4400">
                <a:solidFill>
                  <a:schemeClr val="dk1"/>
                </a:solidFill>
              </a:defRPr>
            </a:lvl7pPr>
            <a:lvl8pPr lvl="7">
              <a:lnSpc>
                <a:spcPct val="80000"/>
              </a:lnSpc>
              <a:spcBef>
                <a:spcPts val="0"/>
              </a:spcBef>
              <a:spcAft>
                <a:spcPts val="0"/>
              </a:spcAft>
              <a:buClr>
                <a:schemeClr val="dk1"/>
              </a:buClr>
              <a:buSzPts val="4400"/>
              <a:buFont typeface="Gowun Batang"/>
              <a:buNone/>
              <a:defRPr sz="4400">
                <a:solidFill>
                  <a:schemeClr val="dk1"/>
                </a:solidFill>
              </a:defRPr>
            </a:lvl8pPr>
            <a:lvl9pPr lvl="8">
              <a:lnSpc>
                <a:spcPct val="80000"/>
              </a:lnSpc>
              <a:spcBef>
                <a:spcPts val="0"/>
              </a:spcBef>
              <a:spcAft>
                <a:spcPts val="0"/>
              </a:spcAft>
              <a:buClr>
                <a:schemeClr val="dk1"/>
              </a:buClr>
              <a:buSzPts val="4400"/>
              <a:buFont typeface="Gowun Batang"/>
              <a:buNone/>
              <a:defRPr sz="4400">
                <a:solidFill>
                  <a:schemeClr val="dk1"/>
                </a:solidFill>
              </a:defRPr>
            </a:lvl9pPr>
          </a:lstStyle>
          <a:p/>
        </p:txBody>
      </p:sp>
      <p:sp>
        <p:nvSpPr>
          <p:cNvPr id="18" name="Google Shape;18;p2"/>
          <p:cNvSpPr txBox="1"/>
          <p:nvPr>
            <p:ph idx="1" type="subTitle"/>
          </p:nvPr>
        </p:nvSpPr>
        <p:spPr>
          <a:xfrm>
            <a:off x="521375" y="2782850"/>
            <a:ext cx="8100900" cy="338700"/>
          </a:xfrm>
          <a:prstGeom prst="rect">
            <a:avLst/>
          </a:prstGeom>
        </p:spPr>
        <p:txBody>
          <a:bodyPr anchorCtr="0" anchor="t" bIns="91425" lIns="274300" spcFirstLastPara="1" rIns="182875" wrap="square" tIns="91425">
            <a:normAutofit/>
          </a:bodyPr>
          <a:lstStyle>
            <a:lvl1pPr lvl="0">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1pPr>
            <a:lvl2pPr lvl="1">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2pPr>
            <a:lvl3pPr lvl="2">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3pPr>
            <a:lvl4pPr lvl="3">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4pPr>
            <a:lvl5pPr lvl="4">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5pPr>
            <a:lvl6pPr lvl="5">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6pPr>
            <a:lvl7pPr lvl="6">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7pPr>
            <a:lvl8pPr lvl="7">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8pPr>
            <a:lvl9pPr lvl="8">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9pPr>
          </a:lstStyle>
          <a:p/>
        </p:txBody>
      </p:sp>
      <p:sp>
        <p:nvSpPr>
          <p:cNvPr id="19" name="Google Shape;19;p2"/>
          <p:cNvSpPr txBox="1"/>
          <p:nvPr>
            <p:ph idx="2" type="subTitle"/>
          </p:nvPr>
        </p:nvSpPr>
        <p:spPr>
          <a:xfrm>
            <a:off x="518400" y="3609525"/>
            <a:ext cx="6710400" cy="1010100"/>
          </a:xfrm>
          <a:prstGeom prst="rect">
            <a:avLst/>
          </a:prstGeom>
        </p:spPr>
        <p:txBody>
          <a:bodyPr anchorCtr="0" anchor="ctr" bIns="91425" lIns="274300" spcFirstLastPara="1" rIns="274300" wrap="square" tIns="91425">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
        <p:nvSpPr>
          <p:cNvPr id="20" name="Google Shape;20;p2"/>
          <p:cNvSpPr txBox="1"/>
          <p:nvPr>
            <p:ph idx="3" type="subTitle"/>
          </p:nvPr>
        </p:nvSpPr>
        <p:spPr>
          <a:xfrm>
            <a:off x="3171350" y="11075"/>
            <a:ext cx="40575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21" name="Google Shape;21;p2"/>
          <p:cNvSpPr txBox="1"/>
          <p:nvPr>
            <p:ph idx="4" type="subTitle"/>
          </p:nvPr>
        </p:nvSpPr>
        <p:spPr>
          <a:xfrm>
            <a:off x="7228800" y="11075"/>
            <a:ext cx="13938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_3">
    <p:bg>
      <p:bgPr>
        <a:solidFill>
          <a:schemeClr val="lt2"/>
        </a:solidFill>
      </p:bgPr>
    </p:bg>
    <p:spTree>
      <p:nvGrpSpPr>
        <p:cNvPr id="22" name="Shape 22"/>
        <p:cNvGrpSpPr/>
        <p:nvPr/>
      </p:nvGrpSpPr>
      <p:grpSpPr>
        <a:xfrm>
          <a:off x="0" y="0"/>
          <a:ext cx="0" cy="0"/>
          <a:chOff x="0" y="0"/>
          <a:chExt cx="0" cy="0"/>
        </a:xfrm>
      </p:grpSpPr>
      <p:sp>
        <p:nvSpPr>
          <p:cNvPr id="23" name="Google Shape;23;p3"/>
          <p:cNvSpPr txBox="1"/>
          <p:nvPr>
            <p:ph idx="1"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24" name="Google Shape;24;p3"/>
          <p:cNvSpPr txBox="1"/>
          <p:nvPr>
            <p:ph idx="2"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25" name="Google Shape;25;p3"/>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26" name="Google Shape;26;p3"/>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27" name="Google Shape;27;p3"/>
          <p:cNvSpPr txBox="1"/>
          <p:nvPr>
            <p:ph type="title"/>
          </p:nvPr>
        </p:nvSpPr>
        <p:spPr>
          <a:xfrm flipH="1">
            <a:off x="1040775" y="1307575"/>
            <a:ext cx="7581900" cy="745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28" name="Google Shape;28;p3"/>
          <p:cNvSpPr txBox="1"/>
          <p:nvPr>
            <p:ph idx="5" type="title"/>
          </p:nvPr>
        </p:nvSpPr>
        <p:spPr>
          <a:xfrm flipH="1">
            <a:off x="1040775" y="2053325"/>
            <a:ext cx="7581900" cy="7473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29" name="Google Shape;29;p3"/>
          <p:cNvSpPr txBox="1"/>
          <p:nvPr>
            <p:ph idx="6" type="title"/>
          </p:nvPr>
        </p:nvSpPr>
        <p:spPr>
          <a:xfrm flipH="1">
            <a:off x="1040775" y="2800750"/>
            <a:ext cx="7581900" cy="7419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30" name="Google Shape;30;p3"/>
          <p:cNvSpPr txBox="1"/>
          <p:nvPr>
            <p:ph idx="7" type="title"/>
          </p:nvPr>
        </p:nvSpPr>
        <p:spPr>
          <a:xfrm flipH="1">
            <a:off x="1040775" y="3542475"/>
            <a:ext cx="7581900" cy="7551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31" name="Google Shape;31;p3"/>
          <p:cNvSpPr txBox="1"/>
          <p:nvPr>
            <p:ph idx="8" type="title"/>
          </p:nvPr>
        </p:nvSpPr>
        <p:spPr>
          <a:xfrm flipH="1">
            <a:off x="1040775" y="4297600"/>
            <a:ext cx="7581900" cy="745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32" name="Google Shape;32;p3"/>
          <p:cNvSpPr txBox="1"/>
          <p:nvPr>
            <p:ph idx="9" type="title"/>
          </p:nvPr>
        </p:nvSpPr>
        <p:spPr>
          <a:xfrm flipH="1">
            <a:off x="1040775" y="666250"/>
            <a:ext cx="75819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ummary">
  <p:cSld name="BLANK_1_1_1_1_1_1_1_2_1">
    <p:bg>
      <p:bgPr>
        <a:solidFill>
          <a:schemeClr val="lt2"/>
        </a:solidFill>
      </p:bgPr>
    </p:bg>
    <p:spTree>
      <p:nvGrpSpPr>
        <p:cNvPr id="33" name="Shape 33"/>
        <p:cNvGrpSpPr/>
        <p:nvPr/>
      </p:nvGrpSpPr>
      <p:grpSpPr>
        <a:xfrm>
          <a:off x="0" y="0"/>
          <a:ext cx="0" cy="0"/>
          <a:chOff x="0" y="0"/>
          <a:chExt cx="0" cy="0"/>
        </a:xfrm>
      </p:grpSpPr>
      <p:sp>
        <p:nvSpPr>
          <p:cNvPr id="34" name="Google Shape;34;p4"/>
          <p:cNvSpPr txBox="1"/>
          <p:nvPr>
            <p:ph type="title"/>
          </p:nvPr>
        </p:nvSpPr>
        <p:spPr>
          <a:xfrm>
            <a:off x="1040950" y="1667775"/>
            <a:ext cx="20220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35" name="Google Shape;35;p4"/>
          <p:cNvSpPr txBox="1"/>
          <p:nvPr>
            <p:ph idx="1" type="body"/>
          </p:nvPr>
        </p:nvSpPr>
        <p:spPr>
          <a:xfrm>
            <a:off x="1041000" y="2309175"/>
            <a:ext cx="20220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36" name="Google Shape;36;p4"/>
          <p:cNvSpPr txBox="1"/>
          <p:nvPr>
            <p:ph idx="2" type="title"/>
          </p:nvPr>
        </p:nvSpPr>
        <p:spPr>
          <a:xfrm>
            <a:off x="3065850" y="1667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37" name="Google Shape;37;p4"/>
          <p:cNvSpPr txBox="1"/>
          <p:nvPr>
            <p:ph idx="3" type="body"/>
          </p:nvPr>
        </p:nvSpPr>
        <p:spPr>
          <a:xfrm>
            <a:off x="3065900" y="2309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38" name="Google Shape;38;p4"/>
          <p:cNvSpPr txBox="1"/>
          <p:nvPr>
            <p:ph idx="4" type="title"/>
          </p:nvPr>
        </p:nvSpPr>
        <p:spPr>
          <a:xfrm>
            <a:off x="5090675" y="1667775"/>
            <a:ext cx="20277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39" name="Google Shape;39;p4"/>
          <p:cNvSpPr txBox="1"/>
          <p:nvPr>
            <p:ph idx="5" type="body"/>
          </p:nvPr>
        </p:nvSpPr>
        <p:spPr>
          <a:xfrm>
            <a:off x="5090725" y="2309175"/>
            <a:ext cx="20277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40" name="Google Shape;40;p4"/>
          <p:cNvSpPr txBox="1"/>
          <p:nvPr>
            <p:ph idx="6" type="title"/>
          </p:nvPr>
        </p:nvSpPr>
        <p:spPr>
          <a:xfrm>
            <a:off x="7118725" y="1667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41" name="Google Shape;41;p4"/>
          <p:cNvSpPr txBox="1"/>
          <p:nvPr>
            <p:ph idx="7" type="body"/>
          </p:nvPr>
        </p:nvSpPr>
        <p:spPr>
          <a:xfrm>
            <a:off x="7118775" y="2309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42" name="Google Shape;42;p4"/>
          <p:cNvSpPr txBox="1"/>
          <p:nvPr>
            <p:ph idx="8" type="title"/>
          </p:nvPr>
        </p:nvSpPr>
        <p:spPr>
          <a:xfrm>
            <a:off x="1040950" y="3584775"/>
            <a:ext cx="20220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43" name="Google Shape;43;p4"/>
          <p:cNvSpPr txBox="1"/>
          <p:nvPr>
            <p:ph idx="9" type="body"/>
          </p:nvPr>
        </p:nvSpPr>
        <p:spPr>
          <a:xfrm>
            <a:off x="1041000" y="4226175"/>
            <a:ext cx="20220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44" name="Google Shape;44;p4"/>
          <p:cNvSpPr txBox="1"/>
          <p:nvPr>
            <p:ph idx="13" type="title"/>
          </p:nvPr>
        </p:nvSpPr>
        <p:spPr>
          <a:xfrm>
            <a:off x="3065850" y="3584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45" name="Google Shape;45;p4"/>
          <p:cNvSpPr txBox="1"/>
          <p:nvPr>
            <p:ph idx="14" type="body"/>
          </p:nvPr>
        </p:nvSpPr>
        <p:spPr>
          <a:xfrm>
            <a:off x="3065900" y="4226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46" name="Google Shape;46;p4"/>
          <p:cNvSpPr txBox="1"/>
          <p:nvPr>
            <p:ph idx="15" type="title"/>
          </p:nvPr>
        </p:nvSpPr>
        <p:spPr>
          <a:xfrm>
            <a:off x="5090675" y="3584775"/>
            <a:ext cx="20277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47" name="Google Shape;47;p4"/>
          <p:cNvSpPr txBox="1"/>
          <p:nvPr>
            <p:ph idx="16" type="body"/>
          </p:nvPr>
        </p:nvSpPr>
        <p:spPr>
          <a:xfrm>
            <a:off x="5090725" y="4226175"/>
            <a:ext cx="20277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48" name="Google Shape;48;p4"/>
          <p:cNvSpPr txBox="1"/>
          <p:nvPr>
            <p:ph idx="17" type="title"/>
          </p:nvPr>
        </p:nvSpPr>
        <p:spPr>
          <a:xfrm>
            <a:off x="7118725" y="3584775"/>
            <a:ext cx="2025300" cy="641400"/>
          </a:xfrm>
          <a:prstGeom prst="rect">
            <a:avLst/>
          </a:prstGeom>
        </p:spPr>
        <p:txBody>
          <a:bodyPr anchorCtr="0" anchor="t" bIns="91425" lIns="182875" spcFirstLastPara="1" rIns="91425" wrap="square" tIns="91425">
            <a:noAutofit/>
          </a:bodyPr>
          <a:lstStyle>
            <a:lvl1pPr lvl="0">
              <a:spcBef>
                <a:spcPts val="0"/>
              </a:spcBef>
              <a:spcAft>
                <a:spcPts val="0"/>
              </a:spcAft>
              <a:buClr>
                <a:schemeClr val="lt1"/>
              </a:buClr>
              <a:buSzPts val="1500"/>
              <a:buFont typeface="Inter Medium"/>
              <a:buNone/>
              <a:defRPr sz="1500">
                <a:latin typeface="Inter Medium"/>
                <a:ea typeface="Inter Medium"/>
                <a:cs typeface="Inter Medium"/>
                <a:sym typeface="Inter Medium"/>
              </a:defRPr>
            </a:lvl1pPr>
            <a:lvl2pPr lvl="1">
              <a:spcBef>
                <a:spcPts val="0"/>
              </a:spcBef>
              <a:spcAft>
                <a:spcPts val="0"/>
              </a:spcAft>
              <a:buClr>
                <a:schemeClr val="lt1"/>
              </a:buClr>
              <a:buSzPts val="1500"/>
              <a:buFont typeface="Inter Medium"/>
              <a:buNone/>
              <a:defRPr sz="1500">
                <a:latin typeface="Inter Medium"/>
                <a:ea typeface="Inter Medium"/>
                <a:cs typeface="Inter Medium"/>
                <a:sym typeface="Inter Medium"/>
              </a:defRPr>
            </a:lvl2pPr>
            <a:lvl3pPr lvl="2">
              <a:spcBef>
                <a:spcPts val="0"/>
              </a:spcBef>
              <a:spcAft>
                <a:spcPts val="0"/>
              </a:spcAft>
              <a:buClr>
                <a:schemeClr val="lt1"/>
              </a:buClr>
              <a:buSzPts val="1500"/>
              <a:buFont typeface="Inter Medium"/>
              <a:buNone/>
              <a:defRPr sz="1500">
                <a:latin typeface="Inter Medium"/>
                <a:ea typeface="Inter Medium"/>
                <a:cs typeface="Inter Medium"/>
                <a:sym typeface="Inter Medium"/>
              </a:defRPr>
            </a:lvl3pPr>
            <a:lvl4pPr lvl="3">
              <a:spcBef>
                <a:spcPts val="0"/>
              </a:spcBef>
              <a:spcAft>
                <a:spcPts val="0"/>
              </a:spcAft>
              <a:buClr>
                <a:schemeClr val="lt1"/>
              </a:buClr>
              <a:buSzPts val="1500"/>
              <a:buFont typeface="Inter Medium"/>
              <a:buNone/>
              <a:defRPr sz="1500">
                <a:latin typeface="Inter Medium"/>
                <a:ea typeface="Inter Medium"/>
                <a:cs typeface="Inter Medium"/>
                <a:sym typeface="Inter Medium"/>
              </a:defRPr>
            </a:lvl4pPr>
            <a:lvl5pPr lvl="4">
              <a:spcBef>
                <a:spcPts val="0"/>
              </a:spcBef>
              <a:spcAft>
                <a:spcPts val="0"/>
              </a:spcAft>
              <a:buClr>
                <a:schemeClr val="lt1"/>
              </a:buClr>
              <a:buSzPts val="1500"/>
              <a:buFont typeface="Inter Medium"/>
              <a:buNone/>
              <a:defRPr sz="1500">
                <a:latin typeface="Inter Medium"/>
                <a:ea typeface="Inter Medium"/>
                <a:cs typeface="Inter Medium"/>
                <a:sym typeface="Inter Medium"/>
              </a:defRPr>
            </a:lvl5pPr>
            <a:lvl6pPr lvl="5">
              <a:spcBef>
                <a:spcPts val="0"/>
              </a:spcBef>
              <a:spcAft>
                <a:spcPts val="0"/>
              </a:spcAft>
              <a:buClr>
                <a:schemeClr val="lt1"/>
              </a:buClr>
              <a:buSzPts val="1500"/>
              <a:buFont typeface="Inter Medium"/>
              <a:buNone/>
              <a:defRPr sz="1500">
                <a:latin typeface="Inter Medium"/>
                <a:ea typeface="Inter Medium"/>
                <a:cs typeface="Inter Medium"/>
                <a:sym typeface="Inter Medium"/>
              </a:defRPr>
            </a:lvl6pPr>
            <a:lvl7pPr lvl="6">
              <a:spcBef>
                <a:spcPts val="0"/>
              </a:spcBef>
              <a:spcAft>
                <a:spcPts val="0"/>
              </a:spcAft>
              <a:buClr>
                <a:schemeClr val="lt1"/>
              </a:buClr>
              <a:buSzPts val="1500"/>
              <a:buFont typeface="Inter Medium"/>
              <a:buNone/>
              <a:defRPr sz="1500">
                <a:latin typeface="Inter Medium"/>
                <a:ea typeface="Inter Medium"/>
                <a:cs typeface="Inter Medium"/>
                <a:sym typeface="Inter Medium"/>
              </a:defRPr>
            </a:lvl7pPr>
            <a:lvl8pPr lvl="7">
              <a:spcBef>
                <a:spcPts val="0"/>
              </a:spcBef>
              <a:spcAft>
                <a:spcPts val="0"/>
              </a:spcAft>
              <a:buClr>
                <a:schemeClr val="lt1"/>
              </a:buClr>
              <a:buSzPts val="1500"/>
              <a:buFont typeface="Inter Medium"/>
              <a:buNone/>
              <a:defRPr sz="1500">
                <a:latin typeface="Inter Medium"/>
                <a:ea typeface="Inter Medium"/>
                <a:cs typeface="Inter Medium"/>
                <a:sym typeface="Inter Medium"/>
              </a:defRPr>
            </a:lvl8pPr>
            <a:lvl9pPr lvl="8">
              <a:spcBef>
                <a:spcPts val="0"/>
              </a:spcBef>
              <a:spcAft>
                <a:spcPts val="0"/>
              </a:spcAft>
              <a:buClr>
                <a:schemeClr val="lt1"/>
              </a:buClr>
              <a:buSzPts val="1500"/>
              <a:buFont typeface="Inter Medium"/>
              <a:buNone/>
              <a:defRPr sz="1500">
                <a:latin typeface="Inter Medium"/>
                <a:ea typeface="Inter Medium"/>
                <a:cs typeface="Inter Medium"/>
                <a:sym typeface="Inter Medium"/>
              </a:defRPr>
            </a:lvl9pPr>
          </a:lstStyle>
          <a:p/>
        </p:txBody>
      </p:sp>
      <p:sp>
        <p:nvSpPr>
          <p:cNvPr id="49" name="Google Shape;49;p4"/>
          <p:cNvSpPr txBox="1"/>
          <p:nvPr>
            <p:ph idx="18" type="body"/>
          </p:nvPr>
        </p:nvSpPr>
        <p:spPr>
          <a:xfrm>
            <a:off x="7118775" y="4226175"/>
            <a:ext cx="2025300" cy="684900"/>
          </a:xfrm>
          <a:prstGeom prst="rect">
            <a:avLst/>
          </a:prstGeom>
        </p:spPr>
        <p:txBody>
          <a:bodyPr anchorCtr="0" anchor="t" bIns="91425" lIns="18287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50" name="Google Shape;50;p4"/>
          <p:cNvSpPr txBox="1"/>
          <p:nvPr>
            <p:ph idx="1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51" name="Google Shape;51;p4"/>
          <p:cNvSpPr txBox="1"/>
          <p:nvPr>
            <p:ph idx="20"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52" name="Google Shape;52;p4"/>
          <p:cNvSpPr txBox="1"/>
          <p:nvPr>
            <p:ph idx="21" type="subTitle"/>
          </p:nvPr>
        </p:nvSpPr>
        <p:spPr>
          <a:xfrm>
            <a:off x="10421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53" name="Google Shape;53;p4"/>
          <p:cNvSpPr txBox="1"/>
          <p:nvPr>
            <p:ph idx="2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54" name="Google Shape;54;p4"/>
          <p:cNvSpPr txBox="1"/>
          <p:nvPr>
            <p:ph idx="23"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2">
    <p:bg>
      <p:bgPr>
        <a:solidFill>
          <a:schemeClr val="lt1"/>
        </a:solidFill>
      </p:bgPr>
    </p:bg>
    <p:spTree>
      <p:nvGrpSpPr>
        <p:cNvPr id="55" name="Shape 55"/>
        <p:cNvGrpSpPr/>
        <p:nvPr/>
      </p:nvGrpSpPr>
      <p:grpSpPr>
        <a:xfrm>
          <a:off x="0" y="0"/>
          <a:ext cx="0" cy="0"/>
          <a:chOff x="0" y="0"/>
          <a:chExt cx="0" cy="0"/>
        </a:xfrm>
      </p:grpSpPr>
      <p:sp>
        <p:nvSpPr>
          <p:cNvPr id="56" name="Google Shape;56;p5"/>
          <p:cNvSpPr txBox="1"/>
          <p:nvPr>
            <p:ph idx="1" type="subTitle"/>
          </p:nvPr>
        </p:nvSpPr>
        <p:spPr>
          <a:xfrm>
            <a:off x="1041050" y="334925"/>
            <a:ext cx="5726100" cy="3297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1pPr>
            <a:lvl2pPr lvl="1">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2pPr>
            <a:lvl3pPr lvl="2">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3pPr>
            <a:lvl4pPr lvl="3">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4pPr>
            <a:lvl5pPr lvl="4">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5pPr>
            <a:lvl6pPr lvl="5">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6pPr>
            <a:lvl7pPr lvl="6">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7pPr>
            <a:lvl8pPr lvl="7">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8pPr>
            <a:lvl9pPr lvl="8">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9pPr>
          </a:lstStyle>
          <a:p/>
        </p:txBody>
      </p:sp>
      <p:sp>
        <p:nvSpPr>
          <p:cNvPr id="57" name="Google Shape;57;p5"/>
          <p:cNvSpPr txBox="1"/>
          <p:nvPr>
            <p:ph idx="2"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58" name="Google Shape;58;p5"/>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59" name="Google Shape;59;p5"/>
          <p:cNvSpPr txBox="1"/>
          <p:nvPr>
            <p:ph type="title"/>
          </p:nvPr>
        </p:nvSpPr>
        <p:spPr>
          <a:xfrm>
            <a:off x="1042100"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60" name="Google Shape;60;p5"/>
          <p:cNvSpPr txBox="1"/>
          <p:nvPr>
            <p:ph idx="4" type="title"/>
          </p:nvPr>
        </p:nvSpPr>
        <p:spPr>
          <a:xfrm>
            <a:off x="4861750"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61" name="Google Shape;61;p5"/>
          <p:cNvSpPr txBox="1"/>
          <p:nvPr>
            <p:ph idx="5" type="title"/>
          </p:nvPr>
        </p:nvSpPr>
        <p:spPr>
          <a:xfrm>
            <a:off x="2952000"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62" name="Google Shape;62;p5"/>
          <p:cNvSpPr txBox="1"/>
          <p:nvPr>
            <p:ph idx="6"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63" name="Google Shape;63;p5"/>
          <p:cNvSpPr txBox="1"/>
          <p:nvPr>
            <p:ph idx="7" type="title"/>
          </p:nvPr>
        </p:nvSpPr>
        <p:spPr>
          <a:xfrm flipH="1">
            <a:off x="1046200" y="772500"/>
            <a:ext cx="5726100" cy="2125500"/>
          </a:xfrm>
          <a:prstGeom prst="rect">
            <a:avLst/>
          </a:prstGeom>
        </p:spPr>
        <p:txBody>
          <a:bodyPr anchorCtr="0" anchor="t" bIns="91425" lIns="274300" spcFirstLastPara="1" rIns="9142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2400"/>
              <a:buNone/>
              <a:defRPr sz="2400">
                <a:solidFill>
                  <a:schemeClr val="dk1"/>
                </a:solidFill>
              </a:defRPr>
            </a:lvl2pPr>
            <a:lvl3pPr lvl="2">
              <a:lnSpc>
                <a:spcPct val="80000"/>
              </a:lnSpc>
              <a:spcBef>
                <a:spcPts val="0"/>
              </a:spcBef>
              <a:spcAft>
                <a:spcPts val="0"/>
              </a:spcAft>
              <a:buClr>
                <a:schemeClr val="dk1"/>
              </a:buClr>
              <a:buSzPts val="2400"/>
              <a:buNone/>
              <a:defRPr sz="2400">
                <a:solidFill>
                  <a:schemeClr val="dk1"/>
                </a:solidFill>
              </a:defRPr>
            </a:lvl3pPr>
            <a:lvl4pPr lvl="3">
              <a:lnSpc>
                <a:spcPct val="80000"/>
              </a:lnSpc>
              <a:spcBef>
                <a:spcPts val="0"/>
              </a:spcBef>
              <a:spcAft>
                <a:spcPts val="0"/>
              </a:spcAft>
              <a:buClr>
                <a:schemeClr val="dk1"/>
              </a:buClr>
              <a:buSzPts val="2400"/>
              <a:buNone/>
              <a:defRPr sz="2400">
                <a:solidFill>
                  <a:schemeClr val="dk1"/>
                </a:solidFill>
              </a:defRPr>
            </a:lvl4pPr>
            <a:lvl5pPr lvl="4">
              <a:lnSpc>
                <a:spcPct val="80000"/>
              </a:lnSpc>
              <a:spcBef>
                <a:spcPts val="0"/>
              </a:spcBef>
              <a:spcAft>
                <a:spcPts val="0"/>
              </a:spcAft>
              <a:buClr>
                <a:schemeClr val="dk1"/>
              </a:buClr>
              <a:buSzPts val="2400"/>
              <a:buNone/>
              <a:defRPr sz="2400">
                <a:solidFill>
                  <a:schemeClr val="dk1"/>
                </a:solidFill>
              </a:defRPr>
            </a:lvl5pPr>
            <a:lvl6pPr lvl="5">
              <a:lnSpc>
                <a:spcPct val="80000"/>
              </a:lnSpc>
              <a:spcBef>
                <a:spcPts val="0"/>
              </a:spcBef>
              <a:spcAft>
                <a:spcPts val="0"/>
              </a:spcAft>
              <a:buClr>
                <a:schemeClr val="dk1"/>
              </a:buClr>
              <a:buSzPts val="2400"/>
              <a:buNone/>
              <a:defRPr sz="2400">
                <a:solidFill>
                  <a:schemeClr val="dk1"/>
                </a:solidFill>
              </a:defRPr>
            </a:lvl6pPr>
            <a:lvl7pPr lvl="6">
              <a:lnSpc>
                <a:spcPct val="80000"/>
              </a:lnSpc>
              <a:spcBef>
                <a:spcPts val="0"/>
              </a:spcBef>
              <a:spcAft>
                <a:spcPts val="0"/>
              </a:spcAft>
              <a:buClr>
                <a:schemeClr val="dk1"/>
              </a:buClr>
              <a:buSzPts val="2400"/>
              <a:buNone/>
              <a:defRPr sz="2400">
                <a:solidFill>
                  <a:schemeClr val="dk1"/>
                </a:solidFill>
              </a:defRPr>
            </a:lvl7pPr>
            <a:lvl8pPr lvl="7">
              <a:lnSpc>
                <a:spcPct val="80000"/>
              </a:lnSpc>
              <a:spcBef>
                <a:spcPts val="0"/>
              </a:spcBef>
              <a:spcAft>
                <a:spcPts val="0"/>
              </a:spcAft>
              <a:buClr>
                <a:schemeClr val="dk1"/>
              </a:buClr>
              <a:buSzPts val="2400"/>
              <a:buNone/>
              <a:defRPr sz="2400">
                <a:solidFill>
                  <a:schemeClr val="dk1"/>
                </a:solidFill>
              </a:defRPr>
            </a:lvl8pPr>
            <a:lvl9pPr lvl="8">
              <a:lnSpc>
                <a:spcPct val="80000"/>
              </a:lnSpc>
              <a:spcBef>
                <a:spcPts val="0"/>
              </a:spcBef>
              <a:spcAft>
                <a:spcPts val="0"/>
              </a:spcAft>
              <a:buClr>
                <a:schemeClr val="dk1"/>
              </a:buClr>
              <a:buSzPts val="2400"/>
              <a:buNone/>
              <a:defRPr sz="2400">
                <a:solidFill>
                  <a:schemeClr val="dk1"/>
                </a:solidFill>
              </a:defRPr>
            </a:lvl9pPr>
          </a:lstStyle>
          <a:p/>
        </p:txBody>
      </p:sp>
      <p:sp>
        <p:nvSpPr>
          <p:cNvPr id="64" name="Google Shape;64;p5"/>
          <p:cNvSpPr txBox="1"/>
          <p:nvPr>
            <p:ph idx="8" type="subTitle"/>
          </p:nvPr>
        </p:nvSpPr>
        <p:spPr>
          <a:xfrm>
            <a:off x="1042100" y="3515850"/>
            <a:ext cx="19107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
        <p:nvSpPr>
          <p:cNvPr id="65" name="Google Shape;65;p5"/>
          <p:cNvSpPr txBox="1"/>
          <p:nvPr>
            <p:ph idx="9" type="title"/>
          </p:nvPr>
        </p:nvSpPr>
        <p:spPr>
          <a:xfrm>
            <a:off x="6771475" y="2897900"/>
            <a:ext cx="436200" cy="426300"/>
          </a:xfrm>
          <a:prstGeom prst="rect">
            <a:avLst/>
          </a:prstGeom>
          <a:solidFill>
            <a:schemeClr val="accent6"/>
          </a:solidFill>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66" name="Google Shape;66;p5"/>
          <p:cNvSpPr txBox="1"/>
          <p:nvPr>
            <p:ph idx="13" type="subTitle"/>
          </p:nvPr>
        </p:nvSpPr>
        <p:spPr>
          <a:xfrm>
            <a:off x="2951438" y="3515850"/>
            <a:ext cx="19107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
        <p:nvSpPr>
          <p:cNvPr id="67" name="Google Shape;67;p5"/>
          <p:cNvSpPr txBox="1"/>
          <p:nvPr>
            <p:ph idx="14" type="subTitle"/>
          </p:nvPr>
        </p:nvSpPr>
        <p:spPr>
          <a:xfrm>
            <a:off x="4862838" y="3515850"/>
            <a:ext cx="19107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
        <p:nvSpPr>
          <p:cNvPr id="68" name="Google Shape;68;p5"/>
          <p:cNvSpPr txBox="1"/>
          <p:nvPr>
            <p:ph idx="15" type="subTitle"/>
          </p:nvPr>
        </p:nvSpPr>
        <p:spPr>
          <a:xfrm>
            <a:off x="6774249" y="3515850"/>
            <a:ext cx="1848900" cy="1313700"/>
          </a:xfrm>
          <a:prstGeom prst="rect">
            <a:avLst/>
          </a:prstGeom>
        </p:spPr>
        <p:txBody>
          <a:bodyPr anchorCtr="0" anchor="t" bIns="0" lIns="274300" spcFirstLastPara="1" rIns="91425" wrap="square" tIns="0">
            <a:noAutofit/>
          </a:bodyPr>
          <a:lstStyle>
            <a:lvl1pPr lvl="0">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1pPr>
            <a:lvl2pPr lvl="1">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1800"/>
              <a:buFont typeface="Inter Medium"/>
              <a:buNone/>
              <a:defRPr sz="1800">
                <a:solidFill>
                  <a:schemeClr val="dk1"/>
                </a:solidFill>
                <a:latin typeface="Inter Medium"/>
                <a:ea typeface="Inter Medium"/>
                <a:cs typeface="Inter Medium"/>
                <a:sym typeface="Inter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cutive Team Intro - ALT 1">
  <p:cSld name="BLANK_1_4">
    <p:bg>
      <p:bgPr>
        <a:solidFill>
          <a:schemeClr val="lt2"/>
        </a:solidFill>
      </p:bgPr>
    </p:bg>
    <p:spTree>
      <p:nvGrpSpPr>
        <p:cNvPr id="69" name="Shape 69"/>
        <p:cNvGrpSpPr/>
        <p:nvPr/>
      </p:nvGrpSpPr>
      <p:grpSpPr>
        <a:xfrm>
          <a:off x="0" y="0"/>
          <a:ext cx="0" cy="0"/>
          <a:chOff x="0" y="0"/>
          <a:chExt cx="0" cy="0"/>
        </a:xfrm>
      </p:grpSpPr>
      <p:sp>
        <p:nvSpPr>
          <p:cNvPr id="70" name="Google Shape;70;p6"/>
          <p:cNvSpPr txBox="1"/>
          <p:nvPr>
            <p:ph idx="1" type="subTitle"/>
          </p:nvPr>
        </p:nvSpPr>
        <p:spPr>
          <a:xfrm>
            <a:off x="7876950" y="4432750"/>
            <a:ext cx="12678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1" name="Google Shape;71;p6"/>
          <p:cNvSpPr txBox="1"/>
          <p:nvPr>
            <p:ph idx="2" type="subTitle"/>
          </p:nvPr>
        </p:nvSpPr>
        <p:spPr>
          <a:xfrm>
            <a:off x="6616523" y="4432750"/>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2" name="Google Shape;72;p6"/>
          <p:cNvSpPr txBox="1"/>
          <p:nvPr>
            <p:ph idx="3" type="subTitle"/>
          </p:nvPr>
        </p:nvSpPr>
        <p:spPr>
          <a:xfrm>
            <a:off x="5357423" y="4432750"/>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3" name="Google Shape;73;p6"/>
          <p:cNvSpPr txBox="1"/>
          <p:nvPr>
            <p:ph idx="4" type="subTitle"/>
          </p:nvPr>
        </p:nvSpPr>
        <p:spPr>
          <a:xfrm>
            <a:off x="4097348" y="4432750"/>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4" name="Google Shape;74;p6"/>
          <p:cNvSpPr txBox="1"/>
          <p:nvPr>
            <p:ph idx="5" type="subTitle"/>
          </p:nvPr>
        </p:nvSpPr>
        <p:spPr>
          <a:xfrm>
            <a:off x="2829250" y="4432750"/>
            <a:ext cx="1268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5" name="Google Shape;75;p6"/>
          <p:cNvSpPr txBox="1"/>
          <p:nvPr>
            <p:ph idx="6" type="subTitle"/>
          </p:nvPr>
        </p:nvSpPr>
        <p:spPr>
          <a:xfrm>
            <a:off x="7876950" y="2287525"/>
            <a:ext cx="12678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6" name="Google Shape;76;p6"/>
          <p:cNvSpPr txBox="1"/>
          <p:nvPr>
            <p:ph idx="7" type="subTitle"/>
          </p:nvPr>
        </p:nvSpPr>
        <p:spPr>
          <a:xfrm>
            <a:off x="6616523" y="2287525"/>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7" name="Google Shape;77;p6"/>
          <p:cNvSpPr txBox="1"/>
          <p:nvPr>
            <p:ph idx="8" type="subTitle"/>
          </p:nvPr>
        </p:nvSpPr>
        <p:spPr>
          <a:xfrm>
            <a:off x="5357423" y="2287525"/>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8" name="Google Shape;78;p6"/>
          <p:cNvSpPr txBox="1"/>
          <p:nvPr>
            <p:ph idx="9" type="subTitle"/>
          </p:nvPr>
        </p:nvSpPr>
        <p:spPr>
          <a:xfrm>
            <a:off x="4097348" y="2287525"/>
            <a:ext cx="1259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79" name="Google Shape;79;p6"/>
          <p:cNvSpPr txBox="1"/>
          <p:nvPr>
            <p:ph type="title"/>
          </p:nvPr>
        </p:nvSpPr>
        <p:spPr>
          <a:xfrm>
            <a:off x="519850" y="844700"/>
            <a:ext cx="2309400" cy="2142000"/>
          </a:xfrm>
          <a:prstGeom prst="rect">
            <a:avLst/>
          </a:prstGeom>
        </p:spPr>
        <p:txBody>
          <a:bodyPr anchorCtr="0" anchor="ctr" bIns="91425" lIns="182875" spcFirstLastPara="1" rIns="182875" wrap="square" tIns="91425">
            <a:noAutofit/>
          </a:bodyPr>
          <a:lstStyle>
            <a:lvl1pPr lvl="0"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200"/>
              <a:buFont typeface="Inter SemiBold"/>
              <a:buNone/>
              <a:defRPr sz="1200">
                <a:solidFill>
                  <a:schemeClr val="accent1"/>
                </a:solidFill>
                <a:latin typeface="Inter SemiBold"/>
                <a:ea typeface="Inter SemiBold"/>
                <a:cs typeface="Inter SemiBold"/>
                <a:sym typeface="Inter SemiBold"/>
              </a:defRPr>
            </a:lvl9pPr>
          </a:lstStyle>
          <a:p/>
        </p:txBody>
      </p:sp>
      <p:sp>
        <p:nvSpPr>
          <p:cNvPr id="80" name="Google Shape;80;p6"/>
          <p:cNvSpPr txBox="1"/>
          <p:nvPr>
            <p:ph idx="1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1" name="Google Shape;81;p6"/>
          <p:cNvSpPr txBox="1"/>
          <p:nvPr>
            <p:ph idx="14"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2" name="Google Shape;82;p6"/>
          <p:cNvSpPr txBox="1"/>
          <p:nvPr>
            <p:ph idx="1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3" name="Google Shape;83;p6"/>
          <p:cNvSpPr txBox="1"/>
          <p:nvPr>
            <p:ph idx="16"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84" name="Google Shape;84;p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5" name="Google Shape;85;p6"/>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6" name="Google Shape;86;p6"/>
          <p:cNvSpPr txBox="1"/>
          <p:nvPr>
            <p:ph idx="17" type="title"/>
          </p:nvPr>
        </p:nvSpPr>
        <p:spPr>
          <a:xfrm>
            <a:off x="519850" y="2986700"/>
            <a:ext cx="2309400" cy="2142000"/>
          </a:xfrm>
          <a:prstGeom prst="rect">
            <a:avLst/>
          </a:prstGeom>
        </p:spPr>
        <p:txBody>
          <a:bodyPr anchorCtr="0" anchor="ctr" bIns="91425" lIns="182875" spcFirstLastPara="1" rIns="182875" wrap="square" tIns="91425">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87" name="Google Shape;87;p6"/>
          <p:cNvSpPr txBox="1"/>
          <p:nvPr>
            <p:ph idx="18" type="subTitle"/>
          </p:nvPr>
        </p:nvSpPr>
        <p:spPr>
          <a:xfrm>
            <a:off x="2829250" y="2287525"/>
            <a:ext cx="1268100" cy="699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88" name="Google Shape;88;p6"/>
          <p:cNvSpPr/>
          <p:nvPr>
            <p:ph idx="19" type="pic"/>
          </p:nvPr>
        </p:nvSpPr>
        <p:spPr>
          <a:xfrm>
            <a:off x="2833325" y="844900"/>
            <a:ext cx="1259100" cy="1443000"/>
          </a:xfrm>
          <a:prstGeom prst="rect">
            <a:avLst/>
          </a:prstGeom>
          <a:noFill/>
          <a:ln>
            <a:noFill/>
          </a:ln>
        </p:spPr>
      </p:sp>
      <p:sp>
        <p:nvSpPr>
          <p:cNvPr id="89" name="Google Shape;89;p6"/>
          <p:cNvSpPr/>
          <p:nvPr>
            <p:ph idx="20" type="pic"/>
          </p:nvPr>
        </p:nvSpPr>
        <p:spPr>
          <a:xfrm>
            <a:off x="4102050" y="844900"/>
            <a:ext cx="1250100" cy="1443000"/>
          </a:xfrm>
          <a:prstGeom prst="rect">
            <a:avLst/>
          </a:prstGeom>
          <a:noFill/>
          <a:ln>
            <a:noFill/>
          </a:ln>
        </p:spPr>
      </p:sp>
      <p:sp>
        <p:nvSpPr>
          <p:cNvPr id="90" name="Google Shape;90;p6"/>
          <p:cNvSpPr/>
          <p:nvPr>
            <p:ph idx="21" type="pic"/>
          </p:nvPr>
        </p:nvSpPr>
        <p:spPr>
          <a:xfrm>
            <a:off x="5362100" y="844900"/>
            <a:ext cx="1250100" cy="1443000"/>
          </a:xfrm>
          <a:prstGeom prst="rect">
            <a:avLst/>
          </a:prstGeom>
          <a:noFill/>
          <a:ln>
            <a:noFill/>
          </a:ln>
        </p:spPr>
      </p:sp>
      <p:sp>
        <p:nvSpPr>
          <p:cNvPr id="91" name="Google Shape;91;p6"/>
          <p:cNvSpPr/>
          <p:nvPr>
            <p:ph idx="22" type="pic"/>
          </p:nvPr>
        </p:nvSpPr>
        <p:spPr>
          <a:xfrm>
            <a:off x="6622150" y="844900"/>
            <a:ext cx="1250100" cy="1443000"/>
          </a:xfrm>
          <a:prstGeom prst="rect">
            <a:avLst/>
          </a:prstGeom>
          <a:noFill/>
          <a:ln>
            <a:noFill/>
          </a:ln>
        </p:spPr>
      </p:sp>
      <p:sp>
        <p:nvSpPr>
          <p:cNvPr id="92" name="Google Shape;92;p6"/>
          <p:cNvSpPr/>
          <p:nvPr>
            <p:ph idx="23" type="pic"/>
          </p:nvPr>
        </p:nvSpPr>
        <p:spPr>
          <a:xfrm>
            <a:off x="7881550" y="844900"/>
            <a:ext cx="1262400" cy="1443000"/>
          </a:xfrm>
          <a:prstGeom prst="rect">
            <a:avLst/>
          </a:prstGeom>
          <a:noFill/>
          <a:ln>
            <a:noFill/>
          </a:ln>
        </p:spPr>
      </p:sp>
      <p:sp>
        <p:nvSpPr>
          <p:cNvPr id="93" name="Google Shape;93;p6"/>
          <p:cNvSpPr/>
          <p:nvPr>
            <p:ph idx="24" type="pic"/>
          </p:nvPr>
        </p:nvSpPr>
        <p:spPr>
          <a:xfrm>
            <a:off x="2833325" y="2991250"/>
            <a:ext cx="1259100" cy="1441800"/>
          </a:xfrm>
          <a:prstGeom prst="rect">
            <a:avLst/>
          </a:prstGeom>
          <a:noFill/>
          <a:ln>
            <a:noFill/>
          </a:ln>
        </p:spPr>
      </p:sp>
      <p:sp>
        <p:nvSpPr>
          <p:cNvPr id="94" name="Google Shape;94;p6"/>
          <p:cNvSpPr/>
          <p:nvPr>
            <p:ph idx="25" type="pic"/>
          </p:nvPr>
        </p:nvSpPr>
        <p:spPr>
          <a:xfrm>
            <a:off x="4102050" y="2991250"/>
            <a:ext cx="1250100" cy="1441800"/>
          </a:xfrm>
          <a:prstGeom prst="rect">
            <a:avLst/>
          </a:prstGeom>
          <a:noFill/>
          <a:ln>
            <a:noFill/>
          </a:ln>
        </p:spPr>
      </p:sp>
      <p:sp>
        <p:nvSpPr>
          <p:cNvPr id="95" name="Google Shape;95;p6"/>
          <p:cNvSpPr/>
          <p:nvPr>
            <p:ph idx="26" type="pic"/>
          </p:nvPr>
        </p:nvSpPr>
        <p:spPr>
          <a:xfrm>
            <a:off x="5362100" y="2991250"/>
            <a:ext cx="1250100" cy="1441800"/>
          </a:xfrm>
          <a:prstGeom prst="rect">
            <a:avLst/>
          </a:prstGeom>
          <a:noFill/>
          <a:ln>
            <a:noFill/>
          </a:ln>
        </p:spPr>
      </p:sp>
      <p:sp>
        <p:nvSpPr>
          <p:cNvPr id="96" name="Google Shape;96;p6"/>
          <p:cNvSpPr/>
          <p:nvPr>
            <p:ph idx="27" type="pic"/>
          </p:nvPr>
        </p:nvSpPr>
        <p:spPr>
          <a:xfrm>
            <a:off x="6622150" y="2991250"/>
            <a:ext cx="1250100" cy="1441800"/>
          </a:xfrm>
          <a:prstGeom prst="rect">
            <a:avLst/>
          </a:prstGeom>
          <a:noFill/>
          <a:ln>
            <a:noFill/>
          </a:ln>
        </p:spPr>
      </p:sp>
      <p:sp>
        <p:nvSpPr>
          <p:cNvPr id="97" name="Google Shape;97;p6"/>
          <p:cNvSpPr/>
          <p:nvPr>
            <p:ph idx="28" type="pic"/>
          </p:nvPr>
        </p:nvSpPr>
        <p:spPr>
          <a:xfrm>
            <a:off x="7881550" y="2991250"/>
            <a:ext cx="1262400" cy="14418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Milestones">
  <p:cSld name="BLANK_1_2_1">
    <p:bg>
      <p:bgPr>
        <a:solidFill>
          <a:schemeClr val="dk2"/>
        </a:solidFill>
      </p:bgPr>
    </p:bg>
    <p:spTree>
      <p:nvGrpSpPr>
        <p:cNvPr id="98" name="Shape 98"/>
        <p:cNvGrpSpPr/>
        <p:nvPr/>
      </p:nvGrpSpPr>
      <p:grpSpPr>
        <a:xfrm>
          <a:off x="0" y="0"/>
          <a:ext cx="0" cy="0"/>
          <a:chOff x="0" y="0"/>
          <a:chExt cx="0" cy="0"/>
        </a:xfrm>
      </p:grpSpPr>
      <p:sp>
        <p:nvSpPr>
          <p:cNvPr id="99" name="Google Shape;99;p7"/>
          <p:cNvSpPr txBox="1"/>
          <p:nvPr>
            <p:ph idx="1" type="body"/>
          </p:nvPr>
        </p:nvSpPr>
        <p:spPr>
          <a:xfrm>
            <a:off x="6777000" y="1805138"/>
            <a:ext cx="2053500" cy="8274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00" name="Google Shape;100;p7"/>
          <p:cNvSpPr txBox="1"/>
          <p:nvPr>
            <p:ph idx="2" type="body"/>
          </p:nvPr>
        </p:nvSpPr>
        <p:spPr>
          <a:xfrm>
            <a:off x="4684800" y="1755750"/>
            <a:ext cx="2086500" cy="1212600"/>
          </a:xfrm>
          <a:prstGeom prst="rect">
            <a:avLst/>
          </a:prstGeom>
        </p:spPr>
        <p:txBody>
          <a:bodyPr anchorCtr="0" anchor="t" bIns="0" lIns="182875" spcFirstLastPara="1" rIns="182875" wrap="square" tIns="0">
            <a:noAutofit/>
          </a:bodyPr>
          <a:lstStyle>
            <a:lvl1pPr indent="-292100" lvl="0" marL="457200">
              <a:lnSpc>
                <a:spcPct val="105000"/>
              </a:lnSpc>
              <a:spcBef>
                <a:spcPts val="0"/>
              </a:spcBef>
              <a:spcAft>
                <a:spcPts val="0"/>
              </a:spcAft>
              <a:buClr>
                <a:schemeClr val="dk2"/>
              </a:buClr>
              <a:buSzPts val="1000"/>
              <a:buFont typeface="Inter"/>
              <a:buChar char="●"/>
              <a:defRPr sz="1000">
                <a:solidFill>
                  <a:schemeClr val="dk2"/>
                </a:solidFill>
              </a:defRPr>
            </a:lvl1pPr>
            <a:lvl2pPr indent="-292100" lvl="1" marL="914400">
              <a:lnSpc>
                <a:spcPct val="105000"/>
              </a:lnSpc>
              <a:spcBef>
                <a:spcPts val="0"/>
              </a:spcBef>
              <a:spcAft>
                <a:spcPts val="0"/>
              </a:spcAft>
              <a:buClr>
                <a:schemeClr val="dk2"/>
              </a:buClr>
              <a:buSzPts val="1000"/>
              <a:buFont typeface="Inter"/>
              <a:buChar char="○"/>
              <a:defRPr sz="1000">
                <a:solidFill>
                  <a:schemeClr val="dk2"/>
                </a:solidFill>
              </a:defRPr>
            </a:lvl2pPr>
            <a:lvl3pPr indent="-292100" lvl="2" marL="1371600">
              <a:lnSpc>
                <a:spcPct val="105000"/>
              </a:lnSpc>
              <a:spcBef>
                <a:spcPts val="0"/>
              </a:spcBef>
              <a:spcAft>
                <a:spcPts val="0"/>
              </a:spcAft>
              <a:buClr>
                <a:schemeClr val="dk2"/>
              </a:buClr>
              <a:buSzPts val="1000"/>
              <a:buFont typeface="Inter"/>
              <a:buChar char="■"/>
              <a:defRPr sz="1000">
                <a:solidFill>
                  <a:schemeClr val="dk2"/>
                </a:solidFill>
              </a:defRPr>
            </a:lvl3pPr>
            <a:lvl4pPr indent="-292100" lvl="3" marL="1828800">
              <a:lnSpc>
                <a:spcPct val="105000"/>
              </a:lnSpc>
              <a:spcBef>
                <a:spcPts val="0"/>
              </a:spcBef>
              <a:spcAft>
                <a:spcPts val="0"/>
              </a:spcAft>
              <a:buClr>
                <a:schemeClr val="dk2"/>
              </a:buClr>
              <a:buSzPts val="1000"/>
              <a:buFont typeface="Inter"/>
              <a:buChar char="●"/>
              <a:defRPr sz="1000">
                <a:solidFill>
                  <a:schemeClr val="dk2"/>
                </a:solidFill>
              </a:defRPr>
            </a:lvl4pPr>
            <a:lvl5pPr indent="-292100" lvl="4" marL="2286000">
              <a:lnSpc>
                <a:spcPct val="105000"/>
              </a:lnSpc>
              <a:spcBef>
                <a:spcPts val="0"/>
              </a:spcBef>
              <a:spcAft>
                <a:spcPts val="0"/>
              </a:spcAft>
              <a:buClr>
                <a:schemeClr val="dk2"/>
              </a:buClr>
              <a:buSzPts val="1000"/>
              <a:buFont typeface="Inter"/>
              <a:buChar char="○"/>
              <a:defRPr sz="1000">
                <a:solidFill>
                  <a:schemeClr val="dk2"/>
                </a:solidFill>
              </a:defRPr>
            </a:lvl5pPr>
            <a:lvl6pPr indent="-292100" lvl="5" marL="2743200">
              <a:lnSpc>
                <a:spcPct val="105000"/>
              </a:lnSpc>
              <a:spcBef>
                <a:spcPts val="0"/>
              </a:spcBef>
              <a:spcAft>
                <a:spcPts val="0"/>
              </a:spcAft>
              <a:buClr>
                <a:schemeClr val="dk2"/>
              </a:buClr>
              <a:buSzPts val="1000"/>
              <a:buFont typeface="Inter"/>
              <a:buChar char="■"/>
              <a:defRPr sz="1000">
                <a:solidFill>
                  <a:schemeClr val="dk2"/>
                </a:solidFill>
              </a:defRPr>
            </a:lvl6pPr>
            <a:lvl7pPr indent="-292100" lvl="6" marL="3200400">
              <a:lnSpc>
                <a:spcPct val="105000"/>
              </a:lnSpc>
              <a:spcBef>
                <a:spcPts val="0"/>
              </a:spcBef>
              <a:spcAft>
                <a:spcPts val="0"/>
              </a:spcAft>
              <a:buClr>
                <a:schemeClr val="dk2"/>
              </a:buClr>
              <a:buSzPts val="1000"/>
              <a:buFont typeface="Inter"/>
              <a:buChar char="●"/>
              <a:defRPr sz="1000">
                <a:solidFill>
                  <a:schemeClr val="dk2"/>
                </a:solidFill>
              </a:defRPr>
            </a:lvl7pPr>
            <a:lvl8pPr indent="-292100" lvl="7" marL="3657600">
              <a:lnSpc>
                <a:spcPct val="105000"/>
              </a:lnSpc>
              <a:spcBef>
                <a:spcPts val="0"/>
              </a:spcBef>
              <a:spcAft>
                <a:spcPts val="0"/>
              </a:spcAft>
              <a:buClr>
                <a:schemeClr val="dk2"/>
              </a:buClr>
              <a:buSzPts val="1000"/>
              <a:buFont typeface="Inter"/>
              <a:buChar char="○"/>
              <a:defRPr sz="1000">
                <a:solidFill>
                  <a:schemeClr val="dk2"/>
                </a:solidFill>
              </a:defRPr>
            </a:lvl8pPr>
            <a:lvl9pPr indent="-292100" lvl="8" marL="4114800">
              <a:lnSpc>
                <a:spcPct val="105000"/>
              </a:lnSpc>
              <a:spcBef>
                <a:spcPts val="0"/>
              </a:spcBef>
              <a:spcAft>
                <a:spcPts val="0"/>
              </a:spcAft>
              <a:buClr>
                <a:schemeClr val="dk2"/>
              </a:buClr>
              <a:buSzPts val="1000"/>
              <a:buFont typeface="Inter"/>
              <a:buChar char="■"/>
              <a:defRPr sz="1000">
                <a:solidFill>
                  <a:schemeClr val="dk2"/>
                </a:solidFill>
              </a:defRPr>
            </a:lvl9pPr>
          </a:lstStyle>
          <a:p/>
        </p:txBody>
      </p:sp>
      <p:sp>
        <p:nvSpPr>
          <p:cNvPr id="101" name="Google Shape;101;p7"/>
          <p:cNvSpPr txBox="1"/>
          <p:nvPr>
            <p:ph idx="3" type="body"/>
          </p:nvPr>
        </p:nvSpPr>
        <p:spPr>
          <a:xfrm>
            <a:off x="4684800" y="3390775"/>
            <a:ext cx="2086500" cy="609600"/>
          </a:xfrm>
          <a:prstGeom prst="rect">
            <a:avLst/>
          </a:prstGeom>
        </p:spPr>
        <p:txBody>
          <a:bodyPr anchorCtr="0" anchor="t" bIns="0" lIns="182875" spcFirstLastPara="1" rIns="182875" wrap="square" tIns="0">
            <a:noAutofit/>
          </a:bodyPr>
          <a:lstStyle>
            <a:lvl1pPr indent="-292100" lvl="0" marL="457200">
              <a:lnSpc>
                <a:spcPct val="105000"/>
              </a:lnSpc>
              <a:spcBef>
                <a:spcPts val="0"/>
              </a:spcBef>
              <a:spcAft>
                <a:spcPts val="0"/>
              </a:spcAft>
              <a:buClr>
                <a:schemeClr val="dk2"/>
              </a:buClr>
              <a:buSzPts val="1000"/>
              <a:buFont typeface="Inter"/>
              <a:buChar char="●"/>
              <a:defRPr sz="1000">
                <a:solidFill>
                  <a:schemeClr val="dk2"/>
                </a:solidFill>
              </a:defRPr>
            </a:lvl1pPr>
            <a:lvl2pPr indent="-292100" lvl="1" marL="914400">
              <a:lnSpc>
                <a:spcPct val="105000"/>
              </a:lnSpc>
              <a:spcBef>
                <a:spcPts val="0"/>
              </a:spcBef>
              <a:spcAft>
                <a:spcPts val="0"/>
              </a:spcAft>
              <a:buClr>
                <a:schemeClr val="dk2"/>
              </a:buClr>
              <a:buSzPts val="1000"/>
              <a:buFont typeface="Inter"/>
              <a:buChar char="○"/>
              <a:defRPr sz="1000">
                <a:solidFill>
                  <a:schemeClr val="dk2"/>
                </a:solidFill>
              </a:defRPr>
            </a:lvl2pPr>
            <a:lvl3pPr indent="-292100" lvl="2" marL="1371600">
              <a:lnSpc>
                <a:spcPct val="105000"/>
              </a:lnSpc>
              <a:spcBef>
                <a:spcPts val="0"/>
              </a:spcBef>
              <a:spcAft>
                <a:spcPts val="0"/>
              </a:spcAft>
              <a:buClr>
                <a:schemeClr val="dk2"/>
              </a:buClr>
              <a:buSzPts val="1000"/>
              <a:buFont typeface="Inter"/>
              <a:buChar char="■"/>
              <a:defRPr sz="1000">
                <a:solidFill>
                  <a:schemeClr val="dk2"/>
                </a:solidFill>
              </a:defRPr>
            </a:lvl3pPr>
            <a:lvl4pPr indent="-292100" lvl="3" marL="1828800">
              <a:lnSpc>
                <a:spcPct val="105000"/>
              </a:lnSpc>
              <a:spcBef>
                <a:spcPts val="0"/>
              </a:spcBef>
              <a:spcAft>
                <a:spcPts val="0"/>
              </a:spcAft>
              <a:buClr>
                <a:schemeClr val="dk2"/>
              </a:buClr>
              <a:buSzPts val="1000"/>
              <a:buFont typeface="Inter"/>
              <a:buChar char="●"/>
              <a:defRPr sz="1000">
                <a:solidFill>
                  <a:schemeClr val="dk2"/>
                </a:solidFill>
              </a:defRPr>
            </a:lvl4pPr>
            <a:lvl5pPr indent="-292100" lvl="4" marL="2286000">
              <a:lnSpc>
                <a:spcPct val="105000"/>
              </a:lnSpc>
              <a:spcBef>
                <a:spcPts val="0"/>
              </a:spcBef>
              <a:spcAft>
                <a:spcPts val="0"/>
              </a:spcAft>
              <a:buClr>
                <a:schemeClr val="dk2"/>
              </a:buClr>
              <a:buSzPts val="1000"/>
              <a:buFont typeface="Inter"/>
              <a:buChar char="○"/>
              <a:defRPr sz="1000">
                <a:solidFill>
                  <a:schemeClr val="dk2"/>
                </a:solidFill>
              </a:defRPr>
            </a:lvl5pPr>
            <a:lvl6pPr indent="-292100" lvl="5" marL="2743200">
              <a:lnSpc>
                <a:spcPct val="105000"/>
              </a:lnSpc>
              <a:spcBef>
                <a:spcPts val="0"/>
              </a:spcBef>
              <a:spcAft>
                <a:spcPts val="0"/>
              </a:spcAft>
              <a:buClr>
                <a:schemeClr val="dk2"/>
              </a:buClr>
              <a:buSzPts val="1000"/>
              <a:buFont typeface="Inter"/>
              <a:buChar char="■"/>
              <a:defRPr sz="1000">
                <a:solidFill>
                  <a:schemeClr val="dk2"/>
                </a:solidFill>
              </a:defRPr>
            </a:lvl6pPr>
            <a:lvl7pPr indent="-292100" lvl="6" marL="3200400">
              <a:lnSpc>
                <a:spcPct val="105000"/>
              </a:lnSpc>
              <a:spcBef>
                <a:spcPts val="0"/>
              </a:spcBef>
              <a:spcAft>
                <a:spcPts val="0"/>
              </a:spcAft>
              <a:buClr>
                <a:schemeClr val="dk2"/>
              </a:buClr>
              <a:buSzPts val="1000"/>
              <a:buFont typeface="Inter"/>
              <a:buChar char="●"/>
              <a:defRPr sz="1000">
                <a:solidFill>
                  <a:schemeClr val="dk2"/>
                </a:solidFill>
              </a:defRPr>
            </a:lvl7pPr>
            <a:lvl8pPr indent="-292100" lvl="7" marL="3657600">
              <a:lnSpc>
                <a:spcPct val="105000"/>
              </a:lnSpc>
              <a:spcBef>
                <a:spcPts val="0"/>
              </a:spcBef>
              <a:spcAft>
                <a:spcPts val="0"/>
              </a:spcAft>
              <a:buClr>
                <a:schemeClr val="dk2"/>
              </a:buClr>
              <a:buSzPts val="1000"/>
              <a:buFont typeface="Inter"/>
              <a:buChar char="○"/>
              <a:defRPr sz="1000">
                <a:solidFill>
                  <a:schemeClr val="dk2"/>
                </a:solidFill>
              </a:defRPr>
            </a:lvl8pPr>
            <a:lvl9pPr indent="-292100" lvl="8" marL="4114800">
              <a:lnSpc>
                <a:spcPct val="105000"/>
              </a:lnSpc>
              <a:spcBef>
                <a:spcPts val="0"/>
              </a:spcBef>
              <a:spcAft>
                <a:spcPts val="0"/>
              </a:spcAft>
              <a:buClr>
                <a:schemeClr val="dk2"/>
              </a:buClr>
              <a:buSzPts val="1000"/>
              <a:buFont typeface="Inter"/>
              <a:buChar char="■"/>
              <a:defRPr sz="1000">
                <a:solidFill>
                  <a:schemeClr val="dk2"/>
                </a:solidFill>
              </a:defRPr>
            </a:lvl9pPr>
          </a:lstStyle>
          <a:p/>
        </p:txBody>
      </p:sp>
      <p:sp>
        <p:nvSpPr>
          <p:cNvPr id="102" name="Google Shape;102;p7"/>
          <p:cNvSpPr txBox="1"/>
          <p:nvPr>
            <p:ph idx="4" type="subTitle"/>
          </p:nvPr>
        </p:nvSpPr>
        <p:spPr>
          <a:xfrm>
            <a:off x="6778383" y="3350950"/>
            <a:ext cx="20535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03" name="Google Shape;103;p7"/>
          <p:cNvSpPr txBox="1"/>
          <p:nvPr>
            <p:ph idx="5" type="subTitle"/>
          </p:nvPr>
        </p:nvSpPr>
        <p:spPr>
          <a:xfrm>
            <a:off x="6778457" y="3535750"/>
            <a:ext cx="20535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04" name="Google Shape;104;p7"/>
          <p:cNvSpPr txBox="1"/>
          <p:nvPr>
            <p:ph idx="6" type="body"/>
          </p:nvPr>
        </p:nvSpPr>
        <p:spPr>
          <a:xfrm>
            <a:off x="6777000" y="3955275"/>
            <a:ext cx="2053500" cy="8274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05" name="Google Shape;105;p7"/>
          <p:cNvSpPr txBox="1"/>
          <p:nvPr>
            <p:ph idx="7" type="subTitle"/>
          </p:nvPr>
        </p:nvSpPr>
        <p:spPr>
          <a:xfrm>
            <a:off x="6778383" y="1200813"/>
            <a:ext cx="20535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06" name="Google Shape;106;p7"/>
          <p:cNvSpPr txBox="1"/>
          <p:nvPr>
            <p:ph idx="8" type="subTitle"/>
          </p:nvPr>
        </p:nvSpPr>
        <p:spPr>
          <a:xfrm>
            <a:off x="6778457" y="1385613"/>
            <a:ext cx="20535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07" name="Google Shape;107;p7"/>
          <p:cNvSpPr txBox="1"/>
          <p:nvPr>
            <p:ph idx="9" type="subTitle"/>
          </p:nvPr>
        </p:nvSpPr>
        <p:spPr>
          <a:xfrm>
            <a:off x="518725" y="1576950"/>
            <a:ext cx="20793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08" name="Google Shape;108;p7"/>
          <p:cNvSpPr txBox="1"/>
          <p:nvPr>
            <p:ph idx="13" type="subTitle"/>
          </p:nvPr>
        </p:nvSpPr>
        <p:spPr>
          <a:xfrm>
            <a:off x="518800" y="1761750"/>
            <a:ext cx="20793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09" name="Google Shape;109;p7"/>
          <p:cNvSpPr txBox="1"/>
          <p:nvPr>
            <p:ph idx="14" type="body"/>
          </p:nvPr>
        </p:nvSpPr>
        <p:spPr>
          <a:xfrm>
            <a:off x="517325" y="2181275"/>
            <a:ext cx="2079300" cy="1885200"/>
          </a:xfrm>
          <a:prstGeom prst="rect">
            <a:avLst/>
          </a:prstGeom>
        </p:spPr>
        <p:txBody>
          <a:bodyPr anchorCtr="0" anchor="t" bIns="14630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0" name="Google Shape;110;p7"/>
          <p:cNvSpPr txBox="1"/>
          <p:nvPr>
            <p:ph idx="15" type="subTitle"/>
          </p:nvPr>
        </p:nvSpPr>
        <p:spPr>
          <a:xfrm>
            <a:off x="2599579" y="1576950"/>
            <a:ext cx="20850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111" name="Google Shape;111;p7"/>
          <p:cNvSpPr txBox="1"/>
          <p:nvPr>
            <p:ph idx="16" type="subTitle"/>
          </p:nvPr>
        </p:nvSpPr>
        <p:spPr>
          <a:xfrm>
            <a:off x="2599654" y="1761750"/>
            <a:ext cx="2085000" cy="314100"/>
          </a:xfrm>
          <a:prstGeom prst="rect">
            <a:avLst/>
          </a:prstGeom>
        </p:spPr>
        <p:txBody>
          <a:bodyPr anchorCtr="0" anchor="b" bIns="0" lIns="182875" spcFirstLastPara="1" rIns="91425" wrap="square" tIns="0">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112" name="Google Shape;112;p7"/>
          <p:cNvSpPr txBox="1"/>
          <p:nvPr>
            <p:ph idx="17" type="body"/>
          </p:nvPr>
        </p:nvSpPr>
        <p:spPr>
          <a:xfrm>
            <a:off x="2598175" y="2181275"/>
            <a:ext cx="2085000" cy="1885200"/>
          </a:xfrm>
          <a:prstGeom prst="rect">
            <a:avLst/>
          </a:prstGeom>
        </p:spPr>
        <p:txBody>
          <a:bodyPr anchorCtr="0" anchor="t" bIns="146300" lIns="182875" spcFirstLastPara="1" rIns="182875" wrap="square" tIns="0">
            <a:noAutofit/>
          </a:bodyPr>
          <a:lstStyle>
            <a:lvl1pPr indent="-292100" lvl="0" marL="457200">
              <a:spcBef>
                <a:spcPts val="0"/>
              </a:spcBef>
              <a:spcAft>
                <a:spcPts val="0"/>
              </a:spcAft>
              <a:buClr>
                <a:schemeClr val="dk2"/>
              </a:buClr>
              <a:buSzPts val="1000"/>
              <a:buFont typeface="Inter"/>
              <a:buChar char="●"/>
              <a:defRPr sz="1000">
                <a:solidFill>
                  <a:schemeClr val="dk2"/>
                </a:solidFill>
              </a:defRPr>
            </a:lvl1pPr>
            <a:lvl2pPr indent="-292100" lvl="1" marL="914400">
              <a:spcBef>
                <a:spcPts val="0"/>
              </a:spcBef>
              <a:spcAft>
                <a:spcPts val="0"/>
              </a:spcAft>
              <a:buClr>
                <a:schemeClr val="dk2"/>
              </a:buClr>
              <a:buSzPts val="1000"/>
              <a:buFont typeface="Inter"/>
              <a:buChar char="○"/>
              <a:defRPr sz="1000">
                <a:solidFill>
                  <a:schemeClr val="dk2"/>
                </a:solidFill>
              </a:defRPr>
            </a:lvl2pPr>
            <a:lvl3pPr indent="-292100" lvl="2" marL="1371600">
              <a:spcBef>
                <a:spcPts val="0"/>
              </a:spcBef>
              <a:spcAft>
                <a:spcPts val="0"/>
              </a:spcAft>
              <a:buClr>
                <a:schemeClr val="dk2"/>
              </a:buClr>
              <a:buSzPts val="1000"/>
              <a:buFont typeface="Inter"/>
              <a:buChar char="■"/>
              <a:defRPr sz="1000">
                <a:solidFill>
                  <a:schemeClr val="dk2"/>
                </a:solidFill>
              </a:defRPr>
            </a:lvl3pPr>
            <a:lvl4pPr indent="-292100" lvl="3" marL="1828800">
              <a:spcBef>
                <a:spcPts val="0"/>
              </a:spcBef>
              <a:spcAft>
                <a:spcPts val="0"/>
              </a:spcAft>
              <a:buClr>
                <a:schemeClr val="dk2"/>
              </a:buClr>
              <a:buSzPts val="1000"/>
              <a:buFont typeface="Inter"/>
              <a:buChar char="●"/>
              <a:defRPr sz="1000">
                <a:solidFill>
                  <a:schemeClr val="dk2"/>
                </a:solidFill>
              </a:defRPr>
            </a:lvl4pPr>
            <a:lvl5pPr indent="-292100" lvl="4" marL="2286000">
              <a:spcBef>
                <a:spcPts val="0"/>
              </a:spcBef>
              <a:spcAft>
                <a:spcPts val="0"/>
              </a:spcAft>
              <a:buClr>
                <a:schemeClr val="dk2"/>
              </a:buClr>
              <a:buSzPts val="1000"/>
              <a:buFont typeface="Inter"/>
              <a:buChar char="○"/>
              <a:defRPr sz="1000">
                <a:solidFill>
                  <a:schemeClr val="dk2"/>
                </a:solidFill>
              </a:defRPr>
            </a:lvl5pPr>
            <a:lvl6pPr indent="-292100" lvl="5" marL="2743200">
              <a:spcBef>
                <a:spcPts val="0"/>
              </a:spcBef>
              <a:spcAft>
                <a:spcPts val="0"/>
              </a:spcAft>
              <a:buClr>
                <a:schemeClr val="dk2"/>
              </a:buClr>
              <a:buSzPts val="1000"/>
              <a:buFont typeface="Inter"/>
              <a:buChar char="■"/>
              <a:defRPr sz="1000">
                <a:solidFill>
                  <a:schemeClr val="dk2"/>
                </a:solidFill>
              </a:defRPr>
            </a:lvl6pPr>
            <a:lvl7pPr indent="-292100" lvl="6" marL="3200400">
              <a:spcBef>
                <a:spcPts val="0"/>
              </a:spcBef>
              <a:spcAft>
                <a:spcPts val="0"/>
              </a:spcAft>
              <a:buClr>
                <a:schemeClr val="dk2"/>
              </a:buClr>
              <a:buSzPts val="1000"/>
              <a:buFont typeface="Inter"/>
              <a:buChar char="●"/>
              <a:defRPr sz="1000">
                <a:solidFill>
                  <a:schemeClr val="dk2"/>
                </a:solidFill>
              </a:defRPr>
            </a:lvl7pPr>
            <a:lvl8pPr indent="-292100" lvl="7" marL="3657600">
              <a:spcBef>
                <a:spcPts val="0"/>
              </a:spcBef>
              <a:spcAft>
                <a:spcPts val="0"/>
              </a:spcAft>
              <a:buClr>
                <a:schemeClr val="dk2"/>
              </a:buClr>
              <a:buSzPts val="1000"/>
              <a:buFont typeface="Inter"/>
              <a:buChar char="○"/>
              <a:defRPr sz="1000">
                <a:solidFill>
                  <a:schemeClr val="dk2"/>
                </a:solidFill>
              </a:defRPr>
            </a:lvl8pPr>
            <a:lvl9pPr indent="-292100" lvl="8" marL="4114800">
              <a:spcBef>
                <a:spcPts val="0"/>
              </a:spcBef>
              <a:spcAft>
                <a:spcPts val="0"/>
              </a:spcAft>
              <a:buClr>
                <a:schemeClr val="dk2"/>
              </a:buClr>
              <a:buSzPts val="1000"/>
              <a:buFont typeface="Inter"/>
              <a:buChar char="■"/>
              <a:defRPr sz="1000">
                <a:solidFill>
                  <a:schemeClr val="dk2"/>
                </a:solidFill>
              </a:defRPr>
            </a:lvl9pPr>
          </a:lstStyle>
          <a:p/>
        </p:txBody>
      </p:sp>
      <p:sp>
        <p:nvSpPr>
          <p:cNvPr id="113" name="Google Shape;113;p7"/>
          <p:cNvSpPr txBox="1"/>
          <p:nvPr>
            <p:ph idx="18"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14" name="Google Shape;114;p7"/>
          <p:cNvSpPr txBox="1"/>
          <p:nvPr>
            <p:ph idx="19"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15" name="Google Shape;115;p7"/>
          <p:cNvSpPr txBox="1"/>
          <p:nvPr>
            <p:ph idx="20"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16" name="Google Shape;116;p7"/>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117" name="Google Shape;117;p7"/>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18" name="Google Shape;118;p7"/>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119" name="Google Shape;119;p7"/>
          <p:cNvSpPr txBox="1"/>
          <p:nvPr>
            <p:ph idx="21" type="title"/>
          </p:nvPr>
        </p:nvSpPr>
        <p:spPr>
          <a:xfrm>
            <a:off x="518575" y="3955025"/>
            <a:ext cx="2079300" cy="1188600"/>
          </a:xfrm>
          <a:prstGeom prst="rect">
            <a:avLst/>
          </a:prstGeom>
        </p:spPr>
        <p:txBody>
          <a:bodyPr anchorCtr="0" anchor="ctr" bIns="0" lIns="182875" spcFirstLastPara="1" rIns="0" wrap="square" tIns="0">
            <a:noAutofit/>
          </a:bodyPr>
          <a:lstStyle>
            <a:lvl1pPr lvl="0">
              <a:spcBef>
                <a:spcPts val="0"/>
              </a:spcBef>
              <a:spcAft>
                <a:spcPts val="0"/>
              </a:spcAft>
              <a:buClr>
                <a:schemeClr val="accent3"/>
              </a:buClr>
              <a:buSzPts val="5500"/>
              <a:buFont typeface="Gowun Batang"/>
              <a:buChar char="●"/>
              <a:defRPr sz="5500">
                <a:solidFill>
                  <a:schemeClr val="accent3"/>
                </a:solidFill>
              </a:defRPr>
            </a:lvl1pPr>
            <a:lvl2pPr lvl="1">
              <a:spcBef>
                <a:spcPts val="0"/>
              </a:spcBef>
              <a:spcAft>
                <a:spcPts val="0"/>
              </a:spcAft>
              <a:buClr>
                <a:schemeClr val="accent3"/>
              </a:buClr>
              <a:buSzPts val="5500"/>
              <a:buFont typeface="Gowun Batang"/>
              <a:buChar char="○"/>
              <a:defRPr sz="5500">
                <a:solidFill>
                  <a:schemeClr val="accent3"/>
                </a:solidFill>
              </a:defRPr>
            </a:lvl2pPr>
            <a:lvl3pPr lvl="2">
              <a:spcBef>
                <a:spcPts val="0"/>
              </a:spcBef>
              <a:spcAft>
                <a:spcPts val="0"/>
              </a:spcAft>
              <a:buClr>
                <a:schemeClr val="accent3"/>
              </a:buClr>
              <a:buSzPts val="5500"/>
              <a:buFont typeface="Gowun Batang"/>
              <a:buChar char="■"/>
              <a:defRPr sz="5500">
                <a:solidFill>
                  <a:schemeClr val="accent3"/>
                </a:solidFill>
              </a:defRPr>
            </a:lvl3pPr>
            <a:lvl4pPr lvl="3">
              <a:spcBef>
                <a:spcPts val="0"/>
              </a:spcBef>
              <a:spcAft>
                <a:spcPts val="0"/>
              </a:spcAft>
              <a:buClr>
                <a:schemeClr val="accent3"/>
              </a:buClr>
              <a:buSzPts val="5500"/>
              <a:buFont typeface="Gowun Batang"/>
              <a:buChar char="●"/>
              <a:defRPr sz="5500">
                <a:solidFill>
                  <a:schemeClr val="accent3"/>
                </a:solidFill>
              </a:defRPr>
            </a:lvl4pPr>
            <a:lvl5pPr lvl="4">
              <a:spcBef>
                <a:spcPts val="0"/>
              </a:spcBef>
              <a:spcAft>
                <a:spcPts val="0"/>
              </a:spcAft>
              <a:buClr>
                <a:schemeClr val="accent3"/>
              </a:buClr>
              <a:buSzPts val="5500"/>
              <a:buFont typeface="Gowun Batang"/>
              <a:buChar char="○"/>
              <a:defRPr sz="5500">
                <a:solidFill>
                  <a:schemeClr val="accent3"/>
                </a:solidFill>
              </a:defRPr>
            </a:lvl5pPr>
            <a:lvl6pPr lvl="5">
              <a:spcBef>
                <a:spcPts val="0"/>
              </a:spcBef>
              <a:spcAft>
                <a:spcPts val="0"/>
              </a:spcAft>
              <a:buClr>
                <a:schemeClr val="accent3"/>
              </a:buClr>
              <a:buSzPts val="5500"/>
              <a:buFont typeface="Gowun Batang"/>
              <a:buChar char="■"/>
              <a:defRPr sz="5500">
                <a:solidFill>
                  <a:schemeClr val="accent3"/>
                </a:solidFill>
              </a:defRPr>
            </a:lvl6pPr>
            <a:lvl7pPr lvl="6">
              <a:spcBef>
                <a:spcPts val="0"/>
              </a:spcBef>
              <a:spcAft>
                <a:spcPts val="0"/>
              </a:spcAft>
              <a:buClr>
                <a:schemeClr val="accent3"/>
              </a:buClr>
              <a:buSzPts val="5500"/>
              <a:buFont typeface="Gowun Batang"/>
              <a:buChar char="●"/>
              <a:defRPr sz="5500">
                <a:solidFill>
                  <a:schemeClr val="accent3"/>
                </a:solidFill>
              </a:defRPr>
            </a:lvl7pPr>
            <a:lvl8pPr lvl="7">
              <a:spcBef>
                <a:spcPts val="0"/>
              </a:spcBef>
              <a:spcAft>
                <a:spcPts val="0"/>
              </a:spcAft>
              <a:buClr>
                <a:schemeClr val="accent3"/>
              </a:buClr>
              <a:buSzPts val="5500"/>
              <a:buFont typeface="Gowun Batang"/>
              <a:buChar char="○"/>
              <a:defRPr sz="5500">
                <a:solidFill>
                  <a:schemeClr val="accent3"/>
                </a:solidFill>
              </a:defRPr>
            </a:lvl8pPr>
            <a:lvl9pPr lvl="8">
              <a:spcBef>
                <a:spcPts val="0"/>
              </a:spcBef>
              <a:spcAft>
                <a:spcPts val="0"/>
              </a:spcAft>
              <a:buClr>
                <a:schemeClr val="accent3"/>
              </a:buClr>
              <a:buSzPts val="5500"/>
              <a:buFont typeface="Gowun Batang"/>
              <a:buChar char="■"/>
              <a:defRPr sz="5500">
                <a:solidFill>
                  <a:schemeClr val="accent3"/>
                </a:solidFill>
              </a:defRPr>
            </a:lvl9pPr>
          </a:lstStyle>
          <a:p/>
        </p:txBody>
      </p:sp>
      <p:sp>
        <p:nvSpPr>
          <p:cNvPr id="120" name="Google Shape;120;p7"/>
          <p:cNvSpPr txBox="1"/>
          <p:nvPr>
            <p:ph idx="22" type="title"/>
          </p:nvPr>
        </p:nvSpPr>
        <p:spPr>
          <a:xfrm>
            <a:off x="2596700" y="3955025"/>
            <a:ext cx="2086500" cy="1188600"/>
          </a:xfrm>
          <a:prstGeom prst="rect">
            <a:avLst/>
          </a:prstGeom>
        </p:spPr>
        <p:txBody>
          <a:bodyPr anchorCtr="0" anchor="ctr" bIns="0" lIns="182875" spcFirstLastPara="1" rIns="0" wrap="square" tIns="0">
            <a:noAutofit/>
          </a:bodyPr>
          <a:lstStyle>
            <a:lvl1pPr lvl="0">
              <a:spcBef>
                <a:spcPts val="0"/>
              </a:spcBef>
              <a:spcAft>
                <a:spcPts val="0"/>
              </a:spcAft>
              <a:buClr>
                <a:schemeClr val="accent3"/>
              </a:buClr>
              <a:buSzPts val="5500"/>
              <a:buFont typeface="Gowun Batang"/>
              <a:buChar char="●"/>
              <a:defRPr sz="5500">
                <a:solidFill>
                  <a:schemeClr val="accent3"/>
                </a:solidFill>
              </a:defRPr>
            </a:lvl1pPr>
            <a:lvl2pPr lvl="1">
              <a:spcBef>
                <a:spcPts val="0"/>
              </a:spcBef>
              <a:spcAft>
                <a:spcPts val="0"/>
              </a:spcAft>
              <a:buClr>
                <a:schemeClr val="accent3"/>
              </a:buClr>
              <a:buSzPts val="5500"/>
              <a:buFont typeface="Gowun Batang"/>
              <a:buChar char="○"/>
              <a:defRPr sz="5500">
                <a:solidFill>
                  <a:schemeClr val="accent3"/>
                </a:solidFill>
              </a:defRPr>
            </a:lvl2pPr>
            <a:lvl3pPr lvl="2">
              <a:spcBef>
                <a:spcPts val="0"/>
              </a:spcBef>
              <a:spcAft>
                <a:spcPts val="0"/>
              </a:spcAft>
              <a:buClr>
                <a:schemeClr val="accent3"/>
              </a:buClr>
              <a:buSzPts val="5500"/>
              <a:buFont typeface="Gowun Batang"/>
              <a:buChar char="■"/>
              <a:defRPr sz="5500">
                <a:solidFill>
                  <a:schemeClr val="accent3"/>
                </a:solidFill>
              </a:defRPr>
            </a:lvl3pPr>
            <a:lvl4pPr lvl="3">
              <a:spcBef>
                <a:spcPts val="0"/>
              </a:spcBef>
              <a:spcAft>
                <a:spcPts val="0"/>
              </a:spcAft>
              <a:buClr>
                <a:schemeClr val="accent3"/>
              </a:buClr>
              <a:buSzPts val="5500"/>
              <a:buFont typeface="Gowun Batang"/>
              <a:buChar char="●"/>
              <a:defRPr sz="5500">
                <a:solidFill>
                  <a:schemeClr val="accent3"/>
                </a:solidFill>
              </a:defRPr>
            </a:lvl4pPr>
            <a:lvl5pPr lvl="4">
              <a:spcBef>
                <a:spcPts val="0"/>
              </a:spcBef>
              <a:spcAft>
                <a:spcPts val="0"/>
              </a:spcAft>
              <a:buClr>
                <a:schemeClr val="accent3"/>
              </a:buClr>
              <a:buSzPts val="5500"/>
              <a:buFont typeface="Gowun Batang"/>
              <a:buChar char="○"/>
              <a:defRPr sz="5500">
                <a:solidFill>
                  <a:schemeClr val="accent3"/>
                </a:solidFill>
              </a:defRPr>
            </a:lvl5pPr>
            <a:lvl6pPr lvl="5">
              <a:spcBef>
                <a:spcPts val="0"/>
              </a:spcBef>
              <a:spcAft>
                <a:spcPts val="0"/>
              </a:spcAft>
              <a:buClr>
                <a:schemeClr val="accent3"/>
              </a:buClr>
              <a:buSzPts val="5500"/>
              <a:buFont typeface="Gowun Batang"/>
              <a:buChar char="■"/>
              <a:defRPr sz="5500">
                <a:solidFill>
                  <a:schemeClr val="accent3"/>
                </a:solidFill>
              </a:defRPr>
            </a:lvl6pPr>
            <a:lvl7pPr lvl="6">
              <a:spcBef>
                <a:spcPts val="0"/>
              </a:spcBef>
              <a:spcAft>
                <a:spcPts val="0"/>
              </a:spcAft>
              <a:buClr>
                <a:schemeClr val="accent3"/>
              </a:buClr>
              <a:buSzPts val="5500"/>
              <a:buFont typeface="Gowun Batang"/>
              <a:buChar char="●"/>
              <a:defRPr sz="5500">
                <a:solidFill>
                  <a:schemeClr val="accent3"/>
                </a:solidFill>
              </a:defRPr>
            </a:lvl7pPr>
            <a:lvl8pPr lvl="7">
              <a:spcBef>
                <a:spcPts val="0"/>
              </a:spcBef>
              <a:spcAft>
                <a:spcPts val="0"/>
              </a:spcAft>
              <a:buClr>
                <a:schemeClr val="accent3"/>
              </a:buClr>
              <a:buSzPts val="5500"/>
              <a:buFont typeface="Gowun Batang"/>
              <a:buChar char="○"/>
              <a:defRPr sz="5500">
                <a:solidFill>
                  <a:schemeClr val="accent3"/>
                </a:solidFill>
              </a:defRPr>
            </a:lvl8pPr>
            <a:lvl9pPr lvl="8">
              <a:spcBef>
                <a:spcPts val="0"/>
              </a:spcBef>
              <a:spcAft>
                <a:spcPts val="0"/>
              </a:spcAft>
              <a:buClr>
                <a:schemeClr val="accent3"/>
              </a:buClr>
              <a:buSzPts val="5500"/>
              <a:buFont typeface="Gowun Batang"/>
              <a:buChar char="■"/>
              <a:defRPr sz="5500">
                <a:solidFill>
                  <a:schemeClr val="accent3"/>
                </a:solidFill>
              </a:defRPr>
            </a:lvl9pPr>
          </a:lstStyle>
          <a:p/>
        </p:txBody>
      </p:sp>
      <p:sp>
        <p:nvSpPr>
          <p:cNvPr id="121" name="Google Shape;121;p7"/>
          <p:cNvSpPr txBox="1"/>
          <p:nvPr>
            <p:ph idx="23" type="subTitle"/>
          </p:nvPr>
        </p:nvSpPr>
        <p:spPr>
          <a:xfrm>
            <a:off x="4684800" y="1002050"/>
            <a:ext cx="2086500" cy="153900"/>
          </a:xfrm>
          <a:prstGeom prst="rect">
            <a:avLst/>
          </a:prstGeom>
        </p:spPr>
        <p:txBody>
          <a:bodyPr anchorCtr="0" anchor="t" bIns="0" lIns="182875" spcFirstLastPara="1" rIns="18287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22" name="Google Shape;122;p7"/>
          <p:cNvSpPr txBox="1"/>
          <p:nvPr>
            <p:ph idx="24" type="subTitle"/>
          </p:nvPr>
        </p:nvSpPr>
        <p:spPr>
          <a:xfrm>
            <a:off x="4684871" y="1186850"/>
            <a:ext cx="2086500" cy="480300"/>
          </a:xfrm>
          <a:prstGeom prst="rect">
            <a:avLst/>
          </a:prstGeom>
        </p:spPr>
        <p:txBody>
          <a:bodyPr anchorCtr="0" anchor="b" bIns="0" lIns="182875" spcFirstLastPara="1" rIns="9142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23" name="Google Shape;123;p7"/>
          <p:cNvSpPr txBox="1"/>
          <p:nvPr>
            <p:ph idx="25" type="subTitle"/>
          </p:nvPr>
        </p:nvSpPr>
        <p:spPr>
          <a:xfrm>
            <a:off x="4684875" y="3088650"/>
            <a:ext cx="2086500" cy="243000"/>
          </a:xfrm>
          <a:prstGeom prst="rect">
            <a:avLst/>
          </a:prstGeom>
        </p:spPr>
        <p:txBody>
          <a:bodyPr anchorCtr="0" anchor="b" bIns="0" lIns="182875" spcFirstLastPara="1" rIns="9142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24" name="Google Shape;124;p7"/>
          <p:cNvSpPr txBox="1"/>
          <p:nvPr>
            <p:ph idx="26" type="subTitle"/>
          </p:nvPr>
        </p:nvSpPr>
        <p:spPr>
          <a:xfrm>
            <a:off x="4684875" y="4079075"/>
            <a:ext cx="2086500" cy="243000"/>
          </a:xfrm>
          <a:prstGeom prst="rect">
            <a:avLst/>
          </a:prstGeom>
        </p:spPr>
        <p:txBody>
          <a:bodyPr anchorCtr="0" anchor="b" bIns="0" lIns="182875" spcFirstLastPara="1" rIns="91425" wrap="square" tIns="0">
            <a:normAutofit/>
          </a:bodyPr>
          <a:lstStyle>
            <a:lvl1pPr lvl="0">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1pPr>
            <a:lvl2pPr lvl="1">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2pPr>
            <a:lvl3pPr lvl="2">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3pPr>
            <a:lvl4pPr lvl="3">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4pPr>
            <a:lvl5pPr lvl="4">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5pPr>
            <a:lvl6pPr lvl="5">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6pPr>
            <a:lvl7pPr lvl="6">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7pPr>
            <a:lvl8pPr lvl="7">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8pPr>
            <a:lvl9pPr lvl="8">
              <a:spcBef>
                <a:spcPts val="0"/>
              </a:spcBef>
              <a:spcAft>
                <a:spcPts val="0"/>
              </a:spcAft>
              <a:buClr>
                <a:schemeClr val="dk2"/>
              </a:buClr>
              <a:buSzPts val="1000"/>
              <a:buFont typeface="Inter SemiBold"/>
              <a:buNone/>
              <a:defRPr sz="1000">
                <a:solidFill>
                  <a:schemeClr val="dk2"/>
                </a:solidFill>
                <a:latin typeface="Inter SemiBold"/>
                <a:ea typeface="Inter SemiBold"/>
                <a:cs typeface="Inter SemiBold"/>
                <a:sym typeface="Inter SemiBold"/>
              </a:defRPr>
            </a:lvl9pPr>
          </a:lstStyle>
          <a:p/>
        </p:txBody>
      </p:sp>
      <p:sp>
        <p:nvSpPr>
          <p:cNvPr id="125" name="Google Shape;125;p7"/>
          <p:cNvSpPr txBox="1"/>
          <p:nvPr>
            <p:ph idx="27" type="body"/>
          </p:nvPr>
        </p:nvSpPr>
        <p:spPr>
          <a:xfrm>
            <a:off x="4684800" y="4385550"/>
            <a:ext cx="2086500" cy="609600"/>
          </a:xfrm>
          <a:prstGeom prst="rect">
            <a:avLst/>
          </a:prstGeom>
        </p:spPr>
        <p:txBody>
          <a:bodyPr anchorCtr="0" anchor="t" bIns="0" lIns="182875" spcFirstLastPara="1" rIns="182875" wrap="square" tIns="0">
            <a:noAutofit/>
          </a:bodyPr>
          <a:lstStyle>
            <a:lvl1pPr indent="-292100" lvl="0" marL="457200">
              <a:lnSpc>
                <a:spcPct val="105000"/>
              </a:lnSpc>
              <a:spcBef>
                <a:spcPts val="0"/>
              </a:spcBef>
              <a:spcAft>
                <a:spcPts val="0"/>
              </a:spcAft>
              <a:buClr>
                <a:schemeClr val="dk2"/>
              </a:buClr>
              <a:buSzPts val="1000"/>
              <a:buFont typeface="Inter"/>
              <a:buChar char="●"/>
              <a:defRPr sz="1000">
                <a:solidFill>
                  <a:schemeClr val="dk2"/>
                </a:solidFill>
              </a:defRPr>
            </a:lvl1pPr>
            <a:lvl2pPr indent="-292100" lvl="1" marL="914400">
              <a:lnSpc>
                <a:spcPct val="105000"/>
              </a:lnSpc>
              <a:spcBef>
                <a:spcPts val="800"/>
              </a:spcBef>
              <a:spcAft>
                <a:spcPts val="0"/>
              </a:spcAft>
              <a:buClr>
                <a:schemeClr val="dk2"/>
              </a:buClr>
              <a:buSzPts val="1000"/>
              <a:buFont typeface="Inter"/>
              <a:buChar char="○"/>
              <a:defRPr sz="1000">
                <a:solidFill>
                  <a:schemeClr val="dk2"/>
                </a:solidFill>
              </a:defRPr>
            </a:lvl2pPr>
            <a:lvl3pPr indent="-292100" lvl="2" marL="1371600">
              <a:lnSpc>
                <a:spcPct val="105000"/>
              </a:lnSpc>
              <a:spcBef>
                <a:spcPts val="800"/>
              </a:spcBef>
              <a:spcAft>
                <a:spcPts val="0"/>
              </a:spcAft>
              <a:buClr>
                <a:schemeClr val="dk2"/>
              </a:buClr>
              <a:buSzPts val="1000"/>
              <a:buFont typeface="Inter"/>
              <a:buChar char="■"/>
              <a:defRPr sz="1000">
                <a:solidFill>
                  <a:schemeClr val="dk2"/>
                </a:solidFill>
              </a:defRPr>
            </a:lvl3pPr>
            <a:lvl4pPr indent="-292100" lvl="3" marL="1828800">
              <a:lnSpc>
                <a:spcPct val="105000"/>
              </a:lnSpc>
              <a:spcBef>
                <a:spcPts val="800"/>
              </a:spcBef>
              <a:spcAft>
                <a:spcPts val="0"/>
              </a:spcAft>
              <a:buClr>
                <a:schemeClr val="dk2"/>
              </a:buClr>
              <a:buSzPts val="1000"/>
              <a:buFont typeface="Inter"/>
              <a:buChar char="●"/>
              <a:defRPr sz="1000">
                <a:solidFill>
                  <a:schemeClr val="dk2"/>
                </a:solidFill>
              </a:defRPr>
            </a:lvl4pPr>
            <a:lvl5pPr indent="-292100" lvl="4" marL="2286000">
              <a:lnSpc>
                <a:spcPct val="105000"/>
              </a:lnSpc>
              <a:spcBef>
                <a:spcPts val="800"/>
              </a:spcBef>
              <a:spcAft>
                <a:spcPts val="0"/>
              </a:spcAft>
              <a:buClr>
                <a:schemeClr val="dk2"/>
              </a:buClr>
              <a:buSzPts val="1000"/>
              <a:buFont typeface="Inter"/>
              <a:buChar char="○"/>
              <a:defRPr sz="1000">
                <a:solidFill>
                  <a:schemeClr val="dk2"/>
                </a:solidFill>
              </a:defRPr>
            </a:lvl5pPr>
            <a:lvl6pPr indent="-292100" lvl="5" marL="2743200">
              <a:lnSpc>
                <a:spcPct val="105000"/>
              </a:lnSpc>
              <a:spcBef>
                <a:spcPts val="800"/>
              </a:spcBef>
              <a:spcAft>
                <a:spcPts val="0"/>
              </a:spcAft>
              <a:buClr>
                <a:schemeClr val="dk2"/>
              </a:buClr>
              <a:buSzPts val="1000"/>
              <a:buFont typeface="Inter"/>
              <a:buChar char="■"/>
              <a:defRPr sz="1000">
                <a:solidFill>
                  <a:schemeClr val="dk2"/>
                </a:solidFill>
              </a:defRPr>
            </a:lvl6pPr>
            <a:lvl7pPr indent="-292100" lvl="6" marL="3200400">
              <a:lnSpc>
                <a:spcPct val="105000"/>
              </a:lnSpc>
              <a:spcBef>
                <a:spcPts val="800"/>
              </a:spcBef>
              <a:spcAft>
                <a:spcPts val="0"/>
              </a:spcAft>
              <a:buClr>
                <a:schemeClr val="dk2"/>
              </a:buClr>
              <a:buSzPts val="1000"/>
              <a:buFont typeface="Inter"/>
              <a:buChar char="●"/>
              <a:defRPr sz="1000">
                <a:solidFill>
                  <a:schemeClr val="dk2"/>
                </a:solidFill>
              </a:defRPr>
            </a:lvl7pPr>
            <a:lvl8pPr indent="-292100" lvl="7" marL="3657600">
              <a:lnSpc>
                <a:spcPct val="105000"/>
              </a:lnSpc>
              <a:spcBef>
                <a:spcPts val="800"/>
              </a:spcBef>
              <a:spcAft>
                <a:spcPts val="0"/>
              </a:spcAft>
              <a:buClr>
                <a:schemeClr val="dk2"/>
              </a:buClr>
              <a:buSzPts val="1000"/>
              <a:buFont typeface="Inter"/>
              <a:buChar char="○"/>
              <a:defRPr sz="1000">
                <a:solidFill>
                  <a:schemeClr val="dk2"/>
                </a:solidFill>
              </a:defRPr>
            </a:lvl8pPr>
            <a:lvl9pPr indent="-292100" lvl="8" marL="4114800">
              <a:lnSpc>
                <a:spcPct val="105000"/>
              </a:lnSpc>
              <a:spcBef>
                <a:spcPts val="800"/>
              </a:spcBef>
              <a:spcAft>
                <a:spcPts val="800"/>
              </a:spcAft>
              <a:buClr>
                <a:schemeClr val="dk2"/>
              </a:buClr>
              <a:buSzPts val="1000"/>
              <a:buFont typeface="Inter"/>
              <a:buChar char="■"/>
              <a:defRPr sz="1000">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oY Revenew Growth - ALT 1">
  <p:cSld name="BLANK_1_1_1_1_1_1_1_1_2_1_1">
    <p:bg>
      <p:bgPr>
        <a:solidFill>
          <a:schemeClr val="lt2"/>
        </a:solidFill>
      </p:bgPr>
    </p:bg>
    <p:spTree>
      <p:nvGrpSpPr>
        <p:cNvPr id="126" name="Shape 126"/>
        <p:cNvGrpSpPr/>
        <p:nvPr/>
      </p:nvGrpSpPr>
      <p:grpSpPr>
        <a:xfrm>
          <a:off x="0" y="0"/>
          <a:ext cx="0" cy="0"/>
          <a:chOff x="0" y="0"/>
          <a:chExt cx="0" cy="0"/>
        </a:xfrm>
      </p:grpSpPr>
      <p:sp>
        <p:nvSpPr>
          <p:cNvPr id="127" name="Google Shape;127;p8"/>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128" name="Google Shape;128;p8"/>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29" name="Google Shape;129;p8"/>
          <p:cNvSpPr/>
          <p:nvPr/>
        </p:nvSpPr>
        <p:spPr>
          <a:xfrm>
            <a:off x="802750" y="1006925"/>
            <a:ext cx="197400" cy="190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130" name="Google Shape;130;p8"/>
          <p:cNvSpPr/>
          <p:nvPr/>
        </p:nvSpPr>
        <p:spPr>
          <a:xfrm>
            <a:off x="2077650" y="1006925"/>
            <a:ext cx="197400" cy="190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131" name="Google Shape;131;p8"/>
          <p:cNvSpPr txBox="1"/>
          <p:nvPr>
            <p:ph type="title"/>
          </p:nvPr>
        </p:nvSpPr>
        <p:spPr>
          <a:xfrm flipH="1">
            <a:off x="524150" y="334900"/>
            <a:ext cx="6248700" cy="5067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32" name="Google Shape;132;p8"/>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3" name="Google Shape;133;p8"/>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4" name="Google Shape;134;p8"/>
          <p:cNvSpPr txBox="1"/>
          <p:nvPr>
            <p:ph idx="4" type="body"/>
          </p:nvPr>
        </p:nvSpPr>
        <p:spPr>
          <a:xfrm>
            <a:off x="6773750" y="1354750"/>
            <a:ext cx="1848900" cy="28836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35" name="Google Shape;135;p8"/>
          <p:cNvSpPr txBox="1"/>
          <p:nvPr>
            <p:ph idx="5" type="title"/>
          </p:nvPr>
        </p:nvSpPr>
        <p:spPr>
          <a:xfrm>
            <a:off x="6773750" y="841725"/>
            <a:ext cx="1848900" cy="3648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36" name="Google Shape;136;p8"/>
          <p:cNvSpPr txBox="1"/>
          <p:nvPr>
            <p:ph idx="6" type="subTitle"/>
          </p:nvPr>
        </p:nvSpPr>
        <p:spPr>
          <a:xfrm>
            <a:off x="1000150" y="1006925"/>
            <a:ext cx="1077600" cy="190500"/>
          </a:xfrm>
          <a:prstGeom prst="rect">
            <a:avLst/>
          </a:prstGeom>
        </p:spPr>
        <p:txBody>
          <a:bodyPr anchorCtr="0" anchor="ctr" bIns="91425" lIns="91425" spcFirstLastPara="1" rIns="91425" wrap="square" tIns="91425">
            <a:noAutofit/>
          </a:bodyPr>
          <a:lstStyle>
            <a:lvl1pPr lvl="0">
              <a:spcBef>
                <a:spcPts val="0"/>
              </a:spcBef>
              <a:spcAft>
                <a:spcPts val="0"/>
              </a:spcAft>
              <a:buSzPts val="800"/>
              <a:buFont typeface="Inter"/>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7" name="Google Shape;137;p8"/>
          <p:cNvSpPr txBox="1"/>
          <p:nvPr>
            <p:ph idx="7" type="subTitle"/>
          </p:nvPr>
        </p:nvSpPr>
        <p:spPr>
          <a:xfrm>
            <a:off x="2275050" y="1006925"/>
            <a:ext cx="1077600" cy="190500"/>
          </a:xfrm>
          <a:prstGeom prst="rect">
            <a:avLst/>
          </a:prstGeom>
        </p:spPr>
        <p:txBody>
          <a:bodyPr anchorCtr="0" anchor="ctr" bIns="91425" lIns="91425" spcFirstLastPara="1" rIns="91425" wrap="square" tIns="91425">
            <a:noAutofit/>
          </a:bodyPr>
          <a:lstStyle>
            <a:lvl1pPr lvl="0">
              <a:spcBef>
                <a:spcPts val="0"/>
              </a:spcBef>
              <a:spcAft>
                <a:spcPts val="0"/>
              </a:spcAft>
              <a:buSzPts val="800"/>
              <a:buFont typeface="Inter"/>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138" name="Google Shape;138;p8"/>
          <p:cNvSpPr txBox="1"/>
          <p:nvPr>
            <p:ph idx="8" type="title"/>
          </p:nvPr>
        </p:nvSpPr>
        <p:spPr>
          <a:xfrm>
            <a:off x="772850" y="148207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39" name="Google Shape;139;p8"/>
          <p:cNvSpPr txBox="1"/>
          <p:nvPr>
            <p:ph idx="9" type="title"/>
          </p:nvPr>
        </p:nvSpPr>
        <p:spPr>
          <a:xfrm>
            <a:off x="772850" y="205872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40" name="Google Shape;140;p8"/>
          <p:cNvSpPr txBox="1"/>
          <p:nvPr>
            <p:ph idx="13" type="title"/>
          </p:nvPr>
        </p:nvSpPr>
        <p:spPr>
          <a:xfrm>
            <a:off x="772850" y="263537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41" name="Google Shape;141;p8"/>
          <p:cNvSpPr txBox="1"/>
          <p:nvPr>
            <p:ph idx="14" type="title"/>
          </p:nvPr>
        </p:nvSpPr>
        <p:spPr>
          <a:xfrm>
            <a:off x="772850" y="321202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42" name="Google Shape;142;p8"/>
          <p:cNvSpPr txBox="1"/>
          <p:nvPr>
            <p:ph idx="15" type="title"/>
          </p:nvPr>
        </p:nvSpPr>
        <p:spPr>
          <a:xfrm>
            <a:off x="772850" y="378867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43" name="Google Shape;143;p8"/>
          <p:cNvSpPr txBox="1"/>
          <p:nvPr>
            <p:ph idx="16" type="title"/>
          </p:nvPr>
        </p:nvSpPr>
        <p:spPr>
          <a:xfrm>
            <a:off x="772850" y="4365325"/>
            <a:ext cx="479700" cy="1230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800"/>
              <a:buFont typeface="Inter"/>
              <a:buChar char="●"/>
              <a:defRPr sz="800">
                <a:latin typeface="Inter"/>
                <a:ea typeface="Inter"/>
                <a:cs typeface="Inter"/>
                <a:sym typeface="Inter"/>
              </a:defRPr>
            </a:lvl1pPr>
            <a:lvl2pPr lvl="1">
              <a:spcBef>
                <a:spcPts val="0"/>
              </a:spcBef>
              <a:spcAft>
                <a:spcPts val="0"/>
              </a:spcAft>
              <a:buClr>
                <a:schemeClr val="lt1"/>
              </a:buClr>
              <a:buSzPts val="800"/>
              <a:buFont typeface="Inter"/>
              <a:buChar char="○"/>
              <a:defRPr sz="800">
                <a:latin typeface="Inter"/>
                <a:ea typeface="Inter"/>
                <a:cs typeface="Inter"/>
                <a:sym typeface="Inter"/>
              </a:defRPr>
            </a:lvl2pPr>
            <a:lvl3pPr lvl="2">
              <a:spcBef>
                <a:spcPts val="0"/>
              </a:spcBef>
              <a:spcAft>
                <a:spcPts val="0"/>
              </a:spcAft>
              <a:buClr>
                <a:schemeClr val="lt1"/>
              </a:buClr>
              <a:buSzPts val="800"/>
              <a:buFont typeface="Inter"/>
              <a:buChar char="■"/>
              <a:defRPr sz="800">
                <a:latin typeface="Inter"/>
                <a:ea typeface="Inter"/>
                <a:cs typeface="Inter"/>
                <a:sym typeface="Inter"/>
              </a:defRPr>
            </a:lvl3pPr>
            <a:lvl4pPr lvl="3">
              <a:spcBef>
                <a:spcPts val="0"/>
              </a:spcBef>
              <a:spcAft>
                <a:spcPts val="0"/>
              </a:spcAft>
              <a:buClr>
                <a:schemeClr val="lt1"/>
              </a:buClr>
              <a:buSzPts val="800"/>
              <a:buFont typeface="Inter"/>
              <a:buChar char="●"/>
              <a:defRPr sz="800">
                <a:latin typeface="Inter"/>
                <a:ea typeface="Inter"/>
                <a:cs typeface="Inter"/>
                <a:sym typeface="Inter"/>
              </a:defRPr>
            </a:lvl4pPr>
            <a:lvl5pPr lvl="4">
              <a:spcBef>
                <a:spcPts val="0"/>
              </a:spcBef>
              <a:spcAft>
                <a:spcPts val="0"/>
              </a:spcAft>
              <a:buClr>
                <a:schemeClr val="lt1"/>
              </a:buClr>
              <a:buSzPts val="800"/>
              <a:buFont typeface="Inter"/>
              <a:buChar char="○"/>
              <a:defRPr sz="800">
                <a:latin typeface="Inter"/>
                <a:ea typeface="Inter"/>
                <a:cs typeface="Inter"/>
                <a:sym typeface="Inter"/>
              </a:defRPr>
            </a:lvl5pPr>
            <a:lvl6pPr lvl="5">
              <a:spcBef>
                <a:spcPts val="0"/>
              </a:spcBef>
              <a:spcAft>
                <a:spcPts val="0"/>
              </a:spcAft>
              <a:buClr>
                <a:schemeClr val="lt1"/>
              </a:buClr>
              <a:buSzPts val="800"/>
              <a:buFont typeface="Inter"/>
              <a:buChar char="■"/>
              <a:defRPr sz="800">
                <a:latin typeface="Inter"/>
                <a:ea typeface="Inter"/>
                <a:cs typeface="Inter"/>
                <a:sym typeface="Inter"/>
              </a:defRPr>
            </a:lvl6pPr>
            <a:lvl7pPr lvl="6">
              <a:spcBef>
                <a:spcPts val="0"/>
              </a:spcBef>
              <a:spcAft>
                <a:spcPts val="0"/>
              </a:spcAft>
              <a:buClr>
                <a:schemeClr val="lt1"/>
              </a:buClr>
              <a:buSzPts val="800"/>
              <a:buFont typeface="Inter"/>
              <a:buChar char="●"/>
              <a:defRPr sz="800">
                <a:latin typeface="Inter"/>
                <a:ea typeface="Inter"/>
                <a:cs typeface="Inter"/>
                <a:sym typeface="Inter"/>
              </a:defRPr>
            </a:lvl7pPr>
            <a:lvl8pPr lvl="7">
              <a:spcBef>
                <a:spcPts val="0"/>
              </a:spcBef>
              <a:spcAft>
                <a:spcPts val="0"/>
              </a:spcAft>
              <a:buClr>
                <a:schemeClr val="lt1"/>
              </a:buClr>
              <a:buSzPts val="800"/>
              <a:buFont typeface="Inter"/>
              <a:buChar char="○"/>
              <a:defRPr sz="800">
                <a:latin typeface="Inter"/>
                <a:ea typeface="Inter"/>
                <a:cs typeface="Inter"/>
                <a:sym typeface="Inter"/>
              </a:defRPr>
            </a:lvl8pPr>
            <a:lvl9pPr lvl="8">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144" name="Google Shape;144;p8"/>
          <p:cNvSpPr txBox="1"/>
          <p:nvPr>
            <p:ph idx="17" type="subTitle"/>
          </p:nvPr>
        </p:nvSpPr>
        <p:spPr>
          <a:xfrm>
            <a:off x="1252425"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cxnSp>
        <p:nvCxnSpPr>
          <p:cNvPr id="145" name="Google Shape;145;p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46" name="Google Shape;146;p8"/>
          <p:cNvSpPr txBox="1"/>
          <p:nvPr>
            <p:ph idx="18" type="subTitle"/>
          </p:nvPr>
        </p:nvSpPr>
        <p:spPr>
          <a:xfrm>
            <a:off x="1927325"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47" name="Google Shape;147;p8"/>
          <p:cNvSpPr txBox="1"/>
          <p:nvPr>
            <p:ph idx="19" type="subTitle"/>
          </p:nvPr>
        </p:nvSpPr>
        <p:spPr>
          <a:xfrm>
            <a:off x="2602225"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48" name="Google Shape;148;p8"/>
          <p:cNvSpPr txBox="1"/>
          <p:nvPr>
            <p:ph idx="20" type="subTitle"/>
          </p:nvPr>
        </p:nvSpPr>
        <p:spPr>
          <a:xfrm>
            <a:off x="3297063"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49" name="Google Shape;149;p8"/>
          <p:cNvSpPr txBox="1"/>
          <p:nvPr>
            <p:ph idx="21" type="subTitle"/>
          </p:nvPr>
        </p:nvSpPr>
        <p:spPr>
          <a:xfrm>
            <a:off x="4001838"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50" name="Google Shape;150;p8"/>
          <p:cNvSpPr txBox="1"/>
          <p:nvPr>
            <p:ph idx="22" type="subTitle"/>
          </p:nvPr>
        </p:nvSpPr>
        <p:spPr>
          <a:xfrm>
            <a:off x="4711450"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51" name="Google Shape;151;p8"/>
          <p:cNvSpPr txBox="1"/>
          <p:nvPr>
            <p:ph idx="23" type="subTitle"/>
          </p:nvPr>
        </p:nvSpPr>
        <p:spPr>
          <a:xfrm>
            <a:off x="5421113"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
        <p:nvSpPr>
          <p:cNvPr id="152" name="Google Shape;152;p8"/>
          <p:cNvSpPr txBox="1"/>
          <p:nvPr>
            <p:ph idx="24" type="subTitle"/>
          </p:nvPr>
        </p:nvSpPr>
        <p:spPr>
          <a:xfrm>
            <a:off x="6130788" y="4721850"/>
            <a:ext cx="388200" cy="1230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800"/>
              <a:buFont typeface="Inter"/>
              <a:buNone/>
              <a:defRPr sz="800"/>
            </a:lvl1pPr>
            <a:lvl2pPr lvl="1" algn="ctr">
              <a:spcBef>
                <a:spcPts val="0"/>
              </a:spcBef>
              <a:spcAft>
                <a:spcPts val="0"/>
              </a:spcAft>
              <a:buClr>
                <a:schemeClr val="lt1"/>
              </a:buClr>
              <a:buSzPts val="800"/>
              <a:buFont typeface="Inter"/>
              <a:buNone/>
              <a:defRPr sz="800"/>
            </a:lvl2pPr>
            <a:lvl3pPr lvl="2" algn="ctr">
              <a:spcBef>
                <a:spcPts val="0"/>
              </a:spcBef>
              <a:spcAft>
                <a:spcPts val="0"/>
              </a:spcAft>
              <a:buClr>
                <a:schemeClr val="lt1"/>
              </a:buClr>
              <a:buSzPts val="800"/>
              <a:buFont typeface="Inter"/>
              <a:buNone/>
              <a:defRPr sz="800"/>
            </a:lvl3pPr>
            <a:lvl4pPr lvl="3" algn="ctr">
              <a:spcBef>
                <a:spcPts val="0"/>
              </a:spcBef>
              <a:spcAft>
                <a:spcPts val="0"/>
              </a:spcAft>
              <a:buClr>
                <a:schemeClr val="lt1"/>
              </a:buClr>
              <a:buSzPts val="800"/>
              <a:buFont typeface="Inter"/>
              <a:buNone/>
              <a:defRPr sz="800"/>
            </a:lvl4pPr>
            <a:lvl5pPr lvl="4" algn="ctr">
              <a:spcBef>
                <a:spcPts val="0"/>
              </a:spcBef>
              <a:spcAft>
                <a:spcPts val="0"/>
              </a:spcAft>
              <a:buClr>
                <a:schemeClr val="lt1"/>
              </a:buClr>
              <a:buSzPts val="800"/>
              <a:buFont typeface="Inter"/>
              <a:buNone/>
              <a:defRPr sz="800"/>
            </a:lvl5pPr>
            <a:lvl6pPr lvl="5" algn="ctr">
              <a:spcBef>
                <a:spcPts val="0"/>
              </a:spcBef>
              <a:spcAft>
                <a:spcPts val="0"/>
              </a:spcAft>
              <a:buClr>
                <a:schemeClr val="lt1"/>
              </a:buClr>
              <a:buSzPts val="800"/>
              <a:buFont typeface="Inter"/>
              <a:buNone/>
              <a:defRPr sz="800"/>
            </a:lvl6pPr>
            <a:lvl7pPr lvl="6" algn="ctr">
              <a:spcBef>
                <a:spcPts val="0"/>
              </a:spcBef>
              <a:spcAft>
                <a:spcPts val="0"/>
              </a:spcAft>
              <a:buClr>
                <a:schemeClr val="lt1"/>
              </a:buClr>
              <a:buSzPts val="800"/>
              <a:buFont typeface="Inter"/>
              <a:buNone/>
              <a:defRPr sz="800"/>
            </a:lvl7pPr>
            <a:lvl8pPr lvl="7" algn="ctr">
              <a:spcBef>
                <a:spcPts val="0"/>
              </a:spcBef>
              <a:spcAft>
                <a:spcPts val="0"/>
              </a:spcAft>
              <a:buClr>
                <a:schemeClr val="lt1"/>
              </a:buClr>
              <a:buSzPts val="800"/>
              <a:buFont typeface="Inter"/>
              <a:buNone/>
              <a:defRPr sz="800"/>
            </a:lvl8pPr>
            <a:lvl9pPr lvl="8" algn="ct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ncial Highlights">
  <p:cSld name="BLANK_1_1_1_1_1_1_1_3_1">
    <p:bg>
      <p:bgPr>
        <a:solidFill>
          <a:schemeClr val="lt2"/>
        </a:solidFill>
      </p:bgPr>
    </p:bg>
    <p:spTree>
      <p:nvGrpSpPr>
        <p:cNvPr id="153" name="Shape 153"/>
        <p:cNvGrpSpPr/>
        <p:nvPr/>
      </p:nvGrpSpPr>
      <p:grpSpPr>
        <a:xfrm>
          <a:off x="0" y="0"/>
          <a:ext cx="0" cy="0"/>
          <a:chOff x="0" y="0"/>
          <a:chExt cx="0" cy="0"/>
        </a:xfrm>
      </p:grpSpPr>
      <p:sp>
        <p:nvSpPr>
          <p:cNvPr id="154" name="Google Shape;154;p9"/>
          <p:cNvSpPr txBox="1"/>
          <p:nvPr>
            <p:ph idx="1" type="body"/>
          </p:nvPr>
        </p:nvSpPr>
        <p:spPr>
          <a:xfrm>
            <a:off x="5810300" y="1307625"/>
            <a:ext cx="2812500" cy="2065800"/>
          </a:xfrm>
          <a:prstGeom prst="rect">
            <a:avLst/>
          </a:prstGeom>
        </p:spPr>
        <p:txBody>
          <a:bodyPr anchorCtr="0" anchor="t" bIns="182875" lIns="182875" spcFirstLastPara="1" rIns="182875" wrap="square" tIns="274300">
            <a:noAutofit/>
          </a:bodyPr>
          <a:lstStyle>
            <a:lvl1pPr indent="-304800" lvl="0" marL="457200">
              <a:spcBef>
                <a:spcPts val="0"/>
              </a:spcBef>
              <a:spcAft>
                <a:spcPts val="0"/>
              </a:spcAft>
              <a:buSzPts val="1200"/>
              <a:buFont typeface="Inter Light"/>
              <a:buChar char="●"/>
              <a:defRPr>
                <a:latin typeface="Inter Light"/>
                <a:ea typeface="Inter Light"/>
                <a:cs typeface="Inter Light"/>
                <a:sym typeface="Inter Light"/>
              </a:defRPr>
            </a:lvl1pPr>
            <a:lvl2pPr indent="-304800" lvl="1" marL="914400">
              <a:spcBef>
                <a:spcPts val="800"/>
              </a:spcBef>
              <a:spcAft>
                <a:spcPts val="0"/>
              </a:spcAft>
              <a:buSzPts val="1200"/>
              <a:buFont typeface="Inter Light"/>
              <a:buChar char="○"/>
              <a:defRPr>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304800" lvl="3" marL="1828800">
              <a:spcBef>
                <a:spcPts val="800"/>
              </a:spcBef>
              <a:spcAft>
                <a:spcPts val="0"/>
              </a:spcAft>
              <a:buSzPts val="1200"/>
              <a:buFont typeface="Inter Light"/>
              <a:buChar char="●"/>
              <a:defRPr>
                <a:latin typeface="Inter Light"/>
                <a:ea typeface="Inter Light"/>
                <a:cs typeface="Inter Light"/>
                <a:sym typeface="Inter Light"/>
              </a:defRPr>
            </a:lvl4pPr>
            <a:lvl5pPr indent="-304800" lvl="4" marL="2286000">
              <a:spcBef>
                <a:spcPts val="800"/>
              </a:spcBef>
              <a:spcAft>
                <a:spcPts val="0"/>
              </a:spcAft>
              <a:buSzPts val="1200"/>
              <a:buFont typeface="Inter Light"/>
              <a:buChar char="○"/>
              <a:defRPr>
                <a:latin typeface="Inter Light"/>
                <a:ea typeface="Inter Light"/>
                <a:cs typeface="Inter Light"/>
                <a:sym typeface="Inter Light"/>
              </a:defRPr>
            </a:lvl5pPr>
            <a:lvl6pPr indent="-304800" lvl="5" marL="2743200">
              <a:spcBef>
                <a:spcPts val="800"/>
              </a:spcBef>
              <a:spcAft>
                <a:spcPts val="0"/>
              </a:spcAft>
              <a:buSzPts val="1200"/>
              <a:buFont typeface="Inter Light"/>
              <a:buChar char="■"/>
              <a:defRPr>
                <a:latin typeface="Inter Light"/>
                <a:ea typeface="Inter Light"/>
                <a:cs typeface="Inter Light"/>
                <a:sym typeface="Inter Light"/>
              </a:defRPr>
            </a:lvl6pPr>
            <a:lvl7pPr indent="-304800" lvl="6" marL="3200400">
              <a:spcBef>
                <a:spcPts val="800"/>
              </a:spcBef>
              <a:spcAft>
                <a:spcPts val="0"/>
              </a:spcAft>
              <a:buSzPts val="1200"/>
              <a:buFont typeface="Inter Light"/>
              <a:buChar char="●"/>
              <a:defRPr>
                <a:latin typeface="Inter Light"/>
                <a:ea typeface="Inter Light"/>
                <a:cs typeface="Inter Light"/>
                <a:sym typeface="Inter Light"/>
              </a:defRPr>
            </a:lvl7pPr>
            <a:lvl8pPr indent="-304800" lvl="7" marL="3657600">
              <a:spcBef>
                <a:spcPts val="800"/>
              </a:spcBef>
              <a:spcAft>
                <a:spcPts val="0"/>
              </a:spcAft>
              <a:buSzPts val="1200"/>
              <a:buFont typeface="Inter Light"/>
              <a:buChar char="○"/>
              <a:defRPr>
                <a:latin typeface="Inter Light"/>
                <a:ea typeface="Inter Light"/>
                <a:cs typeface="Inter Light"/>
                <a:sym typeface="Inter Light"/>
              </a:defRPr>
            </a:lvl8pPr>
            <a:lvl9pPr indent="-304800" lvl="8" marL="4114800">
              <a:spcBef>
                <a:spcPts val="800"/>
              </a:spcBef>
              <a:spcAft>
                <a:spcPts val="800"/>
              </a:spcAft>
              <a:buSzPts val="1200"/>
              <a:buFont typeface="Inter Light"/>
              <a:buChar char="■"/>
              <a:defRPr>
                <a:latin typeface="Inter Light"/>
                <a:ea typeface="Inter Light"/>
                <a:cs typeface="Inter Light"/>
                <a:sym typeface="Inter Light"/>
              </a:defRPr>
            </a:lvl9pPr>
          </a:lstStyle>
          <a:p/>
        </p:txBody>
      </p:sp>
      <p:sp>
        <p:nvSpPr>
          <p:cNvPr id="155" name="Google Shape;155;p9"/>
          <p:cNvSpPr txBox="1"/>
          <p:nvPr>
            <p:ph type="title"/>
          </p:nvPr>
        </p:nvSpPr>
        <p:spPr>
          <a:xfrm>
            <a:off x="520900" y="1748175"/>
            <a:ext cx="2377800" cy="926100"/>
          </a:xfrm>
          <a:prstGeom prst="rect">
            <a:avLst/>
          </a:prstGeom>
        </p:spPr>
        <p:txBody>
          <a:bodyPr anchorCtr="0" anchor="ctr" bIns="91425" lIns="228600" spcFirstLastPara="1" rIns="182875" wrap="square" tIns="91425">
            <a:noAutofit/>
          </a:bodyPr>
          <a:lstStyle>
            <a:lvl1pPr lvl="0">
              <a:spcBef>
                <a:spcPts val="0"/>
              </a:spcBef>
              <a:spcAft>
                <a:spcPts val="0"/>
              </a:spcAft>
              <a:buClr>
                <a:schemeClr val="lt1"/>
              </a:buClr>
              <a:buSzPts val="5500"/>
              <a:buNone/>
              <a:defRPr sz="5500"/>
            </a:lvl1pPr>
            <a:lvl2pPr lvl="1">
              <a:spcBef>
                <a:spcPts val="0"/>
              </a:spcBef>
              <a:spcAft>
                <a:spcPts val="0"/>
              </a:spcAft>
              <a:buClr>
                <a:schemeClr val="lt1"/>
              </a:buClr>
              <a:buSzPts val="5500"/>
              <a:buNone/>
              <a:defRPr sz="5500"/>
            </a:lvl2pPr>
            <a:lvl3pPr lvl="2">
              <a:spcBef>
                <a:spcPts val="0"/>
              </a:spcBef>
              <a:spcAft>
                <a:spcPts val="0"/>
              </a:spcAft>
              <a:buClr>
                <a:schemeClr val="lt1"/>
              </a:buClr>
              <a:buSzPts val="5500"/>
              <a:buNone/>
              <a:defRPr sz="5500"/>
            </a:lvl3pPr>
            <a:lvl4pPr lvl="3">
              <a:spcBef>
                <a:spcPts val="0"/>
              </a:spcBef>
              <a:spcAft>
                <a:spcPts val="0"/>
              </a:spcAft>
              <a:buClr>
                <a:schemeClr val="lt1"/>
              </a:buClr>
              <a:buSzPts val="5500"/>
              <a:buNone/>
              <a:defRPr sz="5500"/>
            </a:lvl4pPr>
            <a:lvl5pPr lvl="4">
              <a:spcBef>
                <a:spcPts val="0"/>
              </a:spcBef>
              <a:spcAft>
                <a:spcPts val="0"/>
              </a:spcAft>
              <a:buClr>
                <a:schemeClr val="lt1"/>
              </a:buClr>
              <a:buSzPts val="5500"/>
              <a:buNone/>
              <a:defRPr sz="5500"/>
            </a:lvl5pPr>
            <a:lvl6pPr lvl="5">
              <a:spcBef>
                <a:spcPts val="0"/>
              </a:spcBef>
              <a:spcAft>
                <a:spcPts val="0"/>
              </a:spcAft>
              <a:buClr>
                <a:schemeClr val="lt1"/>
              </a:buClr>
              <a:buSzPts val="5500"/>
              <a:buNone/>
              <a:defRPr sz="5500"/>
            </a:lvl6pPr>
            <a:lvl7pPr lvl="6">
              <a:spcBef>
                <a:spcPts val="0"/>
              </a:spcBef>
              <a:spcAft>
                <a:spcPts val="0"/>
              </a:spcAft>
              <a:buClr>
                <a:schemeClr val="lt1"/>
              </a:buClr>
              <a:buSzPts val="5500"/>
              <a:buNone/>
              <a:defRPr sz="5500"/>
            </a:lvl7pPr>
            <a:lvl8pPr lvl="7">
              <a:spcBef>
                <a:spcPts val="0"/>
              </a:spcBef>
              <a:spcAft>
                <a:spcPts val="0"/>
              </a:spcAft>
              <a:buClr>
                <a:schemeClr val="lt1"/>
              </a:buClr>
              <a:buSzPts val="5500"/>
              <a:buNone/>
              <a:defRPr sz="5500"/>
            </a:lvl8pPr>
            <a:lvl9pPr lvl="8">
              <a:spcBef>
                <a:spcPts val="0"/>
              </a:spcBef>
              <a:spcAft>
                <a:spcPts val="0"/>
              </a:spcAft>
              <a:buClr>
                <a:schemeClr val="lt1"/>
              </a:buClr>
              <a:buSzPts val="5500"/>
              <a:buNone/>
              <a:defRPr sz="5500"/>
            </a:lvl9pPr>
          </a:lstStyle>
          <a:p/>
        </p:txBody>
      </p:sp>
      <p:sp>
        <p:nvSpPr>
          <p:cNvPr id="156" name="Google Shape;156;p9"/>
          <p:cNvSpPr txBox="1"/>
          <p:nvPr>
            <p:ph idx="2" type="title"/>
          </p:nvPr>
        </p:nvSpPr>
        <p:spPr>
          <a:xfrm>
            <a:off x="520900" y="2674400"/>
            <a:ext cx="2377800" cy="335100"/>
          </a:xfrm>
          <a:prstGeom prst="rect">
            <a:avLst/>
          </a:prstGeom>
        </p:spPr>
        <p:txBody>
          <a:bodyPr anchorCtr="0" anchor="b" bIns="91425" lIns="228600" spcFirstLastPara="1" rIns="91425" wrap="square" tIns="91425">
            <a:noAutofit/>
          </a:bodyPr>
          <a:lstStyle>
            <a:lvl1pPr lvl="0">
              <a:spcBef>
                <a:spcPts val="0"/>
              </a:spcBef>
              <a:spcAft>
                <a:spcPts val="0"/>
              </a:spcAft>
              <a:buSzPts val="1200"/>
              <a:buFont typeface="Inter"/>
              <a:buNone/>
              <a:defRPr sz="1200">
                <a:latin typeface="Inter"/>
                <a:ea typeface="Inter"/>
                <a:cs typeface="Inter"/>
                <a:sym typeface="Inter"/>
              </a:defRPr>
            </a:lvl1pPr>
            <a:lvl2pPr lvl="1">
              <a:spcBef>
                <a:spcPts val="0"/>
              </a:spcBef>
              <a:spcAft>
                <a:spcPts val="0"/>
              </a:spcAft>
              <a:buSzPts val="1200"/>
              <a:buFont typeface="Inter"/>
              <a:buNone/>
              <a:defRPr sz="1200">
                <a:latin typeface="Inter"/>
                <a:ea typeface="Inter"/>
                <a:cs typeface="Inter"/>
                <a:sym typeface="Inter"/>
              </a:defRPr>
            </a:lvl2pPr>
            <a:lvl3pPr lvl="2">
              <a:spcBef>
                <a:spcPts val="0"/>
              </a:spcBef>
              <a:spcAft>
                <a:spcPts val="0"/>
              </a:spcAft>
              <a:buSzPts val="1200"/>
              <a:buFont typeface="Inter"/>
              <a:buNone/>
              <a:defRPr sz="1200">
                <a:latin typeface="Inter"/>
                <a:ea typeface="Inter"/>
                <a:cs typeface="Inter"/>
                <a:sym typeface="Inter"/>
              </a:defRPr>
            </a:lvl3pPr>
            <a:lvl4pPr lvl="3">
              <a:spcBef>
                <a:spcPts val="0"/>
              </a:spcBef>
              <a:spcAft>
                <a:spcPts val="0"/>
              </a:spcAft>
              <a:buSzPts val="1200"/>
              <a:buFont typeface="Inter"/>
              <a:buNone/>
              <a:defRPr sz="1200">
                <a:latin typeface="Inter"/>
                <a:ea typeface="Inter"/>
                <a:cs typeface="Inter"/>
                <a:sym typeface="Inter"/>
              </a:defRPr>
            </a:lvl4pPr>
            <a:lvl5pPr lvl="4">
              <a:spcBef>
                <a:spcPts val="0"/>
              </a:spcBef>
              <a:spcAft>
                <a:spcPts val="0"/>
              </a:spcAft>
              <a:buSzPts val="1200"/>
              <a:buFont typeface="Inter"/>
              <a:buNone/>
              <a:defRPr sz="1200">
                <a:latin typeface="Inter"/>
                <a:ea typeface="Inter"/>
                <a:cs typeface="Inter"/>
                <a:sym typeface="Inter"/>
              </a:defRPr>
            </a:lvl5pPr>
            <a:lvl6pPr lvl="5">
              <a:spcBef>
                <a:spcPts val="0"/>
              </a:spcBef>
              <a:spcAft>
                <a:spcPts val="0"/>
              </a:spcAft>
              <a:buSzPts val="1200"/>
              <a:buFont typeface="Inter"/>
              <a:buNone/>
              <a:defRPr sz="1200">
                <a:latin typeface="Inter"/>
                <a:ea typeface="Inter"/>
                <a:cs typeface="Inter"/>
                <a:sym typeface="Inter"/>
              </a:defRPr>
            </a:lvl6pPr>
            <a:lvl7pPr lvl="6">
              <a:spcBef>
                <a:spcPts val="0"/>
              </a:spcBef>
              <a:spcAft>
                <a:spcPts val="0"/>
              </a:spcAft>
              <a:buSzPts val="1200"/>
              <a:buFont typeface="Inter"/>
              <a:buNone/>
              <a:defRPr sz="1200">
                <a:latin typeface="Inter"/>
                <a:ea typeface="Inter"/>
                <a:cs typeface="Inter"/>
                <a:sym typeface="Inter"/>
              </a:defRPr>
            </a:lvl7pPr>
            <a:lvl8pPr lvl="7">
              <a:spcBef>
                <a:spcPts val="0"/>
              </a:spcBef>
              <a:spcAft>
                <a:spcPts val="0"/>
              </a:spcAft>
              <a:buSzPts val="1200"/>
              <a:buFont typeface="Inter"/>
              <a:buNone/>
              <a:defRPr sz="1200">
                <a:latin typeface="Inter"/>
                <a:ea typeface="Inter"/>
                <a:cs typeface="Inter"/>
                <a:sym typeface="Inter"/>
              </a:defRPr>
            </a:lvl8pPr>
            <a:lvl9pPr lvl="8">
              <a:spcBef>
                <a:spcPts val="0"/>
              </a:spcBef>
              <a:spcAft>
                <a:spcPts val="0"/>
              </a:spcAft>
              <a:buSzPts val="1200"/>
              <a:buFont typeface="Inter"/>
              <a:buNone/>
              <a:defRPr sz="1200">
                <a:latin typeface="Inter"/>
                <a:ea typeface="Inter"/>
                <a:cs typeface="Inter"/>
                <a:sym typeface="Inter"/>
              </a:defRPr>
            </a:lvl9pPr>
          </a:lstStyle>
          <a:p/>
        </p:txBody>
      </p:sp>
      <p:sp>
        <p:nvSpPr>
          <p:cNvPr id="157" name="Google Shape;157;p9"/>
          <p:cNvSpPr txBox="1"/>
          <p:nvPr>
            <p:ph idx="3" type="subTitle"/>
          </p:nvPr>
        </p:nvSpPr>
        <p:spPr>
          <a:xfrm>
            <a:off x="520900" y="3009500"/>
            <a:ext cx="2377800" cy="279000"/>
          </a:xfrm>
          <a:prstGeom prst="rect">
            <a:avLst/>
          </a:prstGeom>
        </p:spPr>
        <p:txBody>
          <a:bodyPr anchorCtr="0" anchor="t" bIns="0" lIns="228600" spcFirstLastPara="1" rIns="91425" wrap="square" tIns="0">
            <a:normAutofit/>
          </a:bodyPr>
          <a:lstStyle>
            <a:lvl1pPr lvl="0">
              <a:spcBef>
                <a:spcPts val="0"/>
              </a:spcBef>
              <a:spcAft>
                <a:spcPts val="0"/>
              </a:spcAft>
              <a:buSzPts val="800"/>
              <a:buFont typeface="Inter Light"/>
              <a:buNone/>
              <a:defRPr sz="800">
                <a:latin typeface="Inter Light"/>
                <a:ea typeface="Inter Light"/>
                <a:cs typeface="Inter Light"/>
                <a:sym typeface="Inter Light"/>
              </a:defRPr>
            </a:lvl1pPr>
            <a:lvl2pPr lvl="1">
              <a:spcBef>
                <a:spcPts val="800"/>
              </a:spcBef>
              <a:spcAft>
                <a:spcPts val="0"/>
              </a:spcAft>
              <a:buSzPts val="800"/>
              <a:buFont typeface="Inter Light"/>
              <a:buNone/>
              <a:defRPr sz="800">
                <a:latin typeface="Inter Light"/>
                <a:ea typeface="Inter Light"/>
                <a:cs typeface="Inter Light"/>
                <a:sym typeface="Inter Light"/>
              </a:defRPr>
            </a:lvl2pPr>
            <a:lvl3pPr lvl="2">
              <a:spcBef>
                <a:spcPts val="800"/>
              </a:spcBef>
              <a:spcAft>
                <a:spcPts val="0"/>
              </a:spcAft>
              <a:buSzPts val="800"/>
              <a:buFont typeface="Inter Light"/>
              <a:buNone/>
              <a:defRPr sz="800">
                <a:latin typeface="Inter Light"/>
                <a:ea typeface="Inter Light"/>
                <a:cs typeface="Inter Light"/>
                <a:sym typeface="Inter Light"/>
              </a:defRPr>
            </a:lvl3pPr>
            <a:lvl4pPr lvl="3">
              <a:spcBef>
                <a:spcPts val="800"/>
              </a:spcBef>
              <a:spcAft>
                <a:spcPts val="0"/>
              </a:spcAft>
              <a:buSzPts val="800"/>
              <a:buFont typeface="Inter Light"/>
              <a:buNone/>
              <a:defRPr sz="800">
                <a:latin typeface="Inter Light"/>
                <a:ea typeface="Inter Light"/>
                <a:cs typeface="Inter Light"/>
                <a:sym typeface="Inter Light"/>
              </a:defRPr>
            </a:lvl4pPr>
            <a:lvl5pPr lvl="4">
              <a:spcBef>
                <a:spcPts val="800"/>
              </a:spcBef>
              <a:spcAft>
                <a:spcPts val="0"/>
              </a:spcAft>
              <a:buSzPts val="800"/>
              <a:buFont typeface="Inter Light"/>
              <a:buNone/>
              <a:defRPr sz="800">
                <a:latin typeface="Inter Light"/>
                <a:ea typeface="Inter Light"/>
                <a:cs typeface="Inter Light"/>
                <a:sym typeface="Inter Light"/>
              </a:defRPr>
            </a:lvl5pPr>
            <a:lvl6pPr lvl="5">
              <a:spcBef>
                <a:spcPts val="800"/>
              </a:spcBef>
              <a:spcAft>
                <a:spcPts val="0"/>
              </a:spcAft>
              <a:buSzPts val="800"/>
              <a:buFont typeface="Inter Light"/>
              <a:buNone/>
              <a:defRPr sz="800">
                <a:latin typeface="Inter Light"/>
                <a:ea typeface="Inter Light"/>
                <a:cs typeface="Inter Light"/>
                <a:sym typeface="Inter Light"/>
              </a:defRPr>
            </a:lvl6pPr>
            <a:lvl7pPr lvl="6">
              <a:spcBef>
                <a:spcPts val="800"/>
              </a:spcBef>
              <a:spcAft>
                <a:spcPts val="0"/>
              </a:spcAft>
              <a:buSzPts val="800"/>
              <a:buFont typeface="Inter Light"/>
              <a:buNone/>
              <a:defRPr sz="800">
                <a:latin typeface="Inter Light"/>
                <a:ea typeface="Inter Light"/>
                <a:cs typeface="Inter Light"/>
                <a:sym typeface="Inter Light"/>
              </a:defRPr>
            </a:lvl7pPr>
            <a:lvl8pPr lvl="7">
              <a:spcBef>
                <a:spcPts val="800"/>
              </a:spcBef>
              <a:spcAft>
                <a:spcPts val="0"/>
              </a:spcAft>
              <a:buSzPts val="800"/>
              <a:buFont typeface="Inter Light"/>
              <a:buNone/>
              <a:defRPr sz="800">
                <a:latin typeface="Inter Light"/>
                <a:ea typeface="Inter Light"/>
                <a:cs typeface="Inter Light"/>
                <a:sym typeface="Inter Light"/>
              </a:defRPr>
            </a:lvl8pPr>
            <a:lvl9pPr lvl="8">
              <a:spcBef>
                <a:spcPts val="800"/>
              </a:spcBef>
              <a:spcAft>
                <a:spcPts val="800"/>
              </a:spcAft>
              <a:buSzPts val="800"/>
              <a:buFont typeface="Inter Light"/>
              <a:buNone/>
              <a:defRPr sz="800">
                <a:latin typeface="Inter Light"/>
                <a:ea typeface="Inter Light"/>
                <a:cs typeface="Inter Light"/>
                <a:sym typeface="Inter Light"/>
              </a:defRPr>
            </a:lvl9pPr>
          </a:lstStyle>
          <a:p/>
        </p:txBody>
      </p:sp>
      <p:sp>
        <p:nvSpPr>
          <p:cNvPr id="158" name="Google Shape;158;p9"/>
          <p:cNvSpPr txBox="1"/>
          <p:nvPr>
            <p:ph idx="4" type="title"/>
          </p:nvPr>
        </p:nvSpPr>
        <p:spPr>
          <a:xfrm>
            <a:off x="520900" y="1388975"/>
            <a:ext cx="2377800" cy="359400"/>
          </a:xfrm>
          <a:prstGeom prst="rect">
            <a:avLst/>
          </a:prstGeom>
        </p:spPr>
        <p:txBody>
          <a:bodyPr anchorCtr="0" anchor="b" bIns="91425" lIns="228600" spcFirstLastPara="1" rIns="91425" wrap="square" tIns="91425">
            <a:noAutofit/>
          </a:bodyPr>
          <a:lstStyle>
            <a:lvl1pPr lvl="0">
              <a:spcBef>
                <a:spcPts val="0"/>
              </a:spcBef>
              <a:spcAft>
                <a:spcPts val="0"/>
              </a:spcAft>
              <a:buSzPts val="1000"/>
              <a:buFont typeface="Inter Light"/>
              <a:buNone/>
              <a:defRPr sz="10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159" name="Google Shape;159;p9"/>
          <p:cNvSpPr txBox="1"/>
          <p:nvPr>
            <p:ph idx="5" type="title"/>
          </p:nvPr>
        </p:nvSpPr>
        <p:spPr>
          <a:xfrm>
            <a:off x="3167188" y="1748175"/>
            <a:ext cx="2377800" cy="926100"/>
          </a:xfrm>
          <a:prstGeom prst="rect">
            <a:avLst/>
          </a:prstGeom>
        </p:spPr>
        <p:txBody>
          <a:bodyPr anchorCtr="0" anchor="ctr" bIns="91425" lIns="228600" spcFirstLastPara="1" rIns="182875" wrap="square" tIns="91425">
            <a:noAutofit/>
          </a:bodyPr>
          <a:lstStyle>
            <a:lvl1pPr lvl="0">
              <a:spcBef>
                <a:spcPts val="0"/>
              </a:spcBef>
              <a:spcAft>
                <a:spcPts val="0"/>
              </a:spcAft>
              <a:buClr>
                <a:schemeClr val="lt1"/>
              </a:buClr>
              <a:buSzPts val="5500"/>
              <a:buNone/>
              <a:defRPr sz="5500"/>
            </a:lvl1pPr>
            <a:lvl2pPr lvl="1">
              <a:spcBef>
                <a:spcPts val="0"/>
              </a:spcBef>
              <a:spcAft>
                <a:spcPts val="0"/>
              </a:spcAft>
              <a:buClr>
                <a:schemeClr val="lt1"/>
              </a:buClr>
              <a:buSzPts val="5500"/>
              <a:buNone/>
              <a:defRPr sz="5500"/>
            </a:lvl2pPr>
            <a:lvl3pPr lvl="2">
              <a:spcBef>
                <a:spcPts val="0"/>
              </a:spcBef>
              <a:spcAft>
                <a:spcPts val="0"/>
              </a:spcAft>
              <a:buClr>
                <a:schemeClr val="lt1"/>
              </a:buClr>
              <a:buSzPts val="5500"/>
              <a:buNone/>
              <a:defRPr sz="5500"/>
            </a:lvl3pPr>
            <a:lvl4pPr lvl="3">
              <a:spcBef>
                <a:spcPts val="0"/>
              </a:spcBef>
              <a:spcAft>
                <a:spcPts val="0"/>
              </a:spcAft>
              <a:buClr>
                <a:schemeClr val="lt1"/>
              </a:buClr>
              <a:buSzPts val="5500"/>
              <a:buNone/>
              <a:defRPr sz="5500"/>
            </a:lvl4pPr>
            <a:lvl5pPr lvl="4">
              <a:spcBef>
                <a:spcPts val="0"/>
              </a:spcBef>
              <a:spcAft>
                <a:spcPts val="0"/>
              </a:spcAft>
              <a:buClr>
                <a:schemeClr val="lt1"/>
              </a:buClr>
              <a:buSzPts val="5500"/>
              <a:buNone/>
              <a:defRPr sz="5500"/>
            </a:lvl5pPr>
            <a:lvl6pPr lvl="5">
              <a:spcBef>
                <a:spcPts val="0"/>
              </a:spcBef>
              <a:spcAft>
                <a:spcPts val="0"/>
              </a:spcAft>
              <a:buClr>
                <a:schemeClr val="lt1"/>
              </a:buClr>
              <a:buSzPts val="5500"/>
              <a:buNone/>
              <a:defRPr sz="5500"/>
            </a:lvl6pPr>
            <a:lvl7pPr lvl="6">
              <a:spcBef>
                <a:spcPts val="0"/>
              </a:spcBef>
              <a:spcAft>
                <a:spcPts val="0"/>
              </a:spcAft>
              <a:buClr>
                <a:schemeClr val="lt1"/>
              </a:buClr>
              <a:buSzPts val="5500"/>
              <a:buNone/>
              <a:defRPr sz="5500"/>
            </a:lvl7pPr>
            <a:lvl8pPr lvl="7">
              <a:spcBef>
                <a:spcPts val="0"/>
              </a:spcBef>
              <a:spcAft>
                <a:spcPts val="0"/>
              </a:spcAft>
              <a:buClr>
                <a:schemeClr val="lt1"/>
              </a:buClr>
              <a:buSzPts val="5500"/>
              <a:buNone/>
              <a:defRPr sz="5500"/>
            </a:lvl8pPr>
            <a:lvl9pPr lvl="8">
              <a:spcBef>
                <a:spcPts val="0"/>
              </a:spcBef>
              <a:spcAft>
                <a:spcPts val="0"/>
              </a:spcAft>
              <a:buClr>
                <a:schemeClr val="lt1"/>
              </a:buClr>
              <a:buSzPts val="5500"/>
              <a:buNone/>
              <a:defRPr sz="5500"/>
            </a:lvl9pPr>
          </a:lstStyle>
          <a:p/>
        </p:txBody>
      </p:sp>
      <p:sp>
        <p:nvSpPr>
          <p:cNvPr id="160" name="Google Shape;160;p9"/>
          <p:cNvSpPr txBox="1"/>
          <p:nvPr>
            <p:ph idx="6" type="title"/>
          </p:nvPr>
        </p:nvSpPr>
        <p:spPr>
          <a:xfrm>
            <a:off x="3167188" y="2674400"/>
            <a:ext cx="2377800" cy="335100"/>
          </a:xfrm>
          <a:prstGeom prst="rect">
            <a:avLst/>
          </a:prstGeom>
        </p:spPr>
        <p:txBody>
          <a:bodyPr anchorCtr="0" anchor="b" bIns="91425" lIns="228600" spcFirstLastPara="1" rIns="91425" wrap="square" tIns="91425">
            <a:noAutofit/>
          </a:bodyPr>
          <a:lstStyle>
            <a:lvl1pPr lvl="0">
              <a:spcBef>
                <a:spcPts val="0"/>
              </a:spcBef>
              <a:spcAft>
                <a:spcPts val="0"/>
              </a:spcAft>
              <a:buClr>
                <a:schemeClr val="lt1"/>
              </a:buClr>
              <a:buSzPts val="1200"/>
              <a:buFont typeface="Inter"/>
              <a:buNone/>
              <a:defRPr sz="1200">
                <a:latin typeface="Inter"/>
                <a:ea typeface="Inter"/>
                <a:cs typeface="Inter"/>
                <a:sym typeface="Inter"/>
              </a:defRPr>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161" name="Google Shape;161;p9"/>
          <p:cNvSpPr txBox="1"/>
          <p:nvPr>
            <p:ph idx="7" type="subTitle"/>
          </p:nvPr>
        </p:nvSpPr>
        <p:spPr>
          <a:xfrm>
            <a:off x="3167188" y="3009500"/>
            <a:ext cx="2377800" cy="279000"/>
          </a:xfrm>
          <a:prstGeom prst="rect">
            <a:avLst/>
          </a:prstGeom>
        </p:spPr>
        <p:txBody>
          <a:bodyPr anchorCtr="0" anchor="t" bIns="0" lIns="228600" spcFirstLastPara="1" rIns="91425" wrap="square" tIns="0">
            <a:normAutofit/>
          </a:bodyPr>
          <a:lstStyle>
            <a:lvl1pPr lvl="0">
              <a:spcBef>
                <a:spcPts val="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1pPr>
            <a:lvl2pPr lvl="1">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2pPr>
            <a:lvl3pPr lvl="2">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3pPr>
            <a:lvl4pPr lvl="3">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4pPr>
            <a:lvl5pPr lvl="4">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5pPr>
            <a:lvl6pPr lvl="5">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6pPr>
            <a:lvl7pPr lvl="6">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7pPr>
            <a:lvl8pPr lvl="7">
              <a:spcBef>
                <a:spcPts val="800"/>
              </a:spcBef>
              <a:spcAft>
                <a:spcPts val="0"/>
              </a:spcAft>
              <a:buClr>
                <a:schemeClr val="lt2"/>
              </a:buClr>
              <a:buSzPts val="800"/>
              <a:buFont typeface="Inter Light"/>
              <a:buNone/>
              <a:defRPr sz="800">
                <a:solidFill>
                  <a:schemeClr val="lt2"/>
                </a:solidFill>
                <a:latin typeface="Inter Light"/>
                <a:ea typeface="Inter Light"/>
                <a:cs typeface="Inter Light"/>
                <a:sym typeface="Inter Light"/>
              </a:defRPr>
            </a:lvl8pPr>
            <a:lvl9pPr lvl="8">
              <a:spcBef>
                <a:spcPts val="800"/>
              </a:spcBef>
              <a:spcAft>
                <a:spcPts val="800"/>
              </a:spcAft>
              <a:buClr>
                <a:schemeClr val="lt2"/>
              </a:buClr>
              <a:buSzPts val="800"/>
              <a:buFont typeface="Inter Light"/>
              <a:buNone/>
              <a:defRPr sz="800">
                <a:solidFill>
                  <a:schemeClr val="lt2"/>
                </a:solidFill>
                <a:latin typeface="Inter Light"/>
                <a:ea typeface="Inter Light"/>
                <a:cs typeface="Inter Light"/>
                <a:sym typeface="Inter Light"/>
              </a:defRPr>
            </a:lvl9pPr>
          </a:lstStyle>
          <a:p/>
        </p:txBody>
      </p:sp>
      <p:sp>
        <p:nvSpPr>
          <p:cNvPr id="162" name="Google Shape;162;p9"/>
          <p:cNvSpPr txBox="1"/>
          <p:nvPr>
            <p:ph idx="8" type="title"/>
          </p:nvPr>
        </p:nvSpPr>
        <p:spPr>
          <a:xfrm>
            <a:off x="3167188" y="1388975"/>
            <a:ext cx="2377800" cy="359400"/>
          </a:xfrm>
          <a:prstGeom prst="rect">
            <a:avLst/>
          </a:prstGeom>
        </p:spPr>
        <p:txBody>
          <a:bodyPr anchorCtr="0" anchor="b" bIns="91425" lIns="228600" spcFirstLastPara="1" rIns="91425" wrap="square" tIns="91425">
            <a:noAutofit/>
          </a:bodyPr>
          <a:lstStyle>
            <a:lvl1pPr lvl="0">
              <a:spcBef>
                <a:spcPts val="0"/>
              </a:spcBef>
              <a:spcAft>
                <a:spcPts val="0"/>
              </a:spcAft>
              <a:buClr>
                <a:schemeClr val="lt1"/>
              </a:buClr>
              <a:buSzPts val="1000"/>
              <a:buFont typeface="Inter Light"/>
              <a:buNone/>
              <a:defRPr sz="1000">
                <a:latin typeface="Inter Light"/>
                <a:ea typeface="Inter Light"/>
                <a:cs typeface="Inter Light"/>
                <a:sym typeface="Inter Light"/>
              </a:defRPr>
            </a:lvl1pPr>
            <a:lvl2pPr lvl="1">
              <a:spcBef>
                <a:spcPts val="0"/>
              </a:spcBef>
              <a:spcAft>
                <a:spcPts val="0"/>
              </a:spcAft>
              <a:buClr>
                <a:schemeClr val="lt1"/>
              </a:buClr>
              <a:buSzPts val="1000"/>
              <a:buFont typeface="Inter Light"/>
              <a:buNone/>
              <a:defRPr sz="1000">
                <a:latin typeface="Inter Light"/>
                <a:ea typeface="Inter Light"/>
                <a:cs typeface="Inter Light"/>
                <a:sym typeface="Inter Light"/>
              </a:defRPr>
            </a:lvl2pPr>
            <a:lvl3pPr lvl="2">
              <a:spcBef>
                <a:spcPts val="0"/>
              </a:spcBef>
              <a:spcAft>
                <a:spcPts val="0"/>
              </a:spcAft>
              <a:buClr>
                <a:schemeClr val="lt1"/>
              </a:buClr>
              <a:buSzPts val="1000"/>
              <a:buFont typeface="Inter Light"/>
              <a:buNone/>
              <a:defRPr sz="1000">
                <a:latin typeface="Inter Light"/>
                <a:ea typeface="Inter Light"/>
                <a:cs typeface="Inter Light"/>
                <a:sym typeface="Inter Light"/>
              </a:defRPr>
            </a:lvl3pPr>
            <a:lvl4pPr lvl="3">
              <a:spcBef>
                <a:spcPts val="0"/>
              </a:spcBef>
              <a:spcAft>
                <a:spcPts val="0"/>
              </a:spcAft>
              <a:buClr>
                <a:schemeClr val="lt1"/>
              </a:buClr>
              <a:buSzPts val="1000"/>
              <a:buFont typeface="Inter Light"/>
              <a:buNone/>
              <a:defRPr sz="1000">
                <a:latin typeface="Inter Light"/>
                <a:ea typeface="Inter Light"/>
                <a:cs typeface="Inter Light"/>
                <a:sym typeface="Inter Light"/>
              </a:defRPr>
            </a:lvl4pPr>
            <a:lvl5pPr lvl="4">
              <a:spcBef>
                <a:spcPts val="0"/>
              </a:spcBef>
              <a:spcAft>
                <a:spcPts val="0"/>
              </a:spcAft>
              <a:buClr>
                <a:schemeClr val="lt1"/>
              </a:buClr>
              <a:buSzPts val="1000"/>
              <a:buFont typeface="Inter Light"/>
              <a:buNone/>
              <a:defRPr sz="1000">
                <a:latin typeface="Inter Light"/>
                <a:ea typeface="Inter Light"/>
                <a:cs typeface="Inter Light"/>
                <a:sym typeface="Inter Light"/>
              </a:defRPr>
            </a:lvl5pPr>
            <a:lvl6pPr lvl="5">
              <a:spcBef>
                <a:spcPts val="0"/>
              </a:spcBef>
              <a:spcAft>
                <a:spcPts val="0"/>
              </a:spcAft>
              <a:buClr>
                <a:schemeClr val="lt1"/>
              </a:buClr>
              <a:buSzPts val="1000"/>
              <a:buFont typeface="Inter Light"/>
              <a:buNone/>
              <a:defRPr sz="1000">
                <a:latin typeface="Inter Light"/>
                <a:ea typeface="Inter Light"/>
                <a:cs typeface="Inter Light"/>
                <a:sym typeface="Inter Light"/>
              </a:defRPr>
            </a:lvl6pPr>
            <a:lvl7pPr lvl="6">
              <a:spcBef>
                <a:spcPts val="0"/>
              </a:spcBef>
              <a:spcAft>
                <a:spcPts val="0"/>
              </a:spcAft>
              <a:buClr>
                <a:schemeClr val="lt1"/>
              </a:buClr>
              <a:buSzPts val="1000"/>
              <a:buFont typeface="Inter Light"/>
              <a:buNone/>
              <a:defRPr sz="1000">
                <a:latin typeface="Inter Light"/>
                <a:ea typeface="Inter Light"/>
                <a:cs typeface="Inter Light"/>
                <a:sym typeface="Inter Light"/>
              </a:defRPr>
            </a:lvl7pPr>
            <a:lvl8pPr lvl="7">
              <a:spcBef>
                <a:spcPts val="0"/>
              </a:spcBef>
              <a:spcAft>
                <a:spcPts val="0"/>
              </a:spcAft>
              <a:buClr>
                <a:schemeClr val="lt1"/>
              </a:buClr>
              <a:buSzPts val="1000"/>
              <a:buFont typeface="Inter Light"/>
              <a:buNone/>
              <a:defRPr sz="1000">
                <a:latin typeface="Inter Light"/>
                <a:ea typeface="Inter Light"/>
                <a:cs typeface="Inter Light"/>
                <a:sym typeface="Inter Light"/>
              </a:defRPr>
            </a:lvl8pPr>
            <a:lvl9pPr lvl="8">
              <a:spcBef>
                <a:spcPts val="0"/>
              </a:spcBef>
              <a:spcAft>
                <a:spcPts val="0"/>
              </a:spcAft>
              <a:buClr>
                <a:schemeClr val="lt1"/>
              </a:buClr>
              <a:buSzPts val="1000"/>
              <a:buFont typeface="Inter Light"/>
              <a:buNone/>
              <a:defRPr sz="1000">
                <a:latin typeface="Inter Light"/>
                <a:ea typeface="Inter Light"/>
                <a:cs typeface="Inter Light"/>
                <a:sym typeface="Inter Light"/>
              </a:defRPr>
            </a:lvl9pPr>
          </a:lstStyle>
          <a:p/>
        </p:txBody>
      </p:sp>
      <p:sp>
        <p:nvSpPr>
          <p:cNvPr id="163" name="Google Shape;163;p9"/>
          <p:cNvSpPr txBox="1"/>
          <p:nvPr>
            <p:ph idx="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64" name="Google Shape;164;p9"/>
          <p:cNvSpPr txBox="1"/>
          <p:nvPr>
            <p:ph idx="13" type="title"/>
          </p:nvPr>
        </p:nvSpPr>
        <p:spPr>
          <a:xfrm flipH="1">
            <a:off x="524150" y="658975"/>
            <a:ext cx="8098500" cy="6486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65" name="Google Shape;165;p9"/>
          <p:cNvSpPr txBox="1"/>
          <p:nvPr>
            <p:ph idx="14" type="subTitle"/>
          </p:nvPr>
        </p:nvSpPr>
        <p:spPr>
          <a:xfrm>
            <a:off x="523850" y="334925"/>
            <a:ext cx="8099100" cy="3240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166" name="Google Shape;166;p9"/>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67" name="Google Shape;167;p9"/>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68" name="Google Shape;168;p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69" name="Google Shape;169;p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70" name="Google Shape;170;p9"/>
          <p:cNvSpPr txBox="1"/>
          <p:nvPr>
            <p:ph idx="15"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71" name="Google Shape;171;p9"/>
          <p:cNvSpPr txBox="1"/>
          <p:nvPr>
            <p:ph idx="16"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72" name="Google Shape;172;p9"/>
          <p:cNvCxnSpPr/>
          <p:nvPr/>
        </p:nvCxnSpPr>
        <p:spPr>
          <a:xfrm>
            <a:off x="8622700" y="334925"/>
            <a:ext cx="0" cy="4814100"/>
          </a:xfrm>
          <a:prstGeom prst="straightConnector1">
            <a:avLst/>
          </a:prstGeom>
          <a:noFill/>
          <a:ln cap="flat" cmpd="sng" w="9525">
            <a:solidFill>
              <a:schemeClr val="lt1"/>
            </a:solidFill>
            <a:prstDash val="solid"/>
            <a:round/>
            <a:headEnd len="sm" w="sm" type="none"/>
            <a:tailEnd len="sm" w="sm" type="none"/>
          </a:ln>
        </p:spPr>
      </p:cxnSp>
      <p:sp>
        <p:nvSpPr>
          <p:cNvPr id="173" name="Google Shape;173;p9"/>
          <p:cNvSpPr txBox="1"/>
          <p:nvPr>
            <p:ph idx="17" type="title"/>
          </p:nvPr>
        </p:nvSpPr>
        <p:spPr>
          <a:xfrm>
            <a:off x="520900" y="3466625"/>
            <a:ext cx="1848600" cy="279000"/>
          </a:xfrm>
          <a:prstGeom prst="rect">
            <a:avLst/>
          </a:prstGeom>
        </p:spPr>
        <p:txBody>
          <a:bodyPr anchorCtr="0" anchor="ctr" bIns="0" lIns="182875" spcFirstLastPara="1" rIns="182875"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174" name="Google Shape;174;p9"/>
          <p:cNvSpPr txBox="1"/>
          <p:nvPr>
            <p:ph idx="18" type="subTitle"/>
          </p:nvPr>
        </p:nvSpPr>
        <p:spPr>
          <a:xfrm>
            <a:off x="524135" y="4213926"/>
            <a:ext cx="1848600" cy="224700"/>
          </a:xfrm>
          <a:prstGeom prst="rect">
            <a:avLst/>
          </a:prstGeom>
        </p:spPr>
        <p:txBody>
          <a:bodyPr anchorCtr="0" anchor="ctr" bIns="0" lIns="182875" spcFirstLastPara="1" rIns="91425" wrap="square" tIns="0">
            <a:normAutofit/>
          </a:bodyPr>
          <a:lstStyle>
            <a:lvl1pPr lvl="0">
              <a:spcBef>
                <a:spcPts val="0"/>
              </a:spcBef>
              <a:spcAft>
                <a:spcPts val="0"/>
              </a:spcAft>
              <a:buSzPts val="800"/>
              <a:buNone/>
              <a:defRPr sz="800"/>
            </a:lvl1pPr>
            <a:lvl2pPr lvl="1">
              <a:spcBef>
                <a:spcPts val="800"/>
              </a:spcBef>
              <a:spcAft>
                <a:spcPts val="0"/>
              </a:spcAft>
              <a:buSzPts val="800"/>
              <a:buNone/>
              <a:defRPr sz="800"/>
            </a:lvl2pPr>
            <a:lvl3pPr lvl="2">
              <a:spcBef>
                <a:spcPts val="800"/>
              </a:spcBef>
              <a:spcAft>
                <a:spcPts val="0"/>
              </a:spcAft>
              <a:buSzPts val="800"/>
              <a:buNone/>
              <a:defRPr sz="800"/>
            </a:lvl3pPr>
            <a:lvl4pPr lvl="3">
              <a:spcBef>
                <a:spcPts val="800"/>
              </a:spcBef>
              <a:spcAft>
                <a:spcPts val="0"/>
              </a:spcAft>
              <a:buSzPts val="800"/>
              <a:buNone/>
              <a:defRPr sz="800"/>
            </a:lvl4pPr>
            <a:lvl5pPr lvl="4">
              <a:spcBef>
                <a:spcPts val="800"/>
              </a:spcBef>
              <a:spcAft>
                <a:spcPts val="0"/>
              </a:spcAft>
              <a:buSzPts val="800"/>
              <a:buNone/>
              <a:defRPr sz="800"/>
            </a:lvl5pPr>
            <a:lvl6pPr lvl="5">
              <a:spcBef>
                <a:spcPts val="800"/>
              </a:spcBef>
              <a:spcAft>
                <a:spcPts val="0"/>
              </a:spcAft>
              <a:buSzPts val="800"/>
              <a:buNone/>
              <a:defRPr sz="800"/>
            </a:lvl6pPr>
            <a:lvl7pPr lvl="6">
              <a:spcBef>
                <a:spcPts val="800"/>
              </a:spcBef>
              <a:spcAft>
                <a:spcPts val="0"/>
              </a:spcAft>
              <a:buSzPts val="800"/>
              <a:buNone/>
              <a:defRPr sz="800"/>
            </a:lvl7pPr>
            <a:lvl8pPr lvl="7">
              <a:spcBef>
                <a:spcPts val="800"/>
              </a:spcBef>
              <a:spcAft>
                <a:spcPts val="0"/>
              </a:spcAft>
              <a:buSzPts val="800"/>
              <a:buNone/>
              <a:defRPr sz="800"/>
            </a:lvl8pPr>
            <a:lvl9pPr lvl="8">
              <a:spcBef>
                <a:spcPts val="800"/>
              </a:spcBef>
              <a:spcAft>
                <a:spcPts val="800"/>
              </a:spcAft>
              <a:buSzPts val="800"/>
              <a:buNone/>
              <a:defRPr sz="800"/>
            </a:lvl9pPr>
          </a:lstStyle>
          <a:p/>
        </p:txBody>
      </p:sp>
      <p:sp>
        <p:nvSpPr>
          <p:cNvPr id="175" name="Google Shape;175;p9"/>
          <p:cNvSpPr txBox="1"/>
          <p:nvPr>
            <p:ph idx="19" type="title"/>
          </p:nvPr>
        </p:nvSpPr>
        <p:spPr>
          <a:xfrm>
            <a:off x="520900" y="3745642"/>
            <a:ext cx="1848600" cy="468600"/>
          </a:xfrm>
          <a:prstGeom prst="rect">
            <a:avLst/>
          </a:prstGeom>
        </p:spPr>
        <p:txBody>
          <a:bodyPr anchorCtr="0" anchor="ctr" bIns="0" lIns="182875" spcFirstLastPara="1" rIns="182875" wrap="square" tIns="0">
            <a:noAutofit/>
          </a:bodyPr>
          <a:lstStyle>
            <a:lvl1pPr lvl="0">
              <a:spcBef>
                <a:spcPts val="0"/>
              </a:spcBef>
              <a:spcAft>
                <a:spcPts val="0"/>
              </a:spcAft>
              <a:buSzPts val="3200"/>
              <a:buFont typeface="Gowun Batang"/>
              <a:buNone/>
              <a:defRPr/>
            </a:lvl1pPr>
            <a:lvl2pPr lvl="1">
              <a:spcBef>
                <a:spcPts val="0"/>
              </a:spcBef>
              <a:spcAft>
                <a:spcPts val="0"/>
              </a:spcAft>
              <a:buSzPts val="3200"/>
              <a:buFont typeface="Inter"/>
              <a:buNone/>
              <a:defRPr>
                <a:latin typeface="Inter"/>
                <a:ea typeface="Inter"/>
                <a:cs typeface="Inter"/>
                <a:sym typeface="Inter"/>
              </a:defRPr>
            </a:lvl2pPr>
            <a:lvl3pPr lvl="2">
              <a:spcBef>
                <a:spcPts val="0"/>
              </a:spcBef>
              <a:spcAft>
                <a:spcPts val="0"/>
              </a:spcAft>
              <a:buSzPts val="3200"/>
              <a:buFont typeface="Inter"/>
              <a:buNone/>
              <a:defRPr>
                <a:latin typeface="Inter"/>
                <a:ea typeface="Inter"/>
                <a:cs typeface="Inter"/>
                <a:sym typeface="Inter"/>
              </a:defRPr>
            </a:lvl3pPr>
            <a:lvl4pPr lvl="3">
              <a:spcBef>
                <a:spcPts val="0"/>
              </a:spcBef>
              <a:spcAft>
                <a:spcPts val="0"/>
              </a:spcAft>
              <a:buSzPts val="3200"/>
              <a:buFont typeface="Inter"/>
              <a:buNone/>
              <a:defRPr>
                <a:latin typeface="Inter"/>
                <a:ea typeface="Inter"/>
                <a:cs typeface="Inter"/>
                <a:sym typeface="Inter"/>
              </a:defRPr>
            </a:lvl4pPr>
            <a:lvl5pPr lvl="4">
              <a:spcBef>
                <a:spcPts val="0"/>
              </a:spcBef>
              <a:spcAft>
                <a:spcPts val="0"/>
              </a:spcAft>
              <a:buSzPts val="3200"/>
              <a:buFont typeface="Inter"/>
              <a:buNone/>
              <a:defRPr>
                <a:latin typeface="Inter"/>
                <a:ea typeface="Inter"/>
                <a:cs typeface="Inter"/>
                <a:sym typeface="Inter"/>
              </a:defRPr>
            </a:lvl5pPr>
            <a:lvl6pPr lvl="5">
              <a:spcBef>
                <a:spcPts val="0"/>
              </a:spcBef>
              <a:spcAft>
                <a:spcPts val="0"/>
              </a:spcAft>
              <a:buSzPts val="3200"/>
              <a:buFont typeface="Inter"/>
              <a:buNone/>
              <a:defRPr>
                <a:latin typeface="Inter"/>
                <a:ea typeface="Inter"/>
                <a:cs typeface="Inter"/>
                <a:sym typeface="Inter"/>
              </a:defRPr>
            </a:lvl6pPr>
            <a:lvl7pPr lvl="6">
              <a:spcBef>
                <a:spcPts val="0"/>
              </a:spcBef>
              <a:spcAft>
                <a:spcPts val="0"/>
              </a:spcAft>
              <a:buSzPts val="3200"/>
              <a:buFont typeface="Inter"/>
              <a:buNone/>
              <a:defRPr>
                <a:latin typeface="Inter"/>
                <a:ea typeface="Inter"/>
                <a:cs typeface="Inter"/>
                <a:sym typeface="Inter"/>
              </a:defRPr>
            </a:lvl7pPr>
            <a:lvl8pPr lvl="7">
              <a:spcBef>
                <a:spcPts val="0"/>
              </a:spcBef>
              <a:spcAft>
                <a:spcPts val="0"/>
              </a:spcAft>
              <a:buSzPts val="3200"/>
              <a:buFont typeface="Inter"/>
              <a:buNone/>
              <a:defRPr>
                <a:latin typeface="Inter"/>
                <a:ea typeface="Inter"/>
                <a:cs typeface="Inter"/>
                <a:sym typeface="Inter"/>
              </a:defRPr>
            </a:lvl8pPr>
            <a:lvl9pPr lvl="8">
              <a:spcBef>
                <a:spcPts val="0"/>
              </a:spcBef>
              <a:spcAft>
                <a:spcPts val="0"/>
              </a:spcAft>
              <a:buSzPts val="3200"/>
              <a:buFont typeface="Inter"/>
              <a:buNone/>
              <a:defRPr>
                <a:latin typeface="Inter"/>
                <a:ea typeface="Inter"/>
                <a:cs typeface="Inter"/>
                <a:sym typeface="Inter"/>
              </a:defRPr>
            </a:lvl9pPr>
          </a:lstStyle>
          <a:p/>
        </p:txBody>
      </p:sp>
      <p:sp>
        <p:nvSpPr>
          <p:cNvPr id="176" name="Google Shape;176;p9"/>
          <p:cNvSpPr txBox="1"/>
          <p:nvPr>
            <p:ph idx="20" type="subTitle"/>
          </p:nvPr>
        </p:nvSpPr>
        <p:spPr>
          <a:xfrm>
            <a:off x="2374473" y="4213926"/>
            <a:ext cx="1848600" cy="224700"/>
          </a:xfrm>
          <a:prstGeom prst="rect">
            <a:avLst/>
          </a:prstGeom>
        </p:spPr>
        <p:txBody>
          <a:bodyPr anchorCtr="0" anchor="ctr" bIns="0" lIns="182875" spcFirstLastPara="1" rIns="91425" wrap="square" tIns="0">
            <a:normAutofit/>
          </a:bodyPr>
          <a:lstStyle>
            <a:lvl1pPr lvl="0">
              <a:spcBef>
                <a:spcPts val="0"/>
              </a:spcBef>
              <a:spcAft>
                <a:spcPts val="0"/>
              </a:spcAft>
              <a:buSzPts val="800"/>
              <a:buNone/>
              <a:defRPr sz="800"/>
            </a:lvl1pPr>
            <a:lvl2pPr lvl="1">
              <a:spcBef>
                <a:spcPts val="800"/>
              </a:spcBef>
              <a:spcAft>
                <a:spcPts val="0"/>
              </a:spcAft>
              <a:buSzPts val="800"/>
              <a:buNone/>
              <a:defRPr sz="800"/>
            </a:lvl2pPr>
            <a:lvl3pPr lvl="2">
              <a:spcBef>
                <a:spcPts val="800"/>
              </a:spcBef>
              <a:spcAft>
                <a:spcPts val="0"/>
              </a:spcAft>
              <a:buSzPts val="800"/>
              <a:buNone/>
              <a:defRPr sz="800"/>
            </a:lvl3pPr>
            <a:lvl4pPr lvl="3">
              <a:spcBef>
                <a:spcPts val="800"/>
              </a:spcBef>
              <a:spcAft>
                <a:spcPts val="0"/>
              </a:spcAft>
              <a:buSzPts val="800"/>
              <a:buNone/>
              <a:defRPr sz="800"/>
            </a:lvl4pPr>
            <a:lvl5pPr lvl="4">
              <a:spcBef>
                <a:spcPts val="800"/>
              </a:spcBef>
              <a:spcAft>
                <a:spcPts val="0"/>
              </a:spcAft>
              <a:buSzPts val="800"/>
              <a:buNone/>
              <a:defRPr sz="800"/>
            </a:lvl5pPr>
            <a:lvl6pPr lvl="5">
              <a:spcBef>
                <a:spcPts val="800"/>
              </a:spcBef>
              <a:spcAft>
                <a:spcPts val="0"/>
              </a:spcAft>
              <a:buSzPts val="800"/>
              <a:buNone/>
              <a:defRPr sz="800"/>
            </a:lvl6pPr>
            <a:lvl7pPr lvl="6">
              <a:spcBef>
                <a:spcPts val="800"/>
              </a:spcBef>
              <a:spcAft>
                <a:spcPts val="0"/>
              </a:spcAft>
              <a:buSzPts val="800"/>
              <a:buNone/>
              <a:defRPr sz="800"/>
            </a:lvl7pPr>
            <a:lvl8pPr lvl="7">
              <a:spcBef>
                <a:spcPts val="800"/>
              </a:spcBef>
              <a:spcAft>
                <a:spcPts val="0"/>
              </a:spcAft>
              <a:buSzPts val="800"/>
              <a:buNone/>
              <a:defRPr sz="800"/>
            </a:lvl8pPr>
            <a:lvl9pPr lvl="8">
              <a:spcBef>
                <a:spcPts val="800"/>
              </a:spcBef>
              <a:spcAft>
                <a:spcPts val="800"/>
              </a:spcAft>
              <a:buSzPts val="800"/>
              <a:buNone/>
              <a:defRPr sz="800"/>
            </a:lvl9pPr>
          </a:lstStyle>
          <a:p/>
        </p:txBody>
      </p:sp>
      <p:sp>
        <p:nvSpPr>
          <p:cNvPr id="177" name="Google Shape;177;p9"/>
          <p:cNvSpPr txBox="1"/>
          <p:nvPr>
            <p:ph idx="21" type="title"/>
          </p:nvPr>
        </p:nvSpPr>
        <p:spPr>
          <a:xfrm>
            <a:off x="2371238" y="3745642"/>
            <a:ext cx="1848600" cy="468600"/>
          </a:xfrm>
          <a:prstGeom prst="rect">
            <a:avLst/>
          </a:prstGeom>
        </p:spPr>
        <p:txBody>
          <a:bodyPr anchorCtr="0" anchor="ctr" bIns="0" lIns="182875" spcFirstLastPara="1" rIns="182875" wrap="square" tIns="0">
            <a:noAutofit/>
          </a:bodyPr>
          <a:lstStyle>
            <a:lvl1pPr lvl="0">
              <a:spcBef>
                <a:spcPts val="0"/>
              </a:spcBef>
              <a:spcAft>
                <a:spcPts val="0"/>
              </a:spcAft>
              <a:buSzPts val="3200"/>
              <a:buFont typeface="Gowun Batang"/>
              <a:buNone/>
              <a:defRPr/>
            </a:lvl1pPr>
            <a:lvl2pPr lvl="1">
              <a:spcBef>
                <a:spcPts val="0"/>
              </a:spcBef>
              <a:spcAft>
                <a:spcPts val="0"/>
              </a:spcAft>
              <a:buSzPts val="3200"/>
              <a:buFont typeface="Inter"/>
              <a:buNone/>
              <a:defRPr>
                <a:latin typeface="Inter"/>
                <a:ea typeface="Inter"/>
                <a:cs typeface="Inter"/>
                <a:sym typeface="Inter"/>
              </a:defRPr>
            </a:lvl2pPr>
            <a:lvl3pPr lvl="2">
              <a:spcBef>
                <a:spcPts val="0"/>
              </a:spcBef>
              <a:spcAft>
                <a:spcPts val="0"/>
              </a:spcAft>
              <a:buSzPts val="3200"/>
              <a:buFont typeface="Inter"/>
              <a:buNone/>
              <a:defRPr>
                <a:latin typeface="Inter"/>
                <a:ea typeface="Inter"/>
                <a:cs typeface="Inter"/>
                <a:sym typeface="Inter"/>
              </a:defRPr>
            </a:lvl3pPr>
            <a:lvl4pPr lvl="3">
              <a:spcBef>
                <a:spcPts val="0"/>
              </a:spcBef>
              <a:spcAft>
                <a:spcPts val="0"/>
              </a:spcAft>
              <a:buSzPts val="3200"/>
              <a:buFont typeface="Inter"/>
              <a:buNone/>
              <a:defRPr>
                <a:latin typeface="Inter"/>
                <a:ea typeface="Inter"/>
                <a:cs typeface="Inter"/>
                <a:sym typeface="Inter"/>
              </a:defRPr>
            </a:lvl4pPr>
            <a:lvl5pPr lvl="4">
              <a:spcBef>
                <a:spcPts val="0"/>
              </a:spcBef>
              <a:spcAft>
                <a:spcPts val="0"/>
              </a:spcAft>
              <a:buSzPts val="3200"/>
              <a:buFont typeface="Inter"/>
              <a:buNone/>
              <a:defRPr>
                <a:latin typeface="Inter"/>
                <a:ea typeface="Inter"/>
                <a:cs typeface="Inter"/>
                <a:sym typeface="Inter"/>
              </a:defRPr>
            </a:lvl5pPr>
            <a:lvl6pPr lvl="5">
              <a:spcBef>
                <a:spcPts val="0"/>
              </a:spcBef>
              <a:spcAft>
                <a:spcPts val="0"/>
              </a:spcAft>
              <a:buSzPts val="3200"/>
              <a:buFont typeface="Inter"/>
              <a:buNone/>
              <a:defRPr>
                <a:latin typeface="Inter"/>
                <a:ea typeface="Inter"/>
                <a:cs typeface="Inter"/>
                <a:sym typeface="Inter"/>
              </a:defRPr>
            </a:lvl6pPr>
            <a:lvl7pPr lvl="6">
              <a:spcBef>
                <a:spcPts val="0"/>
              </a:spcBef>
              <a:spcAft>
                <a:spcPts val="0"/>
              </a:spcAft>
              <a:buSzPts val="3200"/>
              <a:buFont typeface="Inter"/>
              <a:buNone/>
              <a:defRPr>
                <a:latin typeface="Inter"/>
                <a:ea typeface="Inter"/>
                <a:cs typeface="Inter"/>
                <a:sym typeface="Inter"/>
              </a:defRPr>
            </a:lvl7pPr>
            <a:lvl8pPr lvl="7">
              <a:spcBef>
                <a:spcPts val="0"/>
              </a:spcBef>
              <a:spcAft>
                <a:spcPts val="0"/>
              </a:spcAft>
              <a:buSzPts val="3200"/>
              <a:buFont typeface="Inter"/>
              <a:buNone/>
              <a:defRPr>
                <a:latin typeface="Inter"/>
                <a:ea typeface="Inter"/>
                <a:cs typeface="Inter"/>
                <a:sym typeface="Inter"/>
              </a:defRPr>
            </a:lvl8pPr>
            <a:lvl9pPr lvl="8">
              <a:spcBef>
                <a:spcPts val="0"/>
              </a:spcBef>
              <a:spcAft>
                <a:spcPts val="0"/>
              </a:spcAft>
              <a:buSzPts val="3200"/>
              <a:buFont typeface="Inter"/>
              <a:buNone/>
              <a:defRPr>
                <a:latin typeface="Inter"/>
                <a:ea typeface="Inter"/>
                <a:cs typeface="Inter"/>
                <a:sym typeface="Inter"/>
              </a:defRPr>
            </a:lvl9pPr>
          </a:lstStyle>
          <a:p/>
        </p:txBody>
      </p:sp>
      <p:sp>
        <p:nvSpPr>
          <p:cNvPr id="178" name="Google Shape;178;p9"/>
          <p:cNvSpPr txBox="1"/>
          <p:nvPr>
            <p:ph idx="22" type="subTitle"/>
          </p:nvPr>
        </p:nvSpPr>
        <p:spPr>
          <a:xfrm>
            <a:off x="4225138" y="4213928"/>
            <a:ext cx="1764600" cy="224700"/>
          </a:xfrm>
          <a:prstGeom prst="rect">
            <a:avLst/>
          </a:prstGeom>
        </p:spPr>
        <p:txBody>
          <a:bodyPr anchorCtr="0" anchor="ctr" bIns="0" lIns="182875" spcFirstLastPara="1" rIns="91425" wrap="square" tIns="0">
            <a:normAutofit/>
          </a:bodyPr>
          <a:lstStyle>
            <a:lvl1pPr lvl="0">
              <a:spcBef>
                <a:spcPts val="0"/>
              </a:spcBef>
              <a:spcAft>
                <a:spcPts val="0"/>
              </a:spcAft>
              <a:buSzPts val="800"/>
              <a:buNone/>
              <a:defRPr sz="800"/>
            </a:lvl1pPr>
            <a:lvl2pPr lvl="1">
              <a:spcBef>
                <a:spcPts val="800"/>
              </a:spcBef>
              <a:spcAft>
                <a:spcPts val="0"/>
              </a:spcAft>
              <a:buSzPts val="800"/>
              <a:buNone/>
              <a:defRPr sz="800"/>
            </a:lvl2pPr>
            <a:lvl3pPr lvl="2">
              <a:spcBef>
                <a:spcPts val="800"/>
              </a:spcBef>
              <a:spcAft>
                <a:spcPts val="0"/>
              </a:spcAft>
              <a:buSzPts val="800"/>
              <a:buNone/>
              <a:defRPr sz="800"/>
            </a:lvl3pPr>
            <a:lvl4pPr lvl="3">
              <a:spcBef>
                <a:spcPts val="800"/>
              </a:spcBef>
              <a:spcAft>
                <a:spcPts val="0"/>
              </a:spcAft>
              <a:buSzPts val="800"/>
              <a:buNone/>
              <a:defRPr sz="800"/>
            </a:lvl4pPr>
            <a:lvl5pPr lvl="4">
              <a:spcBef>
                <a:spcPts val="800"/>
              </a:spcBef>
              <a:spcAft>
                <a:spcPts val="0"/>
              </a:spcAft>
              <a:buSzPts val="800"/>
              <a:buNone/>
              <a:defRPr sz="800"/>
            </a:lvl5pPr>
            <a:lvl6pPr lvl="5">
              <a:spcBef>
                <a:spcPts val="800"/>
              </a:spcBef>
              <a:spcAft>
                <a:spcPts val="0"/>
              </a:spcAft>
              <a:buSzPts val="800"/>
              <a:buNone/>
              <a:defRPr sz="800"/>
            </a:lvl6pPr>
            <a:lvl7pPr lvl="6">
              <a:spcBef>
                <a:spcPts val="800"/>
              </a:spcBef>
              <a:spcAft>
                <a:spcPts val="0"/>
              </a:spcAft>
              <a:buSzPts val="800"/>
              <a:buNone/>
              <a:defRPr sz="800"/>
            </a:lvl7pPr>
            <a:lvl8pPr lvl="7">
              <a:spcBef>
                <a:spcPts val="800"/>
              </a:spcBef>
              <a:spcAft>
                <a:spcPts val="0"/>
              </a:spcAft>
              <a:buSzPts val="800"/>
              <a:buNone/>
              <a:defRPr sz="800"/>
            </a:lvl8pPr>
            <a:lvl9pPr lvl="8">
              <a:spcBef>
                <a:spcPts val="800"/>
              </a:spcBef>
              <a:spcAft>
                <a:spcPts val="800"/>
              </a:spcAft>
              <a:buSzPts val="800"/>
              <a:buNone/>
              <a:defRPr sz="800"/>
            </a:lvl9pPr>
          </a:lstStyle>
          <a:p/>
        </p:txBody>
      </p:sp>
      <p:sp>
        <p:nvSpPr>
          <p:cNvPr id="179" name="Google Shape;179;p9"/>
          <p:cNvSpPr txBox="1"/>
          <p:nvPr>
            <p:ph idx="23" type="title"/>
          </p:nvPr>
        </p:nvSpPr>
        <p:spPr>
          <a:xfrm>
            <a:off x="4222050" y="3745650"/>
            <a:ext cx="1764600" cy="468600"/>
          </a:xfrm>
          <a:prstGeom prst="rect">
            <a:avLst/>
          </a:prstGeom>
        </p:spPr>
        <p:txBody>
          <a:bodyPr anchorCtr="0" anchor="ctr" bIns="0" lIns="182875" spcFirstLastPara="1" rIns="182875" wrap="square" tIns="0">
            <a:noAutofit/>
          </a:bodyPr>
          <a:lstStyle>
            <a:lvl1pPr lvl="0">
              <a:spcBef>
                <a:spcPts val="0"/>
              </a:spcBef>
              <a:spcAft>
                <a:spcPts val="0"/>
              </a:spcAft>
              <a:buSzPts val="3200"/>
              <a:buFont typeface="Gowun Batang"/>
              <a:buNone/>
              <a:defRPr/>
            </a:lvl1pPr>
            <a:lvl2pPr lvl="1">
              <a:spcBef>
                <a:spcPts val="0"/>
              </a:spcBef>
              <a:spcAft>
                <a:spcPts val="0"/>
              </a:spcAft>
              <a:buSzPts val="3200"/>
              <a:buFont typeface="Inter"/>
              <a:buNone/>
              <a:defRPr>
                <a:latin typeface="Inter"/>
                <a:ea typeface="Inter"/>
                <a:cs typeface="Inter"/>
                <a:sym typeface="Inter"/>
              </a:defRPr>
            </a:lvl2pPr>
            <a:lvl3pPr lvl="2">
              <a:spcBef>
                <a:spcPts val="0"/>
              </a:spcBef>
              <a:spcAft>
                <a:spcPts val="0"/>
              </a:spcAft>
              <a:buSzPts val="3200"/>
              <a:buFont typeface="Inter"/>
              <a:buNone/>
              <a:defRPr>
                <a:latin typeface="Inter"/>
                <a:ea typeface="Inter"/>
                <a:cs typeface="Inter"/>
                <a:sym typeface="Inter"/>
              </a:defRPr>
            </a:lvl3pPr>
            <a:lvl4pPr lvl="3">
              <a:spcBef>
                <a:spcPts val="0"/>
              </a:spcBef>
              <a:spcAft>
                <a:spcPts val="0"/>
              </a:spcAft>
              <a:buSzPts val="3200"/>
              <a:buFont typeface="Inter"/>
              <a:buNone/>
              <a:defRPr>
                <a:latin typeface="Inter"/>
                <a:ea typeface="Inter"/>
                <a:cs typeface="Inter"/>
                <a:sym typeface="Inter"/>
              </a:defRPr>
            </a:lvl4pPr>
            <a:lvl5pPr lvl="4">
              <a:spcBef>
                <a:spcPts val="0"/>
              </a:spcBef>
              <a:spcAft>
                <a:spcPts val="0"/>
              </a:spcAft>
              <a:buSzPts val="3200"/>
              <a:buFont typeface="Inter"/>
              <a:buNone/>
              <a:defRPr>
                <a:latin typeface="Inter"/>
                <a:ea typeface="Inter"/>
                <a:cs typeface="Inter"/>
                <a:sym typeface="Inter"/>
              </a:defRPr>
            </a:lvl5pPr>
            <a:lvl6pPr lvl="5">
              <a:spcBef>
                <a:spcPts val="0"/>
              </a:spcBef>
              <a:spcAft>
                <a:spcPts val="0"/>
              </a:spcAft>
              <a:buSzPts val="3200"/>
              <a:buFont typeface="Inter"/>
              <a:buNone/>
              <a:defRPr>
                <a:latin typeface="Inter"/>
                <a:ea typeface="Inter"/>
                <a:cs typeface="Inter"/>
                <a:sym typeface="Inter"/>
              </a:defRPr>
            </a:lvl6pPr>
            <a:lvl7pPr lvl="6">
              <a:spcBef>
                <a:spcPts val="0"/>
              </a:spcBef>
              <a:spcAft>
                <a:spcPts val="0"/>
              </a:spcAft>
              <a:buSzPts val="3200"/>
              <a:buFont typeface="Inter"/>
              <a:buNone/>
              <a:defRPr>
                <a:latin typeface="Inter"/>
                <a:ea typeface="Inter"/>
                <a:cs typeface="Inter"/>
                <a:sym typeface="Inter"/>
              </a:defRPr>
            </a:lvl7pPr>
            <a:lvl8pPr lvl="7">
              <a:spcBef>
                <a:spcPts val="0"/>
              </a:spcBef>
              <a:spcAft>
                <a:spcPts val="0"/>
              </a:spcAft>
              <a:buSzPts val="3200"/>
              <a:buFont typeface="Inter"/>
              <a:buNone/>
              <a:defRPr>
                <a:latin typeface="Inter"/>
                <a:ea typeface="Inter"/>
                <a:cs typeface="Inter"/>
                <a:sym typeface="Inter"/>
              </a:defRPr>
            </a:lvl8pPr>
            <a:lvl9pPr lvl="8">
              <a:spcBef>
                <a:spcPts val="0"/>
              </a:spcBef>
              <a:spcAft>
                <a:spcPts val="0"/>
              </a:spcAft>
              <a:buSzPts val="3200"/>
              <a:buFont typeface="Inter"/>
              <a:buNone/>
              <a:defRPr>
                <a:latin typeface="Inter"/>
                <a:ea typeface="Inter"/>
                <a:cs typeface="Inter"/>
                <a:sym typeface="Inter"/>
              </a:defRPr>
            </a:lvl9pPr>
          </a:lstStyle>
          <a:p/>
        </p:txBody>
      </p:sp>
      <p:sp>
        <p:nvSpPr>
          <p:cNvPr id="180" name="Google Shape;180;p9"/>
          <p:cNvSpPr txBox="1"/>
          <p:nvPr>
            <p:ph idx="24" type="subTitle"/>
          </p:nvPr>
        </p:nvSpPr>
        <p:spPr>
          <a:xfrm>
            <a:off x="6772301" y="4214250"/>
            <a:ext cx="1848600" cy="224700"/>
          </a:xfrm>
          <a:prstGeom prst="rect">
            <a:avLst/>
          </a:prstGeom>
        </p:spPr>
        <p:txBody>
          <a:bodyPr anchorCtr="0" anchor="ctr" bIns="0" lIns="182875" spcFirstLastPara="1" rIns="91425" wrap="square" tIns="0">
            <a:normAutofit/>
          </a:bodyPr>
          <a:lstStyle>
            <a:lvl1pPr lvl="0">
              <a:spcBef>
                <a:spcPts val="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1pPr>
            <a:lvl2pPr lvl="1">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2pPr>
            <a:lvl3pPr lvl="2">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3pPr>
            <a:lvl4pPr lvl="3">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4pPr>
            <a:lvl5pPr lvl="4">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5pPr>
            <a:lvl6pPr lvl="5">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6pPr>
            <a:lvl7pPr lvl="6">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7pPr>
            <a:lvl8pPr lvl="7">
              <a:spcBef>
                <a:spcPts val="800"/>
              </a:spcBef>
              <a:spcAft>
                <a:spcPts val="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8pPr>
            <a:lvl9pPr lvl="8">
              <a:spcBef>
                <a:spcPts val="800"/>
              </a:spcBef>
              <a:spcAft>
                <a:spcPts val="800"/>
              </a:spcAft>
              <a:buClr>
                <a:schemeClr val="accent1"/>
              </a:buClr>
              <a:buSzPts val="800"/>
              <a:buFont typeface="Inter SemiBold"/>
              <a:buNone/>
              <a:defRPr sz="800">
                <a:solidFill>
                  <a:schemeClr val="accent1"/>
                </a:solidFill>
                <a:latin typeface="Inter SemiBold"/>
                <a:ea typeface="Inter SemiBold"/>
                <a:cs typeface="Inter SemiBold"/>
                <a:sym typeface="Inter SemiBold"/>
              </a:defRPr>
            </a:lvl9pPr>
          </a:lstStyle>
          <a:p/>
        </p:txBody>
      </p:sp>
      <p:sp>
        <p:nvSpPr>
          <p:cNvPr id="181" name="Google Shape;181;p9"/>
          <p:cNvSpPr txBox="1"/>
          <p:nvPr>
            <p:ph idx="25" type="title"/>
          </p:nvPr>
        </p:nvSpPr>
        <p:spPr>
          <a:xfrm>
            <a:off x="6772300" y="3745650"/>
            <a:ext cx="1848600" cy="468600"/>
          </a:xfrm>
          <a:prstGeom prst="rect">
            <a:avLst/>
          </a:prstGeom>
        </p:spPr>
        <p:txBody>
          <a:bodyPr anchorCtr="0" anchor="ctr" bIns="0" lIns="182875" spcFirstLastPara="1" rIns="182875" wrap="square" tIns="0">
            <a:noAutofit/>
          </a:bodyPr>
          <a:lstStyle>
            <a:lvl1pPr lvl="0">
              <a:spcBef>
                <a:spcPts val="0"/>
              </a:spcBef>
              <a:spcAft>
                <a:spcPts val="0"/>
              </a:spcAft>
              <a:buClr>
                <a:schemeClr val="accent1"/>
              </a:buClr>
              <a:buSzPts val="3200"/>
              <a:buFont typeface="Gowun Batang"/>
              <a:buNone/>
              <a:defRPr b="1">
                <a:solidFill>
                  <a:schemeClr val="accent1"/>
                </a:solidFill>
              </a:defRPr>
            </a:lvl1pPr>
            <a:lvl2pPr lvl="1">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2pPr>
            <a:lvl3pPr lvl="2">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3pPr>
            <a:lvl4pPr lvl="3">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4pPr>
            <a:lvl5pPr lvl="4">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5pPr>
            <a:lvl6pPr lvl="5">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6pPr>
            <a:lvl7pPr lvl="6">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7pPr>
            <a:lvl8pPr lvl="7">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8pPr>
            <a:lvl9pPr lvl="8">
              <a:spcBef>
                <a:spcPts val="0"/>
              </a:spcBef>
              <a:spcAft>
                <a:spcPts val="0"/>
              </a:spcAft>
              <a:buClr>
                <a:schemeClr val="accent1"/>
              </a:buClr>
              <a:buSzPts val="3200"/>
              <a:buFont typeface="Inter"/>
              <a:buNone/>
              <a:defRPr b="1">
                <a:solidFill>
                  <a:schemeClr val="accent1"/>
                </a:solidFill>
                <a:latin typeface="Inter"/>
                <a:ea typeface="Inter"/>
                <a:cs typeface="Inter"/>
                <a:sym typeface="Inte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rational Performance">
  <p:cSld name="BLANK_1_5_1">
    <p:bg>
      <p:bgPr>
        <a:solidFill>
          <a:schemeClr val="lt1"/>
        </a:solidFill>
      </p:bgPr>
    </p:bg>
    <p:spTree>
      <p:nvGrpSpPr>
        <p:cNvPr id="182" name="Shape 182"/>
        <p:cNvGrpSpPr/>
        <p:nvPr/>
      </p:nvGrpSpPr>
      <p:grpSpPr>
        <a:xfrm>
          <a:off x="0" y="0"/>
          <a:ext cx="0" cy="0"/>
          <a:chOff x="0" y="0"/>
          <a:chExt cx="0" cy="0"/>
        </a:xfrm>
      </p:grpSpPr>
      <p:sp>
        <p:nvSpPr>
          <p:cNvPr id="183" name="Google Shape;183;p10"/>
          <p:cNvSpPr txBox="1"/>
          <p:nvPr>
            <p:ph type="title"/>
          </p:nvPr>
        </p:nvSpPr>
        <p:spPr>
          <a:xfrm>
            <a:off x="4675375" y="3375975"/>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lt1"/>
              </a:buClr>
              <a:buSzPts val="1000"/>
              <a:buFont typeface="Inter"/>
              <a:buChar char="●"/>
              <a:defRPr b="1" sz="1000">
                <a:latin typeface="Inter"/>
                <a:ea typeface="Inter"/>
                <a:cs typeface="Inter"/>
                <a:sym typeface="Inter"/>
              </a:defRPr>
            </a:lvl1pPr>
            <a:lvl2pPr lvl="1">
              <a:spcBef>
                <a:spcPts val="0"/>
              </a:spcBef>
              <a:spcAft>
                <a:spcPts val="0"/>
              </a:spcAft>
              <a:buClr>
                <a:schemeClr val="lt1"/>
              </a:buClr>
              <a:buSzPts val="1000"/>
              <a:buFont typeface="Inter"/>
              <a:buChar char="○"/>
              <a:defRPr b="1" sz="1000">
                <a:latin typeface="Inter"/>
                <a:ea typeface="Inter"/>
                <a:cs typeface="Inter"/>
                <a:sym typeface="Inter"/>
              </a:defRPr>
            </a:lvl2pPr>
            <a:lvl3pPr lvl="2">
              <a:spcBef>
                <a:spcPts val="0"/>
              </a:spcBef>
              <a:spcAft>
                <a:spcPts val="0"/>
              </a:spcAft>
              <a:buClr>
                <a:schemeClr val="lt1"/>
              </a:buClr>
              <a:buSzPts val="1000"/>
              <a:buFont typeface="Inter"/>
              <a:buChar char="■"/>
              <a:defRPr b="1" sz="1000">
                <a:latin typeface="Inter"/>
                <a:ea typeface="Inter"/>
                <a:cs typeface="Inter"/>
                <a:sym typeface="Inter"/>
              </a:defRPr>
            </a:lvl3pPr>
            <a:lvl4pPr lvl="3">
              <a:spcBef>
                <a:spcPts val="0"/>
              </a:spcBef>
              <a:spcAft>
                <a:spcPts val="0"/>
              </a:spcAft>
              <a:buClr>
                <a:schemeClr val="lt1"/>
              </a:buClr>
              <a:buSzPts val="1000"/>
              <a:buFont typeface="Inter"/>
              <a:buChar char="●"/>
              <a:defRPr b="1" sz="1000">
                <a:latin typeface="Inter"/>
                <a:ea typeface="Inter"/>
                <a:cs typeface="Inter"/>
                <a:sym typeface="Inter"/>
              </a:defRPr>
            </a:lvl4pPr>
            <a:lvl5pPr lvl="4">
              <a:spcBef>
                <a:spcPts val="0"/>
              </a:spcBef>
              <a:spcAft>
                <a:spcPts val="0"/>
              </a:spcAft>
              <a:buClr>
                <a:schemeClr val="lt1"/>
              </a:buClr>
              <a:buSzPts val="1000"/>
              <a:buFont typeface="Inter"/>
              <a:buChar char="○"/>
              <a:defRPr b="1" sz="1000">
                <a:latin typeface="Inter"/>
                <a:ea typeface="Inter"/>
                <a:cs typeface="Inter"/>
                <a:sym typeface="Inter"/>
              </a:defRPr>
            </a:lvl5pPr>
            <a:lvl6pPr lvl="5">
              <a:spcBef>
                <a:spcPts val="0"/>
              </a:spcBef>
              <a:spcAft>
                <a:spcPts val="0"/>
              </a:spcAft>
              <a:buClr>
                <a:schemeClr val="lt1"/>
              </a:buClr>
              <a:buSzPts val="1000"/>
              <a:buFont typeface="Inter"/>
              <a:buChar char="■"/>
              <a:defRPr b="1" sz="1000">
                <a:latin typeface="Inter"/>
                <a:ea typeface="Inter"/>
                <a:cs typeface="Inter"/>
                <a:sym typeface="Inter"/>
              </a:defRPr>
            </a:lvl6pPr>
            <a:lvl7pPr lvl="6">
              <a:spcBef>
                <a:spcPts val="0"/>
              </a:spcBef>
              <a:spcAft>
                <a:spcPts val="0"/>
              </a:spcAft>
              <a:buClr>
                <a:schemeClr val="lt1"/>
              </a:buClr>
              <a:buSzPts val="1000"/>
              <a:buFont typeface="Inter"/>
              <a:buChar char="●"/>
              <a:defRPr b="1" sz="1000">
                <a:latin typeface="Inter"/>
                <a:ea typeface="Inter"/>
                <a:cs typeface="Inter"/>
                <a:sym typeface="Inter"/>
              </a:defRPr>
            </a:lvl7pPr>
            <a:lvl8pPr lvl="7">
              <a:spcBef>
                <a:spcPts val="0"/>
              </a:spcBef>
              <a:spcAft>
                <a:spcPts val="0"/>
              </a:spcAft>
              <a:buClr>
                <a:schemeClr val="lt1"/>
              </a:buClr>
              <a:buSzPts val="1000"/>
              <a:buFont typeface="Inter"/>
              <a:buChar char="○"/>
              <a:defRPr b="1" sz="1000">
                <a:latin typeface="Inter"/>
                <a:ea typeface="Inter"/>
                <a:cs typeface="Inter"/>
                <a:sym typeface="Inter"/>
              </a:defRPr>
            </a:lvl8pPr>
            <a:lvl9pPr lvl="8">
              <a:spcBef>
                <a:spcPts val="0"/>
              </a:spcBef>
              <a:spcAft>
                <a:spcPts val="0"/>
              </a:spcAft>
              <a:buClr>
                <a:schemeClr val="lt1"/>
              </a:buClr>
              <a:buSzPts val="1000"/>
              <a:buFont typeface="Inter"/>
              <a:buChar char="■"/>
              <a:defRPr b="1" sz="1000">
                <a:latin typeface="Inter"/>
                <a:ea typeface="Inter"/>
                <a:cs typeface="Inter"/>
                <a:sym typeface="Inter"/>
              </a:defRPr>
            </a:lvl9pPr>
          </a:lstStyle>
          <a:p/>
        </p:txBody>
      </p:sp>
      <p:sp>
        <p:nvSpPr>
          <p:cNvPr id="184" name="Google Shape;184;p10"/>
          <p:cNvSpPr txBox="1"/>
          <p:nvPr>
            <p:ph idx="2" type="title"/>
          </p:nvPr>
        </p:nvSpPr>
        <p:spPr>
          <a:xfrm>
            <a:off x="3429275" y="33759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lt1"/>
              </a:buClr>
              <a:buSzPts val="1000"/>
              <a:buFont typeface="Inter"/>
              <a:buChar char="●"/>
              <a:defRPr b="1" sz="1000">
                <a:latin typeface="Inter"/>
                <a:ea typeface="Inter"/>
                <a:cs typeface="Inter"/>
                <a:sym typeface="Inter"/>
              </a:defRPr>
            </a:lvl1pPr>
            <a:lvl2pPr lvl="1">
              <a:spcBef>
                <a:spcPts val="0"/>
              </a:spcBef>
              <a:spcAft>
                <a:spcPts val="0"/>
              </a:spcAft>
              <a:buClr>
                <a:schemeClr val="lt1"/>
              </a:buClr>
              <a:buSzPts val="1000"/>
              <a:buFont typeface="Inter"/>
              <a:buChar char="○"/>
              <a:defRPr b="1" sz="1000">
                <a:latin typeface="Inter"/>
                <a:ea typeface="Inter"/>
                <a:cs typeface="Inter"/>
                <a:sym typeface="Inter"/>
              </a:defRPr>
            </a:lvl2pPr>
            <a:lvl3pPr lvl="2">
              <a:spcBef>
                <a:spcPts val="0"/>
              </a:spcBef>
              <a:spcAft>
                <a:spcPts val="0"/>
              </a:spcAft>
              <a:buClr>
                <a:schemeClr val="lt1"/>
              </a:buClr>
              <a:buSzPts val="1000"/>
              <a:buFont typeface="Inter"/>
              <a:buChar char="■"/>
              <a:defRPr b="1" sz="1000">
                <a:latin typeface="Inter"/>
                <a:ea typeface="Inter"/>
                <a:cs typeface="Inter"/>
                <a:sym typeface="Inter"/>
              </a:defRPr>
            </a:lvl3pPr>
            <a:lvl4pPr lvl="3">
              <a:spcBef>
                <a:spcPts val="0"/>
              </a:spcBef>
              <a:spcAft>
                <a:spcPts val="0"/>
              </a:spcAft>
              <a:buClr>
                <a:schemeClr val="lt1"/>
              </a:buClr>
              <a:buSzPts val="1000"/>
              <a:buFont typeface="Inter"/>
              <a:buChar char="●"/>
              <a:defRPr b="1" sz="1000">
                <a:latin typeface="Inter"/>
                <a:ea typeface="Inter"/>
                <a:cs typeface="Inter"/>
                <a:sym typeface="Inter"/>
              </a:defRPr>
            </a:lvl4pPr>
            <a:lvl5pPr lvl="4">
              <a:spcBef>
                <a:spcPts val="0"/>
              </a:spcBef>
              <a:spcAft>
                <a:spcPts val="0"/>
              </a:spcAft>
              <a:buClr>
                <a:schemeClr val="lt1"/>
              </a:buClr>
              <a:buSzPts val="1000"/>
              <a:buFont typeface="Inter"/>
              <a:buChar char="○"/>
              <a:defRPr b="1" sz="1000">
                <a:latin typeface="Inter"/>
                <a:ea typeface="Inter"/>
                <a:cs typeface="Inter"/>
                <a:sym typeface="Inter"/>
              </a:defRPr>
            </a:lvl5pPr>
            <a:lvl6pPr lvl="5">
              <a:spcBef>
                <a:spcPts val="0"/>
              </a:spcBef>
              <a:spcAft>
                <a:spcPts val="0"/>
              </a:spcAft>
              <a:buClr>
                <a:schemeClr val="lt1"/>
              </a:buClr>
              <a:buSzPts val="1000"/>
              <a:buFont typeface="Inter"/>
              <a:buChar char="■"/>
              <a:defRPr b="1" sz="1000">
                <a:latin typeface="Inter"/>
                <a:ea typeface="Inter"/>
                <a:cs typeface="Inter"/>
                <a:sym typeface="Inter"/>
              </a:defRPr>
            </a:lvl6pPr>
            <a:lvl7pPr lvl="6">
              <a:spcBef>
                <a:spcPts val="0"/>
              </a:spcBef>
              <a:spcAft>
                <a:spcPts val="0"/>
              </a:spcAft>
              <a:buClr>
                <a:schemeClr val="lt1"/>
              </a:buClr>
              <a:buSzPts val="1000"/>
              <a:buFont typeface="Inter"/>
              <a:buChar char="●"/>
              <a:defRPr b="1" sz="1000">
                <a:latin typeface="Inter"/>
                <a:ea typeface="Inter"/>
                <a:cs typeface="Inter"/>
                <a:sym typeface="Inter"/>
              </a:defRPr>
            </a:lvl7pPr>
            <a:lvl8pPr lvl="7">
              <a:spcBef>
                <a:spcPts val="0"/>
              </a:spcBef>
              <a:spcAft>
                <a:spcPts val="0"/>
              </a:spcAft>
              <a:buClr>
                <a:schemeClr val="lt1"/>
              </a:buClr>
              <a:buSzPts val="1000"/>
              <a:buFont typeface="Inter"/>
              <a:buChar char="○"/>
              <a:defRPr b="1" sz="1000">
                <a:latin typeface="Inter"/>
                <a:ea typeface="Inter"/>
                <a:cs typeface="Inter"/>
                <a:sym typeface="Inter"/>
              </a:defRPr>
            </a:lvl8pPr>
            <a:lvl9pPr lvl="8">
              <a:spcBef>
                <a:spcPts val="0"/>
              </a:spcBef>
              <a:spcAft>
                <a:spcPts val="0"/>
              </a:spcAft>
              <a:buClr>
                <a:schemeClr val="lt1"/>
              </a:buClr>
              <a:buSzPts val="1000"/>
              <a:buFont typeface="Inter"/>
              <a:buChar char="■"/>
              <a:defRPr b="1" sz="1000">
                <a:latin typeface="Inter"/>
                <a:ea typeface="Inter"/>
                <a:cs typeface="Inter"/>
                <a:sym typeface="Inter"/>
              </a:defRPr>
            </a:lvl9pPr>
          </a:lstStyle>
          <a:p/>
        </p:txBody>
      </p:sp>
      <p:sp>
        <p:nvSpPr>
          <p:cNvPr id="185" name="Google Shape;185;p10"/>
          <p:cNvSpPr txBox="1"/>
          <p:nvPr>
            <p:ph idx="3" type="title"/>
          </p:nvPr>
        </p:nvSpPr>
        <p:spPr>
          <a:xfrm>
            <a:off x="4675375" y="1475325"/>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186" name="Google Shape;186;p10"/>
          <p:cNvSpPr txBox="1"/>
          <p:nvPr>
            <p:ph idx="4" type="title"/>
          </p:nvPr>
        </p:nvSpPr>
        <p:spPr>
          <a:xfrm>
            <a:off x="4675375" y="2107788"/>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187" name="Google Shape;187;p10"/>
          <p:cNvSpPr txBox="1"/>
          <p:nvPr>
            <p:ph idx="5" type="title"/>
          </p:nvPr>
        </p:nvSpPr>
        <p:spPr>
          <a:xfrm>
            <a:off x="4675375" y="2740325"/>
            <a:ext cx="10560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188" name="Google Shape;188;p10"/>
          <p:cNvSpPr txBox="1"/>
          <p:nvPr>
            <p:ph idx="6" type="title"/>
          </p:nvPr>
        </p:nvSpPr>
        <p:spPr>
          <a:xfrm>
            <a:off x="4675375" y="4007325"/>
            <a:ext cx="1056000" cy="6093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b="1" sz="1000">
                <a:solidFill>
                  <a:schemeClr val="accent6"/>
                </a:solidFill>
                <a:latin typeface="Inter"/>
                <a:ea typeface="Inter"/>
                <a:cs typeface="Inter"/>
                <a:sym typeface="Inter"/>
              </a:defRPr>
            </a:lvl9pPr>
          </a:lstStyle>
          <a:p/>
        </p:txBody>
      </p:sp>
      <p:sp>
        <p:nvSpPr>
          <p:cNvPr id="189" name="Google Shape;189;p10"/>
          <p:cNvSpPr txBox="1"/>
          <p:nvPr>
            <p:ph idx="7" type="title"/>
          </p:nvPr>
        </p:nvSpPr>
        <p:spPr>
          <a:xfrm>
            <a:off x="3429252" y="147532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190" name="Google Shape;190;p10"/>
          <p:cNvSpPr txBox="1"/>
          <p:nvPr>
            <p:ph idx="8" type="title"/>
          </p:nvPr>
        </p:nvSpPr>
        <p:spPr>
          <a:xfrm>
            <a:off x="3429252" y="21072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191" name="Google Shape;191;p10"/>
          <p:cNvSpPr txBox="1"/>
          <p:nvPr>
            <p:ph idx="9" type="title"/>
          </p:nvPr>
        </p:nvSpPr>
        <p:spPr>
          <a:xfrm>
            <a:off x="3429252" y="2742250"/>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192" name="Google Shape;192;p10"/>
          <p:cNvSpPr txBox="1"/>
          <p:nvPr>
            <p:ph idx="13" type="title"/>
          </p:nvPr>
        </p:nvSpPr>
        <p:spPr>
          <a:xfrm>
            <a:off x="3429250" y="4008675"/>
            <a:ext cx="1244100" cy="6093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Char char="■"/>
              <a:defRPr sz="1000">
                <a:solidFill>
                  <a:schemeClr val="dk1"/>
                </a:solidFill>
                <a:latin typeface="Inter"/>
                <a:ea typeface="Inter"/>
                <a:cs typeface="Inter"/>
                <a:sym typeface="Inter"/>
              </a:defRPr>
            </a:lvl9pPr>
          </a:lstStyle>
          <a:p/>
        </p:txBody>
      </p:sp>
      <p:sp>
        <p:nvSpPr>
          <p:cNvPr id="193" name="Google Shape;193;p10"/>
          <p:cNvSpPr txBox="1"/>
          <p:nvPr>
            <p:ph idx="14" type="title"/>
          </p:nvPr>
        </p:nvSpPr>
        <p:spPr>
          <a:xfrm>
            <a:off x="2184152" y="147532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194" name="Google Shape;194;p10"/>
          <p:cNvSpPr txBox="1"/>
          <p:nvPr>
            <p:ph idx="15" type="title"/>
          </p:nvPr>
        </p:nvSpPr>
        <p:spPr>
          <a:xfrm>
            <a:off x="2184152" y="21072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195" name="Google Shape;195;p10"/>
          <p:cNvSpPr txBox="1"/>
          <p:nvPr>
            <p:ph idx="16" type="title"/>
          </p:nvPr>
        </p:nvSpPr>
        <p:spPr>
          <a:xfrm>
            <a:off x="2184152" y="2742250"/>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196" name="Google Shape;196;p10"/>
          <p:cNvSpPr txBox="1"/>
          <p:nvPr>
            <p:ph idx="17" type="title"/>
          </p:nvPr>
        </p:nvSpPr>
        <p:spPr>
          <a:xfrm>
            <a:off x="2184175" y="33759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lt1"/>
              </a:buClr>
              <a:buSzPts val="1000"/>
              <a:buFont typeface="Inter"/>
              <a:buChar char="●"/>
              <a:defRPr sz="1000">
                <a:latin typeface="Inter"/>
                <a:ea typeface="Inter"/>
                <a:cs typeface="Inter"/>
                <a:sym typeface="Inter"/>
              </a:defRPr>
            </a:lvl1pPr>
            <a:lvl2pPr lvl="1">
              <a:spcBef>
                <a:spcPts val="0"/>
              </a:spcBef>
              <a:spcAft>
                <a:spcPts val="0"/>
              </a:spcAft>
              <a:buClr>
                <a:schemeClr val="lt1"/>
              </a:buClr>
              <a:buSzPts val="1000"/>
              <a:buFont typeface="Inter"/>
              <a:buChar char="○"/>
              <a:defRPr sz="1000">
                <a:latin typeface="Inter"/>
                <a:ea typeface="Inter"/>
                <a:cs typeface="Inter"/>
                <a:sym typeface="Inter"/>
              </a:defRPr>
            </a:lvl2pPr>
            <a:lvl3pPr lvl="2">
              <a:spcBef>
                <a:spcPts val="0"/>
              </a:spcBef>
              <a:spcAft>
                <a:spcPts val="0"/>
              </a:spcAft>
              <a:buClr>
                <a:schemeClr val="lt1"/>
              </a:buClr>
              <a:buSzPts val="1000"/>
              <a:buFont typeface="Inter"/>
              <a:buChar char="■"/>
              <a:defRPr sz="1000">
                <a:latin typeface="Inter"/>
                <a:ea typeface="Inter"/>
                <a:cs typeface="Inter"/>
                <a:sym typeface="Inter"/>
              </a:defRPr>
            </a:lvl3pPr>
            <a:lvl4pPr lvl="3">
              <a:spcBef>
                <a:spcPts val="0"/>
              </a:spcBef>
              <a:spcAft>
                <a:spcPts val="0"/>
              </a:spcAft>
              <a:buClr>
                <a:schemeClr val="lt1"/>
              </a:buClr>
              <a:buSzPts val="1000"/>
              <a:buFont typeface="Inter"/>
              <a:buChar char="●"/>
              <a:defRPr sz="1000">
                <a:latin typeface="Inter"/>
                <a:ea typeface="Inter"/>
                <a:cs typeface="Inter"/>
                <a:sym typeface="Inter"/>
              </a:defRPr>
            </a:lvl4pPr>
            <a:lvl5pPr lvl="4">
              <a:spcBef>
                <a:spcPts val="0"/>
              </a:spcBef>
              <a:spcAft>
                <a:spcPts val="0"/>
              </a:spcAft>
              <a:buClr>
                <a:schemeClr val="lt1"/>
              </a:buClr>
              <a:buSzPts val="1000"/>
              <a:buFont typeface="Inter"/>
              <a:buChar char="○"/>
              <a:defRPr sz="1000">
                <a:latin typeface="Inter"/>
                <a:ea typeface="Inter"/>
                <a:cs typeface="Inter"/>
                <a:sym typeface="Inter"/>
              </a:defRPr>
            </a:lvl5pPr>
            <a:lvl6pPr lvl="5">
              <a:spcBef>
                <a:spcPts val="0"/>
              </a:spcBef>
              <a:spcAft>
                <a:spcPts val="0"/>
              </a:spcAft>
              <a:buClr>
                <a:schemeClr val="lt1"/>
              </a:buClr>
              <a:buSzPts val="1000"/>
              <a:buFont typeface="Inter"/>
              <a:buChar char="■"/>
              <a:defRPr sz="1000">
                <a:latin typeface="Inter"/>
                <a:ea typeface="Inter"/>
                <a:cs typeface="Inter"/>
                <a:sym typeface="Inter"/>
              </a:defRPr>
            </a:lvl6pPr>
            <a:lvl7pPr lvl="6">
              <a:spcBef>
                <a:spcPts val="0"/>
              </a:spcBef>
              <a:spcAft>
                <a:spcPts val="0"/>
              </a:spcAft>
              <a:buClr>
                <a:schemeClr val="lt1"/>
              </a:buClr>
              <a:buSzPts val="1000"/>
              <a:buFont typeface="Inter"/>
              <a:buChar char="●"/>
              <a:defRPr sz="1000">
                <a:latin typeface="Inter"/>
                <a:ea typeface="Inter"/>
                <a:cs typeface="Inter"/>
                <a:sym typeface="Inter"/>
              </a:defRPr>
            </a:lvl7pPr>
            <a:lvl8pPr lvl="7">
              <a:spcBef>
                <a:spcPts val="0"/>
              </a:spcBef>
              <a:spcAft>
                <a:spcPts val="0"/>
              </a:spcAft>
              <a:buClr>
                <a:schemeClr val="lt1"/>
              </a:buClr>
              <a:buSzPts val="1000"/>
              <a:buFont typeface="Inter"/>
              <a:buChar char="○"/>
              <a:defRPr sz="1000">
                <a:latin typeface="Inter"/>
                <a:ea typeface="Inter"/>
                <a:cs typeface="Inter"/>
                <a:sym typeface="Inter"/>
              </a:defRPr>
            </a:lvl8pPr>
            <a:lvl9pPr lvl="8">
              <a:spcBef>
                <a:spcPts val="0"/>
              </a:spcBef>
              <a:spcAft>
                <a:spcPts val="0"/>
              </a:spcAft>
              <a:buClr>
                <a:schemeClr val="lt1"/>
              </a:buClr>
              <a:buSzPts val="1000"/>
              <a:buFont typeface="Inter"/>
              <a:buChar char="■"/>
              <a:defRPr sz="1000">
                <a:latin typeface="Inter"/>
                <a:ea typeface="Inter"/>
                <a:cs typeface="Inter"/>
                <a:sym typeface="Inter"/>
              </a:defRPr>
            </a:lvl9pPr>
          </a:lstStyle>
          <a:p/>
        </p:txBody>
      </p:sp>
      <p:sp>
        <p:nvSpPr>
          <p:cNvPr id="197" name="Google Shape;197;p10"/>
          <p:cNvSpPr txBox="1"/>
          <p:nvPr>
            <p:ph idx="18" type="title"/>
          </p:nvPr>
        </p:nvSpPr>
        <p:spPr>
          <a:xfrm>
            <a:off x="2184150" y="4008675"/>
            <a:ext cx="1244100" cy="6093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1pPr>
            <a:lvl2pPr lvl="1">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2pPr>
            <a:lvl3pPr lvl="2">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3pPr>
            <a:lvl4pPr lvl="3">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4pPr>
            <a:lvl5pPr lvl="4">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5pPr>
            <a:lvl6pPr lvl="5">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6pPr>
            <a:lvl7pPr lvl="6">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7pPr>
            <a:lvl8pPr lvl="7">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8pPr>
            <a:lvl9pPr lvl="8">
              <a:spcBef>
                <a:spcPts val="0"/>
              </a:spcBef>
              <a:spcAft>
                <a:spcPts val="0"/>
              </a:spcAft>
              <a:buClr>
                <a:schemeClr val="accent6"/>
              </a:buClr>
              <a:buSzPts val="1000"/>
              <a:buFont typeface="Inter"/>
              <a:buChar char="■"/>
              <a:defRPr sz="1000">
                <a:solidFill>
                  <a:schemeClr val="accent6"/>
                </a:solidFill>
                <a:latin typeface="Inter"/>
                <a:ea typeface="Inter"/>
                <a:cs typeface="Inter"/>
                <a:sym typeface="Inter"/>
              </a:defRPr>
            </a:lvl9pPr>
          </a:lstStyle>
          <a:p/>
        </p:txBody>
      </p:sp>
      <p:sp>
        <p:nvSpPr>
          <p:cNvPr id="198" name="Google Shape;198;p10"/>
          <p:cNvSpPr txBox="1"/>
          <p:nvPr>
            <p:ph idx="19" type="title"/>
          </p:nvPr>
        </p:nvSpPr>
        <p:spPr>
          <a:xfrm>
            <a:off x="522075" y="3375513"/>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199" name="Google Shape;199;p10"/>
          <p:cNvSpPr txBox="1"/>
          <p:nvPr>
            <p:ph idx="20" type="title"/>
          </p:nvPr>
        </p:nvSpPr>
        <p:spPr>
          <a:xfrm>
            <a:off x="2183175" y="8416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00" name="Google Shape;200;p10"/>
          <p:cNvSpPr txBox="1"/>
          <p:nvPr>
            <p:ph idx="21" type="title"/>
          </p:nvPr>
        </p:nvSpPr>
        <p:spPr>
          <a:xfrm>
            <a:off x="3429275" y="841675"/>
            <a:ext cx="1244100" cy="632100"/>
          </a:xfrm>
          <a:prstGeom prst="rect">
            <a:avLst/>
          </a:prstGeom>
        </p:spPr>
        <p:txBody>
          <a:bodyPr anchorCtr="0" anchor="ctr" bIns="91425" lIns="13715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01" name="Google Shape;201;p10"/>
          <p:cNvSpPr txBox="1"/>
          <p:nvPr>
            <p:ph idx="22" type="title"/>
          </p:nvPr>
        </p:nvSpPr>
        <p:spPr>
          <a:xfrm>
            <a:off x="522075" y="1474600"/>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02" name="Google Shape;202;p10"/>
          <p:cNvSpPr txBox="1"/>
          <p:nvPr>
            <p:ph idx="23" type="title"/>
          </p:nvPr>
        </p:nvSpPr>
        <p:spPr>
          <a:xfrm>
            <a:off x="522075" y="2108563"/>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03" name="Google Shape;203;p10"/>
          <p:cNvSpPr txBox="1"/>
          <p:nvPr>
            <p:ph idx="24" type="title"/>
          </p:nvPr>
        </p:nvSpPr>
        <p:spPr>
          <a:xfrm>
            <a:off x="522075" y="2740413"/>
            <a:ext cx="1661100" cy="6321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04" name="Google Shape;204;p10"/>
          <p:cNvSpPr txBox="1"/>
          <p:nvPr>
            <p:ph idx="25" type="title"/>
          </p:nvPr>
        </p:nvSpPr>
        <p:spPr>
          <a:xfrm>
            <a:off x="522075" y="4005674"/>
            <a:ext cx="1661100" cy="609300"/>
          </a:xfrm>
          <a:prstGeom prst="rect">
            <a:avLst/>
          </a:prstGeom>
        </p:spPr>
        <p:txBody>
          <a:bodyPr anchorCtr="0" anchor="ctr" bIns="0" lIns="182875" spcFirstLastPara="1" rIns="182875" wrap="square" tIns="0">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205" name="Google Shape;205;p10"/>
          <p:cNvSpPr txBox="1"/>
          <p:nvPr>
            <p:ph idx="26" type="title"/>
          </p:nvPr>
        </p:nvSpPr>
        <p:spPr>
          <a:xfrm>
            <a:off x="5731300" y="1475000"/>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06" name="Google Shape;206;p10"/>
          <p:cNvSpPr txBox="1"/>
          <p:nvPr>
            <p:ph idx="27" type="title"/>
          </p:nvPr>
        </p:nvSpPr>
        <p:spPr>
          <a:xfrm>
            <a:off x="5731300" y="2107788"/>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07" name="Google Shape;207;p10"/>
          <p:cNvSpPr txBox="1"/>
          <p:nvPr>
            <p:ph idx="28" type="title"/>
          </p:nvPr>
        </p:nvSpPr>
        <p:spPr>
          <a:xfrm>
            <a:off x="5731300" y="2741150"/>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08" name="Google Shape;208;p10"/>
          <p:cNvSpPr txBox="1"/>
          <p:nvPr>
            <p:ph idx="29" type="title"/>
          </p:nvPr>
        </p:nvSpPr>
        <p:spPr>
          <a:xfrm>
            <a:off x="5731300" y="4011450"/>
            <a:ext cx="2891400" cy="603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1pPr>
            <a:lvl2pPr lvl="1">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2pPr>
            <a:lvl3pPr lvl="2">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3pPr>
            <a:lvl4pPr lvl="3">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4pPr>
            <a:lvl5pPr lvl="4">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5pPr>
            <a:lvl6pPr lvl="5">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6pPr>
            <a:lvl7pPr lvl="6">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7pPr>
            <a:lvl8pPr lvl="7">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8pPr>
            <a:lvl9pPr lvl="8">
              <a:spcBef>
                <a:spcPts val="0"/>
              </a:spcBef>
              <a:spcAft>
                <a:spcPts val="0"/>
              </a:spcAft>
              <a:buClr>
                <a:schemeClr val="dk1"/>
              </a:buClr>
              <a:buSzPts val="1000"/>
              <a:buFont typeface="Inter"/>
              <a:buNone/>
              <a:defRPr sz="1000">
                <a:solidFill>
                  <a:schemeClr val="dk1"/>
                </a:solidFill>
                <a:latin typeface="Inter"/>
                <a:ea typeface="Inter"/>
                <a:cs typeface="Inter"/>
                <a:sym typeface="Inter"/>
              </a:defRPr>
            </a:lvl9pPr>
          </a:lstStyle>
          <a:p/>
        </p:txBody>
      </p:sp>
      <p:sp>
        <p:nvSpPr>
          <p:cNvPr id="209" name="Google Shape;209;p10"/>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210" name="Google Shape;210;p10"/>
          <p:cNvSpPr txBox="1"/>
          <p:nvPr>
            <p:ph idx="30"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211" name="Google Shape;211;p10"/>
          <p:cNvSpPr txBox="1"/>
          <p:nvPr>
            <p:ph idx="31"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212" name="Google Shape;212;p10"/>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213" name="Google Shape;213;p10"/>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214" name="Google Shape;214;p10"/>
          <p:cNvSpPr txBox="1"/>
          <p:nvPr>
            <p:ph idx="32" type="title"/>
          </p:nvPr>
        </p:nvSpPr>
        <p:spPr>
          <a:xfrm>
            <a:off x="5731300" y="3374175"/>
            <a:ext cx="2891400" cy="632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15" name="Google Shape;215;p10"/>
          <p:cNvSpPr txBox="1"/>
          <p:nvPr>
            <p:ph idx="33"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 - ALT 1">
  <p:cSld name="BLANK_1_1_1_1_1_1_1_1_1_1">
    <p:bg>
      <p:bgPr>
        <a:solidFill>
          <a:schemeClr val="lt2"/>
        </a:solidFill>
      </p:bgPr>
    </p:bg>
    <p:spTree>
      <p:nvGrpSpPr>
        <p:cNvPr id="216" name="Shape 216"/>
        <p:cNvGrpSpPr/>
        <p:nvPr/>
      </p:nvGrpSpPr>
      <p:grpSpPr>
        <a:xfrm>
          <a:off x="0" y="0"/>
          <a:ext cx="0" cy="0"/>
          <a:chOff x="0" y="0"/>
          <a:chExt cx="0" cy="0"/>
        </a:xfrm>
      </p:grpSpPr>
      <p:sp>
        <p:nvSpPr>
          <p:cNvPr id="217" name="Google Shape;217;p11"/>
          <p:cNvSpPr txBox="1"/>
          <p:nvPr>
            <p:ph type="title"/>
          </p:nvPr>
        </p:nvSpPr>
        <p:spPr>
          <a:xfrm>
            <a:off x="521250" y="841675"/>
            <a:ext cx="1923300" cy="3842100"/>
          </a:xfrm>
          <a:prstGeom prst="rect">
            <a:avLst/>
          </a:prstGeom>
        </p:spPr>
        <p:txBody>
          <a:bodyPr anchorCtr="0" anchor="t" bIns="91425" lIns="274300" spcFirstLastPara="1" rIns="182875" wrap="square" tIns="182875">
            <a:norm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18" name="Google Shape;218;p11"/>
          <p:cNvSpPr txBox="1"/>
          <p:nvPr>
            <p:ph idx="2" type="title"/>
          </p:nvPr>
        </p:nvSpPr>
        <p:spPr>
          <a:xfrm>
            <a:off x="2445150" y="841675"/>
            <a:ext cx="2233200" cy="569700"/>
          </a:xfrm>
          <a:prstGeom prst="rect">
            <a:avLst/>
          </a:prstGeom>
        </p:spPr>
        <p:txBody>
          <a:bodyPr anchorCtr="0" anchor="ctr" bIns="0" lIns="91425" spcFirstLastPara="1" rIns="91425" wrap="square" tIns="0">
            <a:norm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19" name="Google Shape;219;p11"/>
          <p:cNvSpPr txBox="1"/>
          <p:nvPr>
            <p:ph idx="3" type="title"/>
          </p:nvPr>
        </p:nvSpPr>
        <p:spPr>
          <a:xfrm>
            <a:off x="4678600" y="841675"/>
            <a:ext cx="2233200" cy="569700"/>
          </a:xfrm>
          <a:prstGeom prst="rect">
            <a:avLst/>
          </a:prstGeom>
        </p:spPr>
        <p:txBody>
          <a:bodyPr anchorCtr="0" anchor="ctr" bIns="0" lIns="91425" spcFirstLastPara="1" rIns="91425" wrap="square" tIns="0">
            <a:norm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20" name="Google Shape;220;p11"/>
          <p:cNvSpPr txBox="1"/>
          <p:nvPr>
            <p:ph idx="4" type="title"/>
          </p:nvPr>
        </p:nvSpPr>
        <p:spPr>
          <a:xfrm>
            <a:off x="6912050" y="841675"/>
            <a:ext cx="2233200" cy="569700"/>
          </a:xfrm>
          <a:prstGeom prst="rect">
            <a:avLst/>
          </a:prstGeom>
        </p:spPr>
        <p:txBody>
          <a:bodyPr anchorCtr="0" anchor="ctr" bIns="0" lIns="91425" spcFirstLastPara="1" rIns="91425" wrap="square" tIns="0">
            <a:norm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221" name="Google Shape;221;p11"/>
          <p:cNvSpPr txBox="1"/>
          <p:nvPr>
            <p:ph idx="1" type="body"/>
          </p:nvPr>
        </p:nvSpPr>
        <p:spPr>
          <a:xfrm>
            <a:off x="2444900" y="1411425"/>
            <a:ext cx="2233200" cy="1091400"/>
          </a:xfrm>
          <a:prstGeom prst="rect">
            <a:avLst/>
          </a:prstGeom>
        </p:spPr>
        <p:txBody>
          <a:bodyPr anchorCtr="0" anchor="t" bIns="91425" lIns="182875" spcFirstLastPara="1" rIns="91425" wrap="square" tIns="18287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22" name="Google Shape;222;p11"/>
          <p:cNvSpPr txBox="1"/>
          <p:nvPr>
            <p:ph idx="5" type="body"/>
          </p:nvPr>
        </p:nvSpPr>
        <p:spPr>
          <a:xfrm>
            <a:off x="6913250" y="1411425"/>
            <a:ext cx="2233200" cy="1091400"/>
          </a:xfrm>
          <a:prstGeom prst="rect">
            <a:avLst/>
          </a:prstGeom>
        </p:spPr>
        <p:txBody>
          <a:bodyPr anchorCtr="0" anchor="t" bIns="91425" lIns="182875" spcFirstLastPara="1" rIns="91425" wrap="square" tIns="18287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23" name="Google Shape;223;p11"/>
          <p:cNvSpPr txBox="1"/>
          <p:nvPr>
            <p:ph idx="6" type="title"/>
          </p:nvPr>
        </p:nvSpPr>
        <p:spPr>
          <a:xfrm>
            <a:off x="7583463" y="43484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24" name="Google Shape;224;p11"/>
          <p:cNvSpPr txBox="1"/>
          <p:nvPr>
            <p:ph idx="7" type="subTitle"/>
          </p:nvPr>
        </p:nvSpPr>
        <p:spPr>
          <a:xfrm>
            <a:off x="6912288" y="26788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25" name="Google Shape;225;p11"/>
          <p:cNvSpPr txBox="1"/>
          <p:nvPr>
            <p:ph idx="8" type="subTitle"/>
          </p:nvPr>
        </p:nvSpPr>
        <p:spPr>
          <a:xfrm>
            <a:off x="6912288" y="33483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26" name="Google Shape;226;p11"/>
          <p:cNvSpPr txBox="1"/>
          <p:nvPr>
            <p:ph idx="9" type="subTitle"/>
          </p:nvPr>
        </p:nvSpPr>
        <p:spPr>
          <a:xfrm>
            <a:off x="6912288" y="401602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27" name="Google Shape;227;p11"/>
          <p:cNvSpPr txBox="1"/>
          <p:nvPr>
            <p:ph idx="13" type="title"/>
          </p:nvPr>
        </p:nvSpPr>
        <p:spPr>
          <a:xfrm>
            <a:off x="7583463" y="3680400"/>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28" name="Google Shape;228;p11"/>
          <p:cNvSpPr txBox="1"/>
          <p:nvPr>
            <p:ph idx="14" type="title"/>
          </p:nvPr>
        </p:nvSpPr>
        <p:spPr>
          <a:xfrm>
            <a:off x="7583463" y="30122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29" name="Google Shape;229;p11"/>
          <p:cNvSpPr txBox="1"/>
          <p:nvPr>
            <p:ph idx="15" type="title"/>
          </p:nvPr>
        </p:nvSpPr>
        <p:spPr>
          <a:xfrm>
            <a:off x="8535075" y="26771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30" name="Google Shape;230;p11"/>
          <p:cNvSpPr txBox="1"/>
          <p:nvPr>
            <p:ph idx="16" type="title"/>
          </p:nvPr>
        </p:nvSpPr>
        <p:spPr>
          <a:xfrm>
            <a:off x="8535075" y="3348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31" name="Google Shape;231;p11"/>
          <p:cNvSpPr txBox="1"/>
          <p:nvPr>
            <p:ph idx="17" type="title"/>
          </p:nvPr>
        </p:nvSpPr>
        <p:spPr>
          <a:xfrm>
            <a:off x="8535075" y="4013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32" name="Google Shape;232;p11"/>
          <p:cNvSpPr txBox="1"/>
          <p:nvPr>
            <p:ph idx="18" type="title"/>
          </p:nvPr>
        </p:nvSpPr>
        <p:spPr>
          <a:xfrm>
            <a:off x="5349963" y="43484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33" name="Google Shape;233;p11"/>
          <p:cNvSpPr txBox="1"/>
          <p:nvPr>
            <p:ph idx="19" type="subTitle"/>
          </p:nvPr>
        </p:nvSpPr>
        <p:spPr>
          <a:xfrm>
            <a:off x="4678788" y="26788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34" name="Google Shape;234;p11"/>
          <p:cNvSpPr txBox="1"/>
          <p:nvPr>
            <p:ph idx="20" type="subTitle"/>
          </p:nvPr>
        </p:nvSpPr>
        <p:spPr>
          <a:xfrm>
            <a:off x="4678788" y="33483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35" name="Google Shape;235;p11"/>
          <p:cNvSpPr txBox="1"/>
          <p:nvPr>
            <p:ph idx="21" type="subTitle"/>
          </p:nvPr>
        </p:nvSpPr>
        <p:spPr>
          <a:xfrm>
            <a:off x="4678788" y="401602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36" name="Google Shape;236;p11"/>
          <p:cNvSpPr txBox="1"/>
          <p:nvPr>
            <p:ph idx="22" type="title"/>
          </p:nvPr>
        </p:nvSpPr>
        <p:spPr>
          <a:xfrm>
            <a:off x="5349963" y="3680400"/>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37" name="Google Shape;237;p11"/>
          <p:cNvSpPr txBox="1"/>
          <p:nvPr>
            <p:ph idx="23" type="title"/>
          </p:nvPr>
        </p:nvSpPr>
        <p:spPr>
          <a:xfrm>
            <a:off x="5349963" y="30122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1pPr>
            <a:lvl2pPr lvl="1"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2pPr>
            <a:lvl3pPr lvl="2"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3pPr>
            <a:lvl4pPr lvl="3"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4pPr>
            <a:lvl5pPr lvl="4"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5pPr>
            <a:lvl6pPr lvl="5"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6pPr>
            <a:lvl7pPr lvl="6"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7pPr>
            <a:lvl8pPr lvl="7"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8pPr>
            <a:lvl9pPr lvl="8" algn="r">
              <a:spcBef>
                <a:spcPts val="0"/>
              </a:spcBef>
              <a:spcAft>
                <a:spcPts val="0"/>
              </a:spcAft>
              <a:buClr>
                <a:schemeClr val="lt2"/>
              </a:buClr>
              <a:buSzPts val="1000"/>
              <a:buFont typeface="Inter SemiBold"/>
              <a:buChar char="■"/>
              <a:defRPr sz="1000">
                <a:solidFill>
                  <a:schemeClr val="lt2"/>
                </a:solidFill>
                <a:latin typeface="Inter SemiBold"/>
                <a:ea typeface="Inter SemiBold"/>
                <a:cs typeface="Inter SemiBold"/>
                <a:sym typeface="Inter SemiBold"/>
              </a:defRPr>
            </a:lvl9pPr>
          </a:lstStyle>
          <a:p/>
        </p:txBody>
      </p:sp>
      <p:sp>
        <p:nvSpPr>
          <p:cNvPr id="238" name="Google Shape;238;p11"/>
          <p:cNvSpPr txBox="1"/>
          <p:nvPr>
            <p:ph idx="24" type="title"/>
          </p:nvPr>
        </p:nvSpPr>
        <p:spPr>
          <a:xfrm>
            <a:off x="3112275" y="43484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239" name="Google Shape;239;p11"/>
          <p:cNvSpPr txBox="1"/>
          <p:nvPr>
            <p:ph idx="25" type="subTitle"/>
          </p:nvPr>
        </p:nvSpPr>
        <p:spPr>
          <a:xfrm>
            <a:off x="2441100" y="26788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40" name="Google Shape;240;p11"/>
          <p:cNvSpPr txBox="1"/>
          <p:nvPr>
            <p:ph idx="26" type="subTitle"/>
          </p:nvPr>
        </p:nvSpPr>
        <p:spPr>
          <a:xfrm>
            <a:off x="2441100" y="334837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41" name="Google Shape;241;p11"/>
          <p:cNvSpPr txBox="1"/>
          <p:nvPr>
            <p:ph idx="27" type="subTitle"/>
          </p:nvPr>
        </p:nvSpPr>
        <p:spPr>
          <a:xfrm>
            <a:off x="2441100" y="4016025"/>
            <a:ext cx="1427100" cy="332700"/>
          </a:xfrm>
          <a:prstGeom prst="rect">
            <a:avLst/>
          </a:prstGeom>
        </p:spPr>
        <p:txBody>
          <a:bodyPr anchorCtr="0" anchor="b" bIns="91425" lIns="182875"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242" name="Google Shape;242;p11"/>
          <p:cNvSpPr txBox="1"/>
          <p:nvPr>
            <p:ph idx="28" type="title"/>
          </p:nvPr>
        </p:nvSpPr>
        <p:spPr>
          <a:xfrm>
            <a:off x="3112275" y="3680400"/>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243" name="Google Shape;243;p11"/>
          <p:cNvSpPr txBox="1"/>
          <p:nvPr/>
        </p:nvSpPr>
        <p:spPr>
          <a:xfrm>
            <a:off x="5762125" y="3346325"/>
            <a:ext cx="611100" cy="335100"/>
          </a:xfrm>
          <a:prstGeom prst="rect">
            <a:avLst/>
          </a:prstGeom>
          <a:noFill/>
          <a:ln>
            <a:noFill/>
          </a:ln>
        </p:spPr>
        <p:txBody>
          <a:bodyPr anchorCtr="0" anchor="ctr" bIns="91425" lIns="91425" spcFirstLastPara="1" rIns="182875" wrap="square" tIns="91425">
            <a:noAutofit/>
          </a:bodyPr>
          <a:lstStyle/>
          <a:p>
            <a:pPr indent="0" lvl="0" marL="0" marR="0" rtl="0" algn="r">
              <a:lnSpc>
                <a:spcPct val="100000"/>
              </a:lnSpc>
              <a:spcBef>
                <a:spcPts val="0"/>
              </a:spcBef>
              <a:spcAft>
                <a:spcPts val="0"/>
              </a:spcAft>
              <a:buClr>
                <a:srgbClr val="000000"/>
              </a:buClr>
              <a:buSzPts val="1000"/>
              <a:buFont typeface="Arial"/>
              <a:buNone/>
            </a:pPr>
            <a:r>
              <a:rPr lang="en" sz="1000">
                <a:solidFill>
                  <a:schemeClr val="lt2"/>
                </a:solidFill>
                <a:latin typeface="Inter Medium"/>
                <a:ea typeface="Inter Medium"/>
                <a:cs typeface="Inter Medium"/>
                <a:sym typeface="Inter Medium"/>
              </a:rPr>
              <a:t>00%</a:t>
            </a:r>
            <a:endParaRPr sz="1000">
              <a:solidFill>
                <a:schemeClr val="lt2"/>
              </a:solidFill>
              <a:latin typeface="Inter Medium"/>
              <a:ea typeface="Inter Medium"/>
              <a:cs typeface="Inter Medium"/>
              <a:sym typeface="Inter Medium"/>
            </a:endParaRPr>
          </a:p>
        </p:txBody>
      </p:sp>
      <p:sp>
        <p:nvSpPr>
          <p:cNvPr id="244" name="Google Shape;244;p11"/>
          <p:cNvSpPr txBox="1"/>
          <p:nvPr>
            <p:ph idx="2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245" name="Google Shape;245;p11"/>
          <p:cNvSpPr txBox="1"/>
          <p:nvPr>
            <p:ph idx="30"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246" name="Google Shape;246;p11"/>
          <p:cNvSpPr txBox="1"/>
          <p:nvPr>
            <p:ph idx="31"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247" name="Google Shape;247;p1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248" name="Google Shape;248;p1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249" name="Google Shape;249;p11"/>
          <p:cNvSpPr txBox="1"/>
          <p:nvPr>
            <p:ph idx="32" type="title"/>
          </p:nvPr>
        </p:nvSpPr>
        <p:spPr>
          <a:xfrm flipH="1">
            <a:off x="524150" y="334900"/>
            <a:ext cx="62487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250" name="Google Shape;250;p11"/>
          <p:cNvSpPr txBox="1"/>
          <p:nvPr>
            <p:ph idx="33" type="title"/>
          </p:nvPr>
        </p:nvSpPr>
        <p:spPr>
          <a:xfrm>
            <a:off x="3112275" y="301227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251" name="Google Shape;251;p11"/>
          <p:cNvSpPr txBox="1"/>
          <p:nvPr>
            <p:ph idx="34" type="title"/>
          </p:nvPr>
        </p:nvSpPr>
        <p:spPr>
          <a:xfrm>
            <a:off x="4067600" y="26771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52" name="Google Shape;252;p11"/>
          <p:cNvSpPr txBox="1"/>
          <p:nvPr>
            <p:ph idx="35" type="title"/>
          </p:nvPr>
        </p:nvSpPr>
        <p:spPr>
          <a:xfrm>
            <a:off x="4067600" y="3348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53" name="Google Shape;253;p11"/>
          <p:cNvSpPr txBox="1"/>
          <p:nvPr>
            <p:ph idx="36" type="title"/>
          </p:nvPr>
        </p:nvSpPr>
        <p:spPr>
          <a:xfrm>
            <a:off x="4067600" y="4013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54" name="Google Shape;254;p11"/>
          <p:cNvSpPr txBox="1"/>
          <p:nvPr>
            <p:ph idx="37" type="title"/>
          </p:nvPr>
        </p:nvSpPr>
        <p:spPr>
          <a:xfrm>
            <a:off x="6301575" y="26771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55" name="Google Shape;255;p11"/>
          <p:cNvSpPr txBox="1"/>
          <p:nvPr>
            <p:ph idx="38" type="title"/>
          </p:nvPr>
        </p:nvSpPr>
        <p:spPr>
          <a:xfrm>
            <a:off x="6301575" y="3348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
        <p:nvSpPr>
          <p:cNvPr id="256" name="Google Shape;256;p11"/>
          <p:cNvSpPr txBox="1"/>
          <p:nvPr>
            <p:ph idx="39" type="title"/>
          </p:nvPr>
        </p:nvSpPr>
        <p:spPr>
          <a:xfrm>
            <a:off x="6301575" y="4013325"/>
            <a:ext cx="6111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a:buChar char="●"/>
              <a:defRPr sz="800">
                <a:latin typeface="Inter"/>
                <a:ea typeface="Inter"/>
                <a:cs typeface="Inter"/>
                <a:sym typeface="Inter"/>
              </a:defRPr>
            </a:lvl1pPr>
            <a:lvl2pPr lvl="1" algn="r">
              <a:spcBef>
                <a:spcPts val="0"/>
              </a:spcBef>
              <a:spcAft>
                <a:spcPts val="0"/>
              </a:spcAft>
              <a:buClr>
                <a:schemeClr val="lt1"/>
              </a:buClr>
              <a:buSzPts val="800"/>
              <a:buFont typeface="Inter"/>
              <a:buChar char="○"/>
              <a:defRPr sz="800">
                <a:latin typeface="Inter"/>
                <a:ea typeface="Inter"/>
                <a:cs typeface="Inter"/>
                <a:sym typeface="Inter"/>
              </a:defRPr>
            </a:lvl2pPr>
            <a:lvl3pPr lvl="2" algn="r">
              <a:spcBef>
                <a:spcPts val="0"/>
              </a:spcBef>
              <a:spcAft>
                <a:spcPts val="0"/>
              </a:spcAft>
              <a:buClr>
                <a:schemeClr val="lt1"/>
              </a:buClr>
              <a:buSzPts val="800"/>
              <a:buFont typeface="Inter"/>
              <a:buChar char="■"/>
              <a:defRPr sz="800">
                <a:latin typeface="Inter"/>
                <a:ea typeface="Inter"/>
                <a:cs typeface="Inter"/>
                <a:sym typeface="Inter"/>
              </a:defRPr>
            </a:lvl3pPr>
            <a:lvl4pPr lvl="3" algn="r">
              <a:spcBef>
                <a:spcPts val="0"/>
              </a:spcBef>
              <a:spcAft>
                <a:spcPts val="0"/>
              </a:spcAft>
              <a:buClr>
                <a:schemeClr val="lt1"/>
              </a:buClr>
              <a:buSzPts val="800"/>
              <a:buFont typeface="Inter"/>
              <a:buChar char="●"/>
              <a:defRPr sz="800">
                <a:latin typeface="Inter"/>
                <a:ea typeface="Inter"/>
                <a:cs typeface="Inter"/>
                <a:sym typeface="Inter"/>
              </a:defRPr>
            </a:lvl4pPr>
            <a:lvl5pPr lvl="4" algn="r">
              <a:spcBef>
                <a:spcPts val="0"/>
              </a:spcBef>
              <a:spcAft>
                <a:spcPts val="0"/>
              </a:spcAft>
              <a:buClr>
                <a:schemeClr val="lt1"/>
              </a:buClr>
              <a:buSzPts val="800"/>
              <a:buFont typeface="Inter"/>
              <a:buChar char="○"/>
              <a:defRPr sz="800">
                <a:latin typeface="Inter"/>
                <a:ea typeface="Inter"/>
                <a:cs typeface="Inter"/>
                <a:sym typeface="Inter"/>
              </a:defRPr>
            </a:lvl5pPr>
            <a:lvl6pPr lvl="5" algn="r">
              <a:spcBef>
                <a:spcPts val="0"/>
              </a:spcBef>
              <a:spcAft>
                <a:spcPts val="0"/>
              </a:spcAft>
              <a:buClr>
                <a:schemeClr val="lt1"/>
              </a:buClr>
              <a:buSzPts val="800"/>
              <a:buFont typeface="Inter"/>
              <a:buChar char="■"/>
              <a:defRPr sz="800">
                <a:latin typeface="Inter"/>
                <a:ea typeface="Inter"/>
                <a:cs typeface="Inter"/>
                <a:sym typeface="Inter"/>
              </a:defRPr>
            </a:lvl6pPr>
            <a:lvl7pPr lvl="6" algn="r">
              <a:spcBef>
                <a:spcPts val="0"/>
              </a:spcBef>
              <a:spcAft>
                <a:spcPts val="0"/>
              </a:spcAft>
              <a:buClr>
                <a:schemeClr val="lt1"/>
              </a:buClr>
              <a:buSzPts val="800"/>
              <a:buFont typeface="Inter"/>
              <a:buChar char="●"/>
              <a:defRPr sz="800">
                <a:latin typeface="Inter"/>
                <a:ea typeface="Inter"/>
                <a:cs typeface="Inter"/>
                <a:sym typeface="Inter"/>
              </a:defRPr>
            </a:lvl7pPr>
            <a:lvl8pPr lvl="7" algn="r">
              <a:spcBef>
                <a:spcPts val="0"/>
              </a:spcBef>
              <a:spcAft>
                <a:spcPts val="0"/>
              </a:spcAft>
              <a:buClr>
                <a:schemeClr val="lt1"/>
              </a:buClr>
              <a:buSzPts val="800"/>
              <a:buFont typeface="Inter"/>
              <a:buChar char="○"/>
              <a:defRPr sz="800">
                <a:latin typeface="Inter"/>
                <a:ea typeface="Inter"/>
                <a:cs typeface="Inter"/>
                <a:sym typeface="Inter"/>
              </a:defRPr>
            </a:lvl8pPr>
            <a:lvl9pPr lvl="8" algn="r">
              <a:spcBef>
                <a:spcPts val="0"/>
              </a:spcBef>
              <a:spcAft>
                <a:spcPts val="0"/>
              </a:spcAft>
              <a:buClr>
                <a:schemeClr val="lt1"/>
              </a:buClr>
              <a:buSzPts val="800"/>
              <a:buFont typeface="Inter"/>
              <a:buChar char="■"/>
              <a:defRPr sz="800">
                <a:latin typeface="Inter"/>
                <a:ea typeface="Inter"/>
                <a:cs typeface="Inter"/>
                <a:sym typeface="Inte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status">
  <p:cSld name="BLANK_1_1_1_1_1_1_1_2_2">
    <p:bg>
      <p:bgPr>
        <a:solidFill>
          <a:schemeClr val="dk2"/>
        </a:solidFill>
      </p:bgPr>
    </p:bg>
    <p:spTree>
      <p:nvGrpSpPr>
        <p:cNvPr id="257" name="Shape 257"/>
        <p:cNvGrpSpPr/>
        <p:nvPr/>
      </p:nvGrpSpPr>
      <p:grpSpPr>
        <a:xfrm>
          <a:off x="0" y="0"/>
          <a:ext cx="0" cy="0"/>
          <a:chOff x="0" y="0"/>
          <a:chExt cx="0" cy="0"/>
        </a:xfrm>
      </p:grpSpPr>
      <p:sp>
        <p:nvSpPr>
          <p:cNvPr id="258" name="Google Shape;258;p12"/>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259" name="Google Shape;259;p12"/>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260" name="Google Shape;260;p12"/>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261" name="Google Shape;261;p12"/>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262" name="Google Shape;262;p12"/>
          <p:cNvSpPr txBox="1"/>
          <p:nvPr>
            <p:ph idx="2" type="subTitle"/>
          </p:nvPr>
        </p:nvSpPr>
        <p:spPr>
          <a:xfrm>
            <a:off x="10421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263" name="Google Shape;263;p12"/>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264" name="Google Shape;264;p12"/>
          <p:cNvSpPr txBox="1"/>
          <p:nvPr>
            <p:ph idx="4" type="subTitle"/>
          </p:nvPr>
        </p:nvSpPr>
        <p:spPr>
          <a:xfrm>
            <a:off x="1303550" y="1309275"/>
            <a:ext cx="2607000" cy="417000"/>
          </a:xfrm>
          <a:prstGeom prst="rect">
            <a:avLst/>
          </a:prstGeom>
        </p:spPr>
        <p:txBody>
          <a:bodyPr anchorCtr="0" anchor="t" bIns="91425" lIns="0" spcFirstLastPara="1" rIns="457200" wrap="square" tIns="91425">
            <a:spAutoFit/>
          </a:bodyPr>
          <a:lstStyle>
            <a:lvl1pPr lvl="0">
              <a:spcBef>
                <a:spcPts val="0"/>
              </a:spcBef>
              <a:spcAft>
                <a:spcPts val="0"/>
              </a:spcAft>
              <a:buClr>
                <a:schemeClr val="accent3"/>
              </a:buClr>
              <a:buSzPts val="1500"/>
              <a:buNone/>
              <a:defRPr sz="1500">
                <a:solidFill>
                  <a:schemeClr val="accent3"/>
                </a:solidFill>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265" name="Google Shape;265;p12"/>
          <p:cNvSpPr txBox="1"/>
          <p:nvPr>
            <p:ph idx="5" type="subTitle"/>
          </p:nvPr>
        </p:nvSpPr>
        <p:spPr>
          <a:xfrm>
            <a:off x="5223450" y="1309275"/>
            <a:ext cx="2607000" cy="417000"/>
          </a:xfrm>
          <a:prstGeom prst="rect">
            <a:avLst/>
          </a:prstGeom>
        </p:spPr>
        <p:txBody>
          <a:bodyPr anchorCtr="0" anchor="t" bIns="91425" lIns="0" spcFirstLastPara="1" rIns="457200" wrap="square" tIns="91425">
            <a:spAutoFit/>
          </a:bodyPr>
          <a:lstStyle>
            <a:lvl1pPr lvl="0">
              <a:spcBef>
                <a:spcPts val="0"/>
              </a:spcBef>
              <a:spcAft>
                <a:spcPts val="0"/>
              </a:spcAft>
              <a:buClr>
                <a:schemeClr val="accent3"/>
              </a:buClr>
              <a:buSzPts val="1500"/>
              <a:buNone/>
              <a:defRPr sz="1500">
                <a:solidFill>
                  <a:schemeClr val="accent3"/>
                </a:solidFill>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266" name="Google Shape;266;p12"/>
          <p:cNvSpPr txBox="1"/>
          <p:nvPr>
            <p:ph idx="6" type="subTitle"/>
          </p:nvPr>
        </p:nvSpPr>
        <p:spPr>
          <a:xfrm>
            <a:off x="1285875" y="3355600"/>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67" name="Google Shape;267;p12"/>
          <p:cNvSpPr txBox="1"/>
          <p:nvPr>
            <p:ph idx="7"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lnSpc>
                <a:spcPct val="100000"/>
              </a:lnSpc>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268" name="Google Shape;268;p12"/>
          <p:cNvSpPr txBox="1"/>
          <p:nvPr>
            <p:ph idx="8" type="subTitle"/>
          </p:nvPr>
        </p:nvSpPr>
        <p:spPr>
          <a:xfrm>
            <a:off x="1285875" y="3690238"/>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69" name="Google Shape;269;p12"/>
          <p:cNvSpPr txBox="1"/>
          <p:nvPr>
            <p:ph idx="9" type="subTitle"/>
          </p:nvPr>
        </p:nvSpPr>
        <p:spPr>
          <a:xfrm>
            <a:off x="1285875" y="4029388"/>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70" name="Google Shape;270;p12"/>
          <p:cNvSpPr txBox="1"/>
          <p:nvPr>
            <p:ph idx="13" type="subTitle"/>
          </p:nvPr>
        </p:nvSpPr>
        <p:spPr>
          <a:xfrm>
            <a:off x="1285875" y="4368550"/>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71" name="Google Shape;271;p12"/>
          <p:cNvSpPr txBox="1"/>
          <p:nvPr>
            <p:ph idx="14" type="subTitle"/>
          </p:nvPr>
        </p:nvSpPr>
        <p:spPr>
          <a:xfrm>
            <a:off x="3415750" y="335357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2" name="Google Shape;272;p12"/>
          <p:cNvSpPr txBox="1"/>
          <p:nvPr>
            <p:ph idx="15" type="subTitle"/>
          </p:nvPr>
        </p:nvSpPr>
        <p:spPr>
          <a:xfrm>
            <a:off x="3415750" y="368821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3" name="Google Shape;273;p12"/>
          <p:cNvSpPr txBox="1"/>
          <p:nvPr>
            <p:ph idx="16" type="subTitle"/>
          </p:nvPr>
        </p:nvSpPr>
        <p:spPr>
          <a:xfrm>
            <a:off x="3415750" y="402736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4" name="Google Shape;274;p12"/>
          <p:cNvSpPr txBox="1"/>
          <p:nvPr>
            <p:ph idx="17" type="subTitle"/>
          </p:nvPr>
        </p:nvSpPr>
        <p:spPr>
          <a:xfrm>
            <a:off x="3415750" y="436652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5" name="Google Shape;275;p12"/>
          <p:cNvSpPr txBox="1"/>
          <p:nvPr>
            <p:ph idx="18" type="subTitle"/>
          </p:nvPr>
        </p:nvSpPr>
        <p:spPr>
          <a:xfrm>
            <a:off x="7383000" y="335357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6" name="Google Shape;276;p12"/>
          <p:cNvSpPr txBox="1"/>
          <p:nvPr>
            <p:ph idx="19" type="subTitle"/>
          </p:nvPr>
        </p:nvSpPr>
        <p:spPr>
          <a:xfrm>
            <a:off x="7383000" y="368821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7" name="Google Shape;277;p12"/>
          <p:cNvSpPr txBox="1"/>
          <p:nvPr>
            <p:ph idx="20" type="subTitle"/>
          </p:nvPr>
        </p:nvSpPr>
        <p:spPr>
          <a:xfrm>
            <a:off x="7383000" y="4027363"/>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8" name="Google Shape;278;p12"/>
          <p:cNvSpPr txBox="1"/>
          <p:nvPr>
            <p:ph idx="21" type="subTitle"/>
          </p:nvPr>
        </p:nvSpPr>
        <p:spPr>
          <a:xfrm>
            <a:off x="7383000" y="4366525"/>
            <a:ext cx="1532400" cy="2337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800"/>
              </a:spcBef>
              <a:spcAft>
                <a:spcPts val="0"/>
              </a:spcAft>
              <a:buSzPts val="1200"/>
              <a:buFont typeface="Inter Light"/>
              <a:buNone/>
              <a:defRPr>
                <a:latin typeface="Inter Light"/>
                <a:ea typeface="Inter Light"/>
                <a:cs typeface="Inter Light"/>
                <a:sym typeface="Inter Light"/>
              </a:defRPr>
            </a:lvl2pPr>
            <a:lvl3pPr lvl="2" algn="r">
              <a:spcBef>
                <a:spcPts val="800"/>
              </a:spcBef>
              <a:spcAft>
                <a:spcPts val="0"/>
              </a:spcAft>
              <a:buSzPts val="1200"/>
              <a:buFont typeface="Inter Light"/>
              <a:buNone/>
              <a:defRPr>
                <a:latin typeface="Inter Light"/>
                <a:ea typeface="Inter Light"/>
                <a:cs typeface="Inter Light"/>
                <a:sym typeface="Inter Light"/>
              </a:defRPr>
            </a:lvl3pPr>
            <a:lvl4pPr lvl="3" algn="r">
              <a:spcBef>
                <a:spcPts val="800"/>
              </a:spcBef>
              <a:spcAft>
                <a:spcPts val="0"/>
              </a:spcAft>
              <a:buSzPts val="1200"/>
              <a:buFont typeface="Inter Light"/>
              <a:buNone/>
              <a:defRPr>
                <a:latin typeface="Inter Light"/>
                <a:ea typeface="Inter Light"/>
                <a:cs typeface="Inter Light"/>
                <a:sym typeface="Inter Light"/>
              </a:defRPr>
            </a:lvl4pPr>
            <a:lvl5pPr lvl="4" algn="r">
              <a:spcBef>
                <a:spcPts val="800"/>
              </a:spcBef>
              <a:spcAft>
                <a:spcPts val="0"/>
              </a:spcAft>
              <a:buSzPts val="1200"/>
              <a:buFont typeface="Inter Light"/>
              <a:buNone/>
              <a:defRPr>
                <a:latin typeface="Inter Light"/>
                <a:ea typeface="Inter Light"/>
                <a:cs typeface="Inter Light"/>
                <a:sym typeface="Inter Light"/>
              </a:defRPr>
            </a:lvl5pPr>
            <a:lvl6pPr lvl="5" algn="r">
              <a:spcBef>
                <a:spcPts val="800"/>
              </a:spcBef>
              <a:spcAft>
                <a:spcPts val="0"/>
              </a:spcAft>
              <a:buSzPts val="1200"/>
              <a:buFont typeface="Inter Light"/>
              <a:buNone/>
              <a:defRPr>
                <a:latin typeface="Inter Light"/>
                <a:ea typeface="Inter Light"/>
                <a:cs typeface="Inter Light"/>
                <a:sym typeface="Inter Light"/>
              </a:defRPr>
            </a:lvl6pPr>
            <a:lvl7pPr lvl="6" algn="r">
              <a:spcBef>
                <a:spcPts val="800"/>
              </a:spcBef>
              <a:spcAft>
                <a:spcPts val="0"/>
              </a:spcAft>
              <a:buSzPts val="1200"/>
              <a:buFont typeface="Inter Light"/>
              <a:buNone/>
              <a:defRPr>
                <a:latin typeface="Inter Light"/>
                <a:ea typeface="Inter Light"/>
                <a:cs typeface="Inter Light"/>
                <a:sym typeface="Inter Light"/>
              </a:defRPr>
            </a:lvl7pPr>
            <a:lvl8pPr lvl="7" algn="r">
              <a:spcBef>
                <a:spcPts val="800"/>
              </a:spcBef>
              <a:spcAft>
                <a:spcPts val="0"/>
              </a:spcAft>
              <a:buSzPts val="1200"/>
              <a:buFont typeface="Inter Light"/>
              <a:buNone/>
              <a:defRPr>
                <a:latin typeface="Inter Light"/>
                <a:ea typeface="Inter Light"/>
                <a:cs typeface="Inter Light"/>
                <a:sym typeface="Inter Light"/>
              </a:defRPr>
            </a:lvl8pPr>
            <a:lvl9pPr lvl="8" algn="r">
              <a:spcBef>
                <a:spcPts val="800"/>
              </a:spcBef>
              <a:spcAft>
                <a:spcPts val="800"/>
              </a:spcAft>
              <a:buSzPts val="1200"/>
              <a:buFont typeface="Inter Light"/>
              <a:buNone/>
              <a:defRPr>
                <a:latin typeface="Inter Light"/>
                <a:ea typeface="Inter Light"/>
                <a:cs typeface="Inter Light"/>
                <a:sym typeface="Inter Light"/>
              </a:defRPr>
            </a:lvl9pPr>
          </a:lstStyle>
          <a:p/>
        </p:txBody>
      </p:sp>
      <p:sp>
        <p:nvSpPr>
          <p:cNvPr id="279" name="Google Shape;279;p12"/>
          <p:cNvSpPr txBox="1"/>
          <p:nvPr>
            <p:ph idx="22" type="subTitle"/>
          </p:nvPr>
        </p:nvSpPr>
        <p:spPr>
          <a:xfrm>
            <a:off x="5223450" y="3353575"/>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80" name="Google Shape;280;p12"/>
          <p:cNvSpPr txBox="1"/>
          <p:nvPr>
            <p:ph idx="23" type="subTitle"/>
          </p:nvPr>
        </p:nvSpPr>
        <p:spPr>
          <a:xfrm>
            <a:off x="5223450" y="3688213"/>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81" name="Google Shape;281;p12"/>
          <p:cNvSpPr txBox="1"/>
          <p:nvPr>
            <p:ph idx="24" type="subTitle"/>
          </p:nvPr>
        </p:nvSpPr>
        <p:spPr>
          <a:xfrm>
            <a:off x="5223450" y="4027363"/>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82" name="Google Shape;282;p12"/>
          <p:cNvSpPr txBox="1"/>
          <p:nvPr>
            <p:ph idx="25" type="subTitle"/>
          </p:nvPr>
        </p:nvSpPr>
        <p:spPr>
          <a:xfrm>
            <a:off x="5223450" y="4366525"/>
            <a:ext cx="1532400" cy="233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Inter Medium"/>
              <a:buNone/>
              <a:defRPr sz="1000">
                <a:solidFill>
                  <a:schemeClr val="dk1"/>
                </a:solidFill>
                <a:latin typeface="Inter Medium"/>
                <a:ea typeface="Inter Medium"/>
                <a:cs typeface="Inter Medium"/>
                <a:sym typeface="Inter Medium"/>
              </a:defRPr>
            </a:lvl1pPr>
            <a:lvl2pPr lvl="1">
              <a:spcBef>
                <a:spcPts val="800"/>
              </a:spcBef>
              <a:spcAft>
                <a:spcPts val="0"/>
              </a:spcAft>
              <a:buSzPts val="1200"/>
              <a:buFont typeface="Inter Medium"/>
              <a:buNone/>
              <a:defRPr>
                <a:latin typeface="Inter Medium"/>
                <a:ea typeface="Inter Medium"/>
                <a:cs typeface="Inter Medium"/>
                <a:sym typeface="Inter Medium"/>
              </a:defRPr>
            </a:lvl2pPr>
            <a:lvl3pPr lvl="2">
              <a:spcBef>
                <a:spcPts val="800"/>
              </a:spcBef>
              <a:spcAft>
                <a:spcPts val="0"/>
              </a:spcAft>
              <a:buSzPts val="1200"/>
              <a:buFont typeface="Inter Medium"/>
              <a:buNone/>
              <a:defRPr>
                <a:latin typeface="Inter Medium"/>
                <a:ea typeface="Inter Medium"/>
                <a:cs typeface="Inter Medium"/>
                <a:sym typeface="Inter Medium"/>
              </a:defRPr>
            </a:lvl3pPr>
            <a:lvl4pPr lvl="3">
              <a:spcBef>
                <a:spcPts val="800"/>
              </a:spcBef>
              <a:spcAft>
                <a:spcPts val="0"/>
              </a:spcAft>
              <a:buSzPts val="1200"/>
              <a:buFont typeface="Inter Medium"/>
              <a:buNone/>
              <a:defRPr>
                <a:latin typeface="Inter Medium"/>
                <a:ea typeface="Inter Medium"/>
                <a:cs typeface="Inter Medium"/>
                <a:sym typeface="Inter Medium"/>
              </a:defRPr>
            </a:lvl4pPr>
            <a:lvl5pPr lvl="4">
              <a:spcBef>
                <a:spcPts val="800"/>
              </a:spcBef>
              <a:spcAft>
                <a:spcPts val="0"/>
              </a:spcAft>
              <a:buSzPts val="1200"/>
              <a:buFont typeface="Inter Medium"/>
              <a:buNone/>
              <a:defRPr>
                <a:latin typeface="Inter Medium"/>
                <a:ea typeface="Inter Medium"/>
                <a:cs typeface="Inter Medium"/>
                <a:sym typeface="Inter Medium"/>
              </a:defRPr>
            </a:lvl5pPr>
            <a:lvl6pPr lvl="5">
              <a:spcBef>
                <a:spcPts val="800"/>
              </a:spcBef>
              <a:spcAft>
                <a:spcPts val="0"/>
              </a:spcAft>
              <a:buSzPts val="1200"/>
              <a:buFont typeface="Inter Medium"/>
              <a:buNone/>
              <a:defRPr>
                <a:latin typeface="Inter Medium"/>
                <a:ea typeface="Inter Medium"/>
                <a:cs typeface="Inter Medium"/>
                <a:sym typeface="Inter Medium"/>
              </a:defRPr>
            </a:lvl6pPr>
            <a:lvl7pPr lvl="6">
              <a:spcBef>
                <a:spcPts val="800"/>
              </a:spcBef>
              <a:spcAft>
                <a:spcPts val="0"/>
              </a:spcAft>
              <a:buSzPts val="1200"/>
              <a:buFont typeface="Inter Medium"/>
              <a:buNone/>
              <a:defRPr>
                <a:latin typeface="Inter Medium"/>
                <a:ea typeface="Inter Medium"/>
                <a:cs typeface="Inter Medium"/>
                <a:sym typeface="Inter Medium"/>
              </a:defRPr>
            </a:lvl7pPr>
            <a:lvl8pPr lvl="7">
              <a:spcBef>
                <a:spcPts val="800"/>
              </a:spcBef>
              <a:spcAft>
                <a:spcPts val="0"/>
              </a:spcAft>
              <a:buSzPts val="1200"/>
              <a:buFont typeface="Inter Medium"/>
              <a:buNone/>
              <a:defRPr>
                <a:latin typeface="Inter Medium"/>
                <a:ea typeface="Inter Medium"/>
                <a:cs typeface="Inter Medium"/>
                <a:sym typeface="Inter Medium"/>
              </a:defRPr>
            </a:lvl8pPr>
            <a:lvl9pPr lvl="8">
              <a:spcBef>
                <a:spcPts val="800"/>
              </a:spcBef>
              <a:spcAft>
                <a:spcPts val="800"/>
              </a:spcAft>
              <a:buSzPts val="1200"/>
              <a:buFont typeface="Inter Medium"/>
              <a:buNone/>
              <a:defRPr>
                <a:latin typeface="Inter Medium"/>
                <a:ea typeface="Inter Medium"/>
                <a:cs typeface="Inter Medium"/>
                <a:sym typeface="Inter Medium"/>
              </a:defRPr>
            </a:lvl9pPr>
          </a:lstStyle>
          <a:p/>
        </p:txBody>
      </p:sp>
      <p:sp>
        <p:nvSpPr>
          <p:cNvPr id="283" name="Google Shape;283;p12"/>
          <p:cNvSpPr txBox="1"/>
          <p:nvPr>
            <p:ph idx="26" type="body"/>
          </p:nvPr>
        </p:nvSpPr>
        <p:spPr>
          <a:xfrm>
            <a:off x="1285875" y="1826513"/>
            <a:ext cx="3289800" cy="953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800"/>
              </a:spcBef>
              <a:spcAft>
                <a:spcPts val="0"/>
              </a:spcAft>
              <a:buClr>
                <a:schemeClr val="dk1"/>
              </a:buClr>
              <a:buSzPts val="1000"/>
              <a:buChar char="○"/>
              <a:defRPr sz="1000">
                <a:solidFill>
                  <a:schemeClr val="dk1"/>
                </a:solidFill>
              </a:defRPr>
            </a:lvl2pPr>
            <a:lvl3pPr indent="-292100" lvl="2" marL="1371600">
              <a:spcBef>
                <a:spcPts val="800"/>
              </a:spcBef>
              <a:spcAft>
                <a:spcPts val="0"/>
              </a:spcAft>
              <a:buClr>
                <a:schemeClr val="dk1"/>
              </a:buClr>
              <a:buSzPts val="1000"/>
              <a:buChar char="■"/>
              <a:defRPr sz="1000">
                <a:solidFill>
                  <a:schemeClr val="dk1"/>
                </a:solidFill>
              </a:defRPr>
            </a:lvl3pPr>
            <a:lvl4pPr indent="-292100" lvl="3" marL="1828800">
              <a:spcBef>
                <a:spcPts val="800"/>
              </a:spcBef>
              <a:spcAft>
                <a:spcPts val="0"/>
              </a:spcAft>
              <a:buClr>
                <a:schemeClr val="dk1"/>
              </a:buClr>
              <a:buSzPts val="1000"/>
              <a:buChar char="●"/>
              <a:defRPr sz="1000">
                <a:solidFill>
                  <a:schemeClr val="dk1"/>
                </a:solidFill>
              </a:defRPr>
            </a:lvl4pPr>
            <a:lvl5pPr indent="-292100" lvl="4" marL="2286000">
              <a:spcBef>
                <a:spcPts val="800"/>
              </a:spcBef>
              <a:spcAft>
                <a:spcPts val="0"/>
              </a:spcAft>
              <a:buClr>
                <a:schemeClr val="dk1"/>
              </a:buClr>
              <a:buSzPts val="1000"/>
              <a:buChar char="○"/>
              <a:defRPr sz="1000">
                <a:solidFill>
                  <a:schemeClr val="dk1"/>
                </a:solidFill>
              </a:defRPr>
            </a:lvl5pPr>
            <a:lvl6pPr indent="-292100" lvl="5" marL="2743200">
              <a:spcBef>
                <a:spcPts val="800"/>
              </a:spcBef>
              <a:spcAft>
                <a:spcPts val="0"/>
              </a:spcAft>
              <a:buClr>
                <a:schemeClr val="dk1"/>
              </a:buClr>
              <a:buSzPts val="1000"/>
              <a:buChar char="■"/>
              <a:defRPr sz="1000">
                <a:solidFill>
                  <a:schemeClr val="dk1"/>
                </a:solidFill>
              </a:defRPr>
            </a:lvl6pPr>
            <a:lvl7pPr indent="-292100" lvl="6" marL="3200400">
              <a:spcBef>
                <a:spcPts val="800"/>
              </a:spcBef>
              <a:spcAft>
                <a:spcPts val="0"/>
              </a:spcAft>
              <a:buClr>
                <a:schemeClr val="dk1"/>
              </a:buClr>
              <a:buSzPts val="1000"/>
              <a:buChar char="●"/>
              <a:defRPr sz="1000">
                <a:solidFill>
                  <a:schemeClr val="dk1"/>
                </a:solidFill>
              </a:defRPr>
            </a:lvl7pPr>
            <a:lvl8pPr indent="-292100" lvl="7" marL="3657600">
              <a:spcBef>
                <a:spcPts val="800"/>
              </a:spcBef>
              <a:spcAft>
                <a:spcPts val="0"/>
              </a:spcAft>
              <a:buClr>
                <a:schemeClr val="dk1"/>
              </a:buClr>
              <a:buSzPts val="1000"/>
              <a:buChar char="○"/>
              <a:defRPr sz="1000">
                <a:solidFill>
                  <a:schemeClr val="dk1"/>
                </a:solidFill>
              </a:defRPr>
            </a:lvl8pPr>
            <a:lvl9pPr indent="-292100" lvl="8" marL="4114800">
              <a:spcBef>
                <a:spcPts val="800"/>
              </a:spcBef>
              <a:spcAft>
                <a:spcPts val="800"/>
              </a:spcAft>
              <a:buClr>
                <a:schemeClr val="dk1"/>
              </a:buClr>
              <a:buSzPts val="1000"/>
              <a:buChar char="■"/>
              <a:defRPr sz="1000">
                <a:solidFill>
                  <a:schemeClr val="dk1"/>
                </a:solidFill>
              </a:defRPr>
            </a:lvl9pPr>
          </a:lstStyle>
          <a:p/>
        </p:txBody>
      </p:sp>
      <p:sp>
        <p:nvSpPr>
          <p:cNvPr id="284" name="Google Shape;284;p12"/>
          <p:cNvSpPr txBox="1"/>
          <p:nvPr>
            <p:ph idx="27" type="body"/>
          </p:nvPr>
        </p:nvSpPr>
        <p:spPr>
          <a:xfrm>
            <a:off x="5223450" y="1826513"/>
            <a:ext cx="3289800" cy="953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800"/>
              </a:spcBef>
              <a:spcAft>
                <a:spcPts val="0"/>
              </a:spcAft>
              <a:buClr>
                <a:schemeClr val="dk1"/>
              </a:buClr>
              <a:buSzPts val="1000"/>
              <a:buChar char="○"/>
              <a:defRPr sz="1000">
                <a:solidFill>
                  <a:schemeClr val="dk1"/>
                </a:solidFill>
              </a:defRPr>
            </a:lvl2pPr>
            <a:lvl3pPr indent="-292100" lvl="2" marL="1371600">
              <a:spcBef>
                <a:spcPts val="800"/>
              </a:spcBef>
              <a:spcAft>
                <a:spcPts val="0"/>
              </a:spcAft>
              <a:buClr>
                <a:schemeClr val="dk1"/>
              </a:buClr>
              <a:buSzPts val="1000"/>
              <a:buChar char="■"/>
              <a:defRPr sz="1000">
                <a:solidFill>
                  <a:schemeClr val="dk1"/>
                </a:solidFill>
              </a:defRPr>
            </a:lvl3pPr>
            <a:lvl4pPr indent="-292100" lvl="3" marL="1828800">
              <a:spcBef>
                <a:spcPts val="800"/>
              </a:spcBef>
              <a:spcAft>
                <a:spcPts val="0"/>
              </a:spcAft>
              <a:buClr>
                <a:schemeClr val="dk1"/>
              </a:buClr>
              <a:buSzPts val="1000"/>
              <a:buChar char="●"/>
              <a:defRPr sz="1000">
                <a:solidFill>
                  <a:schemeClr val="dk1"/>
                </a:solidFill>
              </a:defRPr>
            </a:lvl4pPr>
            <a:lvl5pPr indent="-292100" lvl="4" marL="2286000">
              <a:spcBef>
                <a:spcPts val="800"/>
              </a:spcBef>
              <a:spcAft>
                <a:spcPts val="0"/>
              </a:spcAft>
              <a:buClr>
                <a:schemeClr val="dk1"/>
              </a:buClr>
              <a:buSzPts val="1000"/>
              <a:buChar char="○"/>
              <a:defRPr sz="1000">
                <a:solidFill>
                  <a:schemeClr val="dk1"/>
                </a:solidFill>
              </a:defRPr>
            </a:lvl5pPr>
            <a:lvl6pPr indent="-292100" lvl="5" marL="2743200">
              <a:spcBef>
                <a:spcPts val="800"/>
              </a:spcBef>
              <a:spcAft>
                <a:spcPts val="0"/>
              </a:spcAft>
              <a:buClr>
                <a:schemeClr val="dk1"/>
              </a:buClr>
              <a:buSzPts val="1000"/>
              <a:buChar char="■"/>
              <a:defRPr sz="1000">
                <a:solidFill>
                  <a:schemeClr val="dk1"/>
                </a:solidFill>
              </a:defRPr>
            </a:lvl6pPr>
            <a:lvl7pPr indent="-292100" lvl="6" marL="3200400">
              <a:spcBef>
                <a:spcPts val="800"/>
              </a:spcBef>
              <a:spcAft>
                <a:spcPts val="0"/>
              </a:spcAft>
              <a:buClr>
                <a:schemeClr val="dk1"/>
              </a:buClr>
              <a:buSzPts val="1000"/>
              <a:buChar char="●"/>
              <a:defRPr sz="1000">
                <a:solidFill>
                  <a:schemeClr val="dk1"/>
                </a:solidFill>
              </a:defRPr>
            </a:lvl7pPr>
            <a:lvl8pPr indent="-292100" lvl="7" marL="3657600">
              <a:spcBef>
                <a:spcPts val="800"/>
              </a:spcBef>
              <a:spcAft>
                <a:spcPts val="0"/>
              </a:spcAft>
              <a:buClr>
                <a:schemeClr val="dk1"/>
              </a:buClr>
              <a:buSzPts val="1000"/>
              <a:buChar char="○"/>
              <a:defRPr sz="1000">
                <a:solidFill>
                  <a:schemeClr val="dk1"/>
                </a:solidFill>
              </a:defRPr>
            </a:lvl8pPr>
            <a:lvl9pPr indent="-292100" lvl="8" marL="4114800">
              <a:spcBef>
                <a:spcPts val="800"/>
              </a:spcBef>
              <a:spcAft>
                <a:spcPts val="800"/>
              </a:spcAft>
              <a:buClr>
                <a:schemeClr val="dk1"/>
              </a:buClr>
              <a:buSzPts val="1000"/>
              <a:buChar char="■"/>
              <a:defRPr sz="1000">
                <a:solidFill>
                  <a:schemeClr val="dk1"/>
                </a:solidFill>
              </a:defRPr>
            </a:lvl9pPr>
          </a:lstStyle>
          <a:p/>
        </p:txBody>
      </p:sp>
    </p:spTree>
  </p:cSld>
  <p:clrMapOvr>
    <a:masterClrMapping/>
  </p:clrMapOvr>
  <p:extLst>
    <p:ext uri="{DCECCB84-F9BA-43D5-87BE-67443E8EF086}">
      <p15:sldGuideLst>
        <p15:guide id="1" pos="821">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deadline">
  <p:cSld name="BLANK_1_1_1_1_1_1_1_2">
    <p:bg>
      <p:bgPr>
        <a:solidFill>
          <a:schemeClr val="lt2"/>
        </a:solidFill>
      </p:bgPr>
    </p:bg>
    <p:spTree>
      <p:nvGrpSpPr>
        <p:cNvPr id="285" name="Shape 285"/>
        <p:cNvGrpSpPr/>
        <p:nvPr/>
      </p:nvGrpSpPr>
      <p:grpSpPr>
        <a:xfrm>
          <a:off x="0" y="0"/>
          <a:ext cx="0" cy="0"/>
          <a:chOff x="0" y="0"/>
          <a:chExt cx="0" cy="0"/>
        </a:xfrm>
      </p:grpSpPr>
      <p:sp>
        <p:nvSpPr>
          <p:cNvPr id="286" name="Google Shape;286;p13"/>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287" name="Google Shape;287;p13"/>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cxnSp>
        <p:nvCxnSpPr>
          <p:cNvPr id="288" name="Google Shape;288;p1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289" name="Google Shape;289;p1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290" name="Google Shape;290;p13"/>
          <p:cNvSpPr txBox="1"/>
          <p:nvPr>
            <p:ph idx="2" type="subTitle"/>
          </p:nvPr>
        </p:nvSpPr>
        <p:spPr>
          <a:xfrm>
            <a:off x="10421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291" name="Google Shape;291;p13"/>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SzPts val="800"/>
              <a:buFont typeface="Inter"/>
              <a:buNone/>
              <a:defRPr sz="800"/>
            </a:lvl1pPr>
            <a:lvl2pPr lvl="1" algn="r">
              <a:spcBef>
                <a:spcPts val="0"/>
              </a:spcBef>
              <a:spcAft>
                <a:spcPts val="0"/>
              </a:spcAft>
              <a:buSzPts val="800"/>
              <a:buFont typeface="Inter"/>
              <a:buNone/>
              <a:defRPr sz="800"/>
            </a:lvl2pPr>
            <a:lvl3pPr lvl="2" algn="r">
              <a:spcBef>
                <a:spcPts val="0"/>
              </a:spcBef>
              <a:spcAft>
                <a:spcPts val="0"/>
              </a:spcAft>
              <a:buSzPts val="800"/>
              <a:buFont typeface="Inter"/>
              <a:buNone/>
              <a:defRPr sz="800"/>
            </a:lvl3pPr>
            <a:lvl4pPr lvl="3" algn="r">
              <a:spcBef>
                <a:spcPts val="0"/>
              </a:spcBef>
              <a:spcAft>
                <a:spcPts val="0"/>
              </a:spcAft>
              <a:buSzPts val="800"/>
              <a:buFont typeface="Inter"/>
              <a:buNone/>
              <a:defRPr sz="800"/>
            </a:lvl4pPr>
            <a:lvl5pPr lvl="4" algn="r">
              <a:spcBef>
                <a:spcPts val="0"/>
              </a:spcBef>
              <a:spcAft>
                <a:spcPts val="0"/>
              </a:spcAft>
              <a:buSzPts val="800"/>
              <a:buFont typeface="Inter"/>
              <a:buNone/>
              <a:defRPr sz="800"/>
            </a:lvl5pPr>
            <a:lvl6pPr lvl="5" algn="r">
              <a:spcBef>
                <a:spcPts val="0"/>
              </a:spcBef>
              <a:spcAft>
                <a:spcPts val="0"/>
              </a:spcAft>
              <a:buSzPts val="800"/>
              <a:buFont typeface="Inter"/>
              <a:buNone/>
              <a:defRPr sz="800"/>
            </a:lvl6pPr>
            <a:lvl7pPr lvl="6" algn="r">
              <a:spcBef>
                <a:spcPts val="0"/>
              </a:spcBef>
              <a:spcAft>
                <a:spcPts val="0"/>
              </a:spcAft>
              <a:buSzPts val="800"/>
              <a:buFont typeface="Inter"/>
              <a:buNone/>
              <a:defRPr sz="800"/>
            </a:lvl7pPr>
            <a:lvl8pPr lvl="7" algn="r">
              <a:spcBef>
                <a:spcPts val="0"/>
              </a:spcBef>
              <a:spcAft>
                <a:spcPts val="0"/>
              </a:spcAft>
              <a:buSzPts val="800"/>
              <a:buFont typeface="Inter"/>
              <a:buNone/>
              <a:defRPr sz="800"/>
            </a:lvl8pPr>
            <a:lvl9pPr lvl="8" algn="r">
              <a:spcBef>
                <a:spcPts val="0"/>
              </a:spcBef>
              <a:spcAft>
                <a:spcPts val="0"/>
              </a:spcAft>
              <a:buSzPts val="800"/>
              <a:buFont typeface="Inter"/>
              <a:buNone/>
              <a:defRPr sz="800"/>
            </a:lvl9pPr>
          </a:lstStyle>
          <a:p/>
        </p:txBody>
      </p:sp>
      <p:sp>
        <p:nvSpPr>
          <p:cNvPr id="292" name="Google Shape;292;p13"/>
          <p:cNvSpPr txBox="1"/>
          <p:nvPr>
            <p:ph idx="4" type="body"/>
          </p:nvPr>
        </p:nvSpPr>
        <p:spPr>
          <a:xfrm>
            <a:off x="1285875" y="1558900"/>
            <a:ext cx="2803800" cy="2499000"/>
          </a:xfrm>
          <a:prstGeom prst="rect">
            <a:avLst/>
          </a:prstGeom>
        </p:spPr>
        <p:txBody>
          <a:bodyPr anchorCtr="0" anchor="t" bIns="91425" lIns="0" spcFirstLastPara="1" rIns="0" wrap="square" tIns="0">
            <a:spAutoFit/>
          </a:bodyPr>
          <a:lstStyle>
            <a:lvl1pPr indent="-292100" lvl="0" marL="457200">
              <a:spcBef>
                <a:spcPts val="0"/>
              </a:spcBef>
              <a:spcAft>
                <a:spcPts val="0"/>
              </a:spcAft>
              <a:buSzPts val="1000"/>
              <a:buChar char="●"/>
              <a:defRPr sz="1000"/>
            </a:lvl1pPr>
            <a:lvl2pPr indent="-292100" lvl="1" marL="914400">
              <a:spcBef>
                <a:spcPts val="800"/>
              </a:spcBef>
              <a:spcAft>
                <a:spcPts val="0"/>
              </a:spcAft>
              <a:buSzPts val="1000"/>
              <a:buChar char="○"/>
              <a:defRPr sz="1000"/>
            </a:lvl2pPr>
            <a:lvl3pPr indent="-292100" lvl="2" marL="1371600">
              <a:spcBef>
                <a:spcPts val="800"/>
              </a:spcBef>
              <a:spcAft>
                <a:spcPts val="0"/>
              </a:spcAft>
              <a:buSzPts val="1000"/>
              <a:buChar char="■"/>
              <a:defRPr sz="1000"/>
            </a:lvl3pPr>
            <a:lvl4pPr indent="-292100" lvl="3" marL="1828800">
              <a:spcBef>
                <a:spcPts val="800"/>
              </a:spcBef>
              <a:spcAft>
                <a:spcPts val="0"/>
              </a:spcAft>
              <a:buSzPts val="1000"/>
              <a:buChar char="●"/>
              <a:defRPr sz="1000"/>
            </a:lvl4pPr>
            <a:lvl5pPr indent="-292100" lvl="4" marL="2286000">
              <a:spcBef>
                <a:spcPts val="800"/>
              </a:spcBef>
              <a:spcAft>
                <a:spcPts val="0"/>
              </a:spcAft>
              <a:buSzPts val="1000"/>
              <a:buChar char="○"/>
              <a:defRPr sz="1000"/>
            </a:lvl5pPr>
            <a:lvl6pPr indent="-292100" lvl="5" marL="2743200">
              <a:spcBef>
                <a:spcPts val="800"/>
              </a:spcBef>
              <a:spcAft>
                <a:spcPts val="0"/>
              </a:spcAft>
              <a:buSzPts val="1000"/>
              <a:buChar char="■"/>
              <a:defRPr sz="1000"/>
            </a:lvl6pPr>
            <a:lvl7pPr indent="-292100" lvl="6" marL="3200400">
              <a:spcBef>
                <a:spcPts val="800"/>
              </a:spcBef>
              <a:spcAft>
                <a:spcPts val="0"/>
              </a:spcAft>
              <a:buSzPts val="1000"/>
              <a:buChar char="●"/>
              <a:defRPr sz="1000"/>
            </a:lvl7pPr>
            <a:lvl8pPr indent="-292100" lvl="7" marL="3657600">
              <a:spcBef>
                <a:spcPts val="800"/>
              </a:spcBef>
              <a:spcAft>
                <a:spcPts val="0"/>
              </a:spcAft>
              <a:buSzPts val="1000"/>
              <a:buChar char="○"/>
              <a:defRPr sz="1000"/>
            </a:lvl8pPr>
            <a:lvl9pPr indent="-292100" lvl="8" marL="4114800">
              <a:spcBef>
                <a:spcPts val="800"/>
              </a:spcBef>
              <a:spcAft>
                <a:spcPts val="800"/>
              </a:spcAft>
              <a:buSzPts val="1000"/>
              <a:buChar char="■"/>
              <a:defRPr sz="1000"/>
            </a:lvl9pPr>
          </a:lstStyle>
          <a:p/>
        </p:txBody>
      </p:sp>
      <p:sp>
        <p:nvSpPr>
          <p:cNvPr id="293" name="Google Shape;293;p13"/>
          <p:cNvSpPr txBox="1"/>
          <p:nvPr>
            <p:ph idx="5" type="subTitle"/>
          </p:nvPr>
        </p:nvSpPr>
        <p:spPr>
          <a:xfrm>
            <a:off x="5196350" y="1462025"/>
            <a:ext cx="2307600" cy="202500"/>
          </a:xfrm>
          <a:prstGeom prst="rect">
            <a:avLst/>
          </a:prstGeom>
        </p:spPr>
        <p:txBody>
          <a:bodyPr anchorCtr="0" anchor="t" bIns="0" lIns="0" spcFirstLastPara="1" rIns="0" wrap="square" tIns="0">
            <a:sp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800"/>
              </a:spcBef>
              <a:spcAft>
                <a:spcPts val="0"/>
              </a:spcAft>
              <a:buClr>
                <a:schemeClr val="accent1"/>
              </a:buClr>
              <a:buSzPts val="1200"/>
              <a:buNone/>
              <a:defRPr>
                <a:solidFill>
                  <a:schemeClr val="accent1"/>
                </a:solidFill>
              </a:defRPr>
            </a:lvl2pPr>
            <a:lvl3pPr lvl="2">
              <a:spcBef>
                <a:spcPts val="800"/>
              </a:spcBef>
              <a:spcAft>
                <a:spcPts val="0"/>
              </a:spcAft>
              <a:buClr>
                <a:schemeClr val="accent1"/>
              </a:buClr>
              <a:buSzPts val="1200"/>
              <a:buNone/>
              <a:defRPr>
                <a:solidFill>
                  <a:schemeClr val="accent1"/>
                </a:solidFill>
              </a:defRPr>
            </a:lvl3pPr>
            <a:lvl4pPr lvl="3">
              <a:spcBef>
                <a:spcPts val="800"/>
              </a:spcBef>
              <a:spcAft>
                <a:spcPts val="0"/>
              </a:spcAft>
              <a:buClr>
                <a:schemeClr val="accent1"/>
              </a:buClr>
              <a:buSzPts val="1200"/>
              <a:buNone/>
              <a:defRPr>
                <a:solidFill>
                  <a:schemeClr val="accent1"/>
                </a:solidFill>
              </a:defRPr>
            </a:lvl4pPr>
            <a:lvl5pPr lvl="4">
              <a:spcBef>
                <a:spcPts val="800"/>
              </a:spcBef>
              <a:spcAft>
                <a:spcPts val="0"/>
              </a:spcAft>
              <a:buClr>
                <a:schemeClr val="accent1"/>
              </a:buClr>
              <a:buSzPts val="1200"/>
              <a:buNone/>
              <a:defRPr>
                <a:solidFill>
                  <a:schemeClr val="accent1"/>
                </a:solidFill>
              </a:defRPr>
            </a:lvl5pPr>
            <a:lvl6pPr lvl="5">
              <a:spcBef>
                <a:spcPts val="800"/>
              </a:spcBef>
              <a:spcAft>
                <a:spcPts val="0"/>
              </a:spcAft>
              <a:buClr>
                <a:schemeClr val="accent1"/>
              </a:buClr>
              <a:buSzPts val="1200"/>
              <a:buNone/>
              <a:defRPr>
                <a:solidFill>
                  <a:schemeClr val="accent1"/>
                </a:solidFill>
              </a:defRPr>
            </a:lvl6pPr>
            <a:lvl7pPr lvl="6">
              <a:spcBef>
                <a:spcPts val="800"/>
              </a:spcBef>
              <a:spcAft>
                <a:spcPts val="0"/>
              </a:spcAft>
              <a:buClr>
                <a:schemeClr val="accent1"/>
              </a:buClr>
              <a:buSzPts val="1200"/>
              <a:buNone/>
              <a:defRPr>
                <a:solidFill>
                  <a:schemeClr val="accent1"/>
                </a:solidFill>
              </a:defRPr>
            </a:lvl7pPr>
            <a:lvl8pPr lvl="7">
              <a:spcBef>
                <a:spcPts val="800"/>
              </a:spcBef>
              <a:spcAft>
                <a:spcPts val="0"/>
              </a:spcAft>
              <a:buClr>
                <a:schemeClr val="accent1"/>
              </a:buClr>
              <a:buSzPts val="1200"/>
              <a:buNone/>
              <a:defRPr>
                <a:solidFill>
                  <a:schemeClr val="accent1"/>
                </a:solidFill>
              </a:defRPr>
            </a:lvl8pPr>
            <a:lvl9pPr lvl="8">
              <a:spcBef>
                <a:spcPts val="800"/>
              </a:spcBef>
              <a:spcAft>
                <a:spcPts val="800"/>
              </a:spcAft>
              <a:buClr>
                <a:schemeClr val="accent1"/>
              </a:buClr>
              <a:buSzPts val="1200"/>
              <a:buNone/>
              <a:defRPr>
                <a:solidFill>
                  <a:schemeClr val="accent1"/>
                </a:solidFill>
              </a:defRPr>
            </a:lvl9pPr>
          </a:lstStyle>
          <a:p/>
        </p:txBody>
      </p:sp>
      <p:sp>
        <p:nvSpPr>
          <p:cNvPr id="294" name="Google Shape;294;p13"/>
          <p:cNvSpPr txBox="1"/>
          <p:nvPr>
            <p:ph idx="6" type="subTitle"/>
          </p:nvPr>
        </p:nvSpPr>
        <p:spPr>
          <a:xfrm>
            <a:off x="5196350" y="199117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295" name="Google Shape;295;p13"/>
          <p:cNvSpPr txBox="1"/>
          <p:nvPr>
            <p:ph idx="7" type="subTitle"/>
          </p:nvPr>
        </p:nvSpPr>
        <p:spPr>
          <a:xfrm>
            <a:off x="5196350" y="270017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296" name="Google Shape;296;p13"/>
          <p:cNvSpPr txBox="1"/>
          <p:nvPr>
            <p:ph idx="8" type="subTitle"/>
          </p:nvPr>
        </p:nvSpPr>
        <p:spPr>
          <a:xfrm>
            <a:off x="5196350" y="352022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297" name="Google Shape;297;p13"/>
          <p:cNvSpPr txBox="1"/>
          <p:nvPr>
            <p:ph idx="9" type="subTitle"/>
          </p:nvPr>
        </p:nvSpPr>
        <p:spPr>
          <a:xfrm>
            <a:off x="5196350" y="4264075"/>
            <a:ext cx="1109700" cy="202500"/>
          </a:xfrm>
          <a:prstGeom prst="rect">
            <a:avLst/>
          </a:prstGeom>
        </p:spPr>
        <p:txBody>
          <a:bodyPr anchorCtr="0" anchor="ctr" bIns="0" lIns="0" spcFirstLastPara="1" rIns="0" wrap="square" tIns="0">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800"/>
              </a:spcBef>
              <a:spcAft>
                <a:spcPts val="0"/>
              </a:spcAft>
              <a:buSzPts val="1200"/>
              <a:buNone/>
              <a:defRPr/>
            </a:lvl2pPr>
            <a:lvl3pPr lvl="2">
              <a:spcBef>
                <a:spcPts val="800"/>
              </a:spcBef>
              <a:spcAft>
                <a:spcPts val="0"/>
              </a:spcAft>
              <a:buSzPts val="1200"/>
              <a:buNone/>
              <a:defRPr/>
            </a:lvl3pPr>
            <a:lvl4pPr lvl="3">
              <a:spcBef>
                <a:spcPts val="800"/>
              </a:spcBef>
              <a:spcAft>
                <a:spcPts val="0"/>
              </a:spcAft>
              <a:buSzPts val="1200"/>
              <a:buNone/>
              <a:defRPr/>
            </a:lvl4pPr>
            <a:lvl5pPr lvl="4">
              <a:spcBef>
                <a:spcPts val="800"/>
              </a:spcBef>
              <a:spcAft>
                <a:spcPts val="0"/>
              </a:spcAft>
              <a:buSzPts val="1200"/>
              <a:buNone/>
              <a:defRPr/>
            </a:lvl5pPr>
            <a:lvl6pPr lvl="5">
              <a:spcBef>
                <a:spcPts val="800"/>
              </a:spcBef>
              <a:spcAft>
                <a:spcPts val="0"/>
              </a:spcAft>
              <a:buSzPts val="1200"/>
              <a:buNone/>
              <a:defRPr/>
            </a:lvl6pPr>
            <a:lvl7pPr lvl="6">
              <a:spcBef>
                <a:spcPts val="800"/>
              </a:spcBef>
              <a:spcAft>
                <a:spcPts val="0"/>
              </a:spcAft>
              <a:buSzPts val="1200"/>
              <a:buNone/>
              <a:defRPr/>
            </a:lvl7pPr>
            <a:lvl8pPr lvl="7">
              <a:spcBef>
                <a:spcPts val="800"/>
              </a:spcBef>
              <a:spcAft>
                <a:spcPts val="0"/>
              </a:spcAft>
              <a:buSzPts val="1200"/>
              <a:buNone/>
              <a:defRPr/>
            </a:lvl8pPr>
            <a:lvl9pPr lvl="8">
              <a:spcBef>
                <a:spcPts val="800"/>
              </a:spcBef>
              <a:spcAft>
                <a:spcPts val="800"/>
              </a:spcAft>
              <a:buSzPts val="1200"/>
              <a:buNone/>
              <a:defRPr/>
            </a:lvl9pPr>
          </a:lstStyle>
          <a:p/>
        </p:txBody>
      </p:sp>
      <p:sp>
        <p:nvSpPr>
          <p:cNvPr id="298" name="Google Shape;298;p13"/>
          <p:cNvSpPr txBox="1"/>
          <p:nvPr>
            <p:ph idx="13" type="body"/>
          </p:nvPr>
        </p:nvSpPr>
        <p:spPr>
          <a:xfrm>
            <a:off x="6165050" y="184582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99" name="Google Shape;299;p13"/>
          <p:cNvSpPr txBox="1"/>
          <p:nvPr>
            <p:ph idx="14" type="body"/>
          </p:nvPr>
        </p:nvSpPr>
        <p:spPr>
          <a:xfrm>
            <a:off x="6165050" y="263102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00" name="Google Shape;300;p13"/>
          <p:cNvSpPr txBox="1"/>
          <p:nvPr>
            <p:ph idx="15" type="body"/>
          </p:nvPr>
        </p:nvSpPr>
        <p:spPr>
          <a:xfrm>
            <a:off x="6165050" y="337487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01" name="Google Shape;301;p13"/>
          <p:cNvSpPr txBox="1"/>
          <p:nvPr>
            <p:ph idx="16" type="body"/>
          </p:nvPr>
        </p:nvSpPr>
        <p:spPr>
          <a:xfrm>
            <a:off x="6165050" y="4118725"/>
            <a:ext cx="2642400" cy="4932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302" name="Google Shape;302;p13"/>
          <p:cNvSpPr txBox="1"/>
          <p:nvPr>
            <p:ph idx="17" type="subTitle"/>
          </p:nvPr>
        </p:nvSpPr>
        <p:spPr>
          <a:xfrm>
            <a:off x="1356350" y="4384150"/>
            <a:ext cx="2413200" cy="202500"/>
          </a:xfrm>
          <a:prstGeom prst="rect">
            <a:avLst/>
          </a:prstGeom>
        </p:spPr>
        <p:txBody>
          <a:bodyPr anchorCtr="0" anchor="t" bIns="91425" lIns="0" spcFirstLastPara="1" rIns="91425" wrap="square" tIns="0">
            <a:spAutoFit/>
          </a:bodyPr>
          <a:lstStyle>
            <a:lvl1pPr lvl="0">
              <a:spcBef>
                <a:spcPts val="0"/>
              </a:spcBef>
              <a:spcAft>
                <a:spcPts val="0"/>
              </a:spcAft>
              <a:buClr>
                <a:schemeClr val="accent1"/>
              </a:buClr>
              <a:buSzPts val="1000"/>
              <a:buFont typeface="Inter Medium"/>
              <a:buNone/>
              <a:defRPr i="1" sz="10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303" name="Google Shape;303;p13"/>
          <p:cNvSpPr txBox="1"/>
          <p:nvPr>
            <p:ph idx="18" type="subTitle"/>
          </p:nvPr>
        </p:nvSpPr>
        <p:spPr>
          <a:xfrm>
            <a:off x="1042428" y="338324"/>
            <a:ext cx="5186400" cy="329100"/>
          </a:xfrm>
          <a:prstGeom prst="rect">
            <a:avLst/>
          </a:prstGeom>
        </p:spPr>
        <p:txBody>
          <a:bodyPr anchorCtr="0" anchor="ctr" bIns="0" lIns="274300" spcFirstLastPara="1" rIns="91425" wrap="square" tIns="91425">
            <a:noAutofit/>
          </a:bodyPr>
          <a:lstStyle>
            <a:lvl1pPr lvl="0">
              <a:lnSpc>
                <a:spcPct val="100000"/>
              </a:lnSpc>
              <a:spcBef>
                <a:spcPts val="0"/>
              </a:spcBef>
              <a:spcAft>
                <a:spcPts val="0"/>
              </a:spcAft>
              <a:buClr>
                <a:schemeClr val="accent1"/>
              </a:buClr>
              <a:buSzPts val="1000"/>
              <a:buFont typeface="Inter Medium"/>
              <a:buNone/>
              <a:defRPr sz="1000">
                <a:solidFill>
                  <a:schemeClr val="accent1"/>
                </a:solidFill>
                <a:latin typeface="Inter Medium"/>
                <a:ea typeface="Inter Medium"/>
                <a:cs typeface="Inter Medium"/>
                <a:sym typeface="Inter Medium"/>
              </a:defRPr>
            </a:lvl1pPr>
            <a:lvl2pPr lvl="1">
              <a:lnSpc>
                <a:spcPct val="100000"/>
              </a:lnSpc>
              <a:spcBef>
                <a:spcPts val="800"/>
              </a:spcBef>
              <a:spcAft>
                <a:spcPts val="0"/>
              </a:spcAft>
              <a:buSzPts val="1000"/>
              <a:buNone/>
              <a:defRPr sz="1000"/>
            </a:lvl2pPr>
            <a:lvl3pPr lvl="2">
              <a:lnSpc>
                <a:spcPct val="100000"/>
              </a:lnSpc>
              <a:spcBef>
                <a:spcPts val="800"/>
              </a:spcBef>
              <a:spcAft>
                <a:spcPts val="0"/>
              </a:spcAft>
              <a:buSzPts val="1000"/>
              <a:buNone/>
              <a:defRPr sz="1000"/>
            </a:lvl3pPr>
            <a:lvl4pPr lvl="3">
              <a:lnSpc>
                <a:spcPct val="100000"/>
              </a:lnSpc>
              <a:spcBef>
                <a:spcPts val="800"/>
              </a:spcBef>
              <a:spcAft>
                <a:spcPts val="0"/>
              </a:spcAft>
              <a:buSzPts val="1000"/>
              <a:buNone/>
              <a:defRPr sz="1000"/>
            </a:lvl4pPr>
            <a:lvl5pPr lvl="4">
              <a:lnSpc>
                <a:spcPct val="100000"/>
              </a:lnSpc>
              <a:spcBef>
                <a:spcPts val="800"/>
              </a:spcBef>
              <a:spcAft>
                <a:spcPts val="0"/>
              </a:spcAft>
              <a:buSzPts val="1000"/>
              <a:buNone/>
              <a:defRPr sz="1000"/>
            </a:lvl5pPr>
            <a:lvl6pPr lvl="5">
              <a:lnSpc>
                <a:spcPct val="100000"/>
              </a:lnSpc>
              <a:spcBef>
                <a:spcPts val="800"/>
              </a:spcBef>
              <a:spcAft>
                <a:spcPts val="0"/>
              </a:spcAft>
              <a:buSzPts val="1000"/>
              <a:buNone/>
              <a:defRPr sz="1000"/>
            </a:lvl6pPr>
            <a:lvl7pPr lvl="6">
              <a:lnSpc>
                <a:spcPct val="100000"/>
              </a:lnSpc>
              <a:spcBef>
                <a:spcPts val="800"/>
              </a:spcBef>
              <a:spcAft>
                <a:spcPts val="0"/>
              </a:spcAft>
              <a:buSzPts val="1000"/>
              <a:buNone/>
              <a:defRPr sz="1000"/>
            </a:lvl7pPr>
            <a:lvl8pPr lvl="7">
              <a:lnSpc>
                <a:spcPct val="100000"/>
              </a:lnSpc>
              <a:spcBef>
                <a:spcPts val="800"/>
              </a:spcBef>
              <a:spcAft>
                <a:spcPts val="0"/>
              </a:spcAft>
              <a:buSzPts val="1000"/>
              <a:buNone/>
              <a:defRPr sz="1000"/>
            </a:lvl8pPr>
            <a:lvl9pPr lvl="8">
              <a:lnSpc>
                <a:spcPct val="100000"/>
              </a:lnSpc>
              <a:spcBef>
                <a:spcPts val="800"/>
              </a:spcBef>
              <a:spcAft>
                <a:spcPts val="800"/>
              </a:spcAft>
              <a:buSzPts val="1000"/>
              <a:buNone/>
              <a:defRPr sz="1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p:cSld name="BLANK_1_1_1_1_1_1_1_2_3">
    <p:bg>
      <p:bgPr>
        <a:solidFill>
          <a:schemeClr val="lt2"/>
        </a:solidFill>
      </p:bgPr>
    </p:bg>
    <p:spTree>
      <p:nvGrpSpPr>
        <p:cNvPr id="304" name="Shape 304"/>
        <p:cNvGrpSpPr/>
        <p:nvPr/>
      </p:nvGrpSpPr>
      <p:grpSpPr>
        <a:xfrm>
          <a:off x="0" y="0"/>
          <a:ext cx="0" cy="0"/>
          <a:chOff x="0" y="0"/>
          <a:chExt cx="0" cy="0"/>
        </a:xfrm>
      </p:grpSpPr>
      <p:grpSp>
        <p:nvGrpSpPr>
          <p:cNvPr id="305" name="Google Shape;305;p14"/>
          <p:cNvGrpSpPr/>
          <p:nvPr/>
        </p:nvGrpSpPr>
        <p:grpSpPr>
          <a:xfrm rot="5400000">
            <a:off x="596727" y="776873"/>
            <a:ext cx="369896" cy="333900"/>
            <a:chOff x="96076" y="654376"/>
            <a:chExt cx="369896" cy="333900"/>
          </a:xfrm>
        </p:grpSpPr>
        <p:cxnSp>
          <p:nvCxnSpPr>
            <p:cNvPr id="306" name="Google Shape;306;p14"/>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307" name="Google Shape;307;p14"/>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308" name="Google Shape;308;p14"/>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309" name="Google Shape;309;p14"/>
          <p:cNvSpPr txBox="1"/>
          <p:nvPr>
            <p:ph type="title"/>
          </p:nvPr>
        </p:nvSpPr>
        <p:spPr>
          <a:xfrm flipH="1">
            <a:off x="1046169" y="666261"/>
            <a:ext cx="75765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310" name="Google Shape;310;p14"/>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311" name="Google Shape;311;p14"/>
          <p:cNvCxnSpPr/>
          <p:nvPr/>
        </p:nvCxnSpPr>
        <p:spPr>
          <a:xfrm>
            <a:off x="1045950" y="334900"/>
            <a:ext cx="8098500" cy="0"/>
          </a:xfrm>
          <a:prstGeom prst="straightConnector1">
            <a:avLst/>
          </a:prstGeom>
          <a:noFill/>
          <a:ln cap="flat" cmpd="sng" w="9525">
            <a:solidFill>
              <a:schemeClr val="lt1"/>
            </a:solidFill>
            <a:prstDash val="solid"/>
            <a:round/>
            <a:headEnd len="sm" w="sm" type="none"/>
            <a:tailEnd len="sm" w="sm" type="none"/>
          </a:ln>
        </p:spPr>
      </p:cxnSp>
      <p:cxnSp>
        <p:nvCxnSpPr>
          <p:cNvPr id="312" name="Google Shape;312;p1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13" name="Google Shape;313;p1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14" name="Google Shape;314;p14"/>
          <p:cNvCxnSpPr/>
          <p:nvPr/>
        </p:nvCxnSpPr>
        <p:spPr>
          <a:xfrm>
            <a:off x="1045950" y="1307575"/>
            <a:ext cx="8098500" cy="0"/>
          </a:xfrm>
          <a:prstGeom prst="straightConnector1">
            <a:avLst/>
          </a:prstGeom>
          <a:noFill/>
          <a:ln cap="flat" cmpd="sng" w="9525">
            <a:solidFill>
              <a:schemeClr val="lt1"/>
            </a:solidFill>
            <a:prstDash val="solid"/>
            <a:round/>
            <a:headEnd len="sm" w="sm" type="none"/>
            <a:tailEnd len="sm" w="sm" type="none"/>
          </a:ln>
        </p:spPr>
      </p:cxnSp>
      <p:cxnSp>
        <p:nvCxnSpPr>
          <p:cNvPr id="315" name="Google Shape;315;p14"/>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316" name="Google Shape;316;p14"/>
          <p:cNvSpPr txBox="1"/>
          <p:nvPr>
            <p:ph idx="1" type="subTitle"/>
          </p:nvPr>
        </p:nvSpPr>
        <p:spPr>
          <a:xfrm>
            <a:off x="1041050" y="334925"/>
            <a:ext cx="7581900" cy="3297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bg>
      <p:bgPr>
        <a:solidFill>
          <a:schemeClr val="lt2"/>
        </a:solidFill>
      </p:bgPr>
    </p:bg>
    <p:spTree>
      <p:nvGrpSpPr>
        <p:cNvPr id="317" name="Shape 317"/>
        <p:cNvGrpSpPr/>
        <p:nvPr/>
      </p:nvGrpSpPr>
      <p:grpSpPr>
        <a:xfrm>
          <a:off x="0" y="0"/>
          <a:ext cx="0" cy="0"/>
          <a:chOff x="0" y="0"/>
          <a:chExt cx="0" cy="0"/>
        </a:xfrm>
      </p:grpSpPr>
      <p:sp>
        <p:nvSpPr>
          <p:cNvPr id="318" name="Google Shape;318;p15"/>
          <p:cNvSpPr txBox="1"/>
          <p:nvPr>
            <p:ph idx="1" type="body"/>
          </p:nvPr>
        </p:nvSpPr>
        <p:spPr>
          <a:xfrm>
            <a:off x="1042100" y="1307575"/>
            <a:ext cx="3977100" cy="3522300"/>
          </a:xfrm>
          <a:prstGeom prst="rect">
            <a:avLst/>
          </a:prstGeom>
        </p:spPr>
        <p:txBody>
          <a:bodyPr anchorCtr="0" anchor="t" bIns="91425" lIns="274300" spcFirstLastPara="1" rIns="91425" wrap="square" tIns="27430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319" name="Google Shape;319;p15"/>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320" name="Google Shape;320;p15"/>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321" name="Google Shape;321;p15"/>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322" name="Google Shape;322;p1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23" name="Google Shape;323;p15"/>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324" name="Google Shape;324;p15"/>
          <p:cNvSpPr txBox="1"/>
          <p:nvPr>
            <p:ph type="title"/>
          </p:nvPr>
        </p:nvSpPr>
        <p:spPr>
          <a:xfrm flipH="1">
            <a:off x="1040750" y="334850"/>
            <a:ext cx="7581900" cy="88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3200"/>
              <a:buFont typeface="Gowun Batang"/>
              <a:buNone/>
              <a:defRPr/>
            </a:lvl1pPr>
            <a:lvl2pPr lvl="1">
              <a:spcBef>
                <a:spcPts val="0"/>
              </a:spcBef>
              <a:spcAft>
                <a:spcPts val="0"/>
              </a:spcAft>
              <a:buClr>
                <a:schemeClr val="lt1"/>
              </a:buClr>
              <a:buSzPts val="3200"/>
              <a:buFont typeface="Gowun Batang"/>
              <a:buNone/>
              <a:defRPr/>
            </a:lvl2pPr>
            <a:lvl3pPr lvl="2">
              <a:spcBef>
                <a:spcPts val="0"/>
              </a:spcBef>
              <a:spcAft>
                <a:spcPts val="0"/>
              </a:spcAft>
              <a:buClr>
                <a:schemeClr val="lt1"/>
              </a:buClr>
              <a:buSzPts val="3200"/>
              <a:buFont typeface="Gowun Batang"/>
              <a:buNone/>
              <a:defRPr/>
            </a:lvl3pPr>
            <a:lvl4pPr lvl="3">
              <a:spcBef>
                <a:spcPts val="0"/>
              </a:spcBef>
              <a:spcAft>
                <a:spcPts val="0"/>
              </a:spcAft>
              <a:buClr>
                <a:schemeClr val="lt1"/>
              </a:buClr>
              <a:buSzPts val="3200"/>
              <a:buFont typeface="Gowun Batang"/>
              <a:buNone/>
              <a:defRPr/>
            </a:lvl4pPr>
            <a:lvl5pPr lvl="4">
              <a:spcBef>
                <a:spcPts val="0"/>
              </a:spcBef>
              <a:spcAft>
                <a:spcPts val="0"/>
              </a:spcAft>
              <a:buClr>
                <a:schemeClr val="lt1"/>
              </a:buClr>
              <a:buSzPts val="3200"/>
              <a:buFont typeface="Gowun Batang"/>
              <a:buNone/>
              <a:defRPr/>
            </a:lvl5pPr>
            <a:lvl6pPr lvl="5">
              <a:spcBef>
                <a:spcPts val="0"/>
              </a:spcBef>
              <a:spcAft>
                <a:spcPts val="0"/>
              </a:spcAft>
              <a:buClr>
                <a:schemeClr val="lt1"/>
              </a:buClr>
              <a:buSzPts val="3200"/>
              <a:buFont typeface="Gowun Batang"/>
              <a:buNone/>
              <a:defRPr/>
            </a:lvl6pPr>
            <a:lvl7pPr lvl="6">
              <a:spcBef>
                <a:spcPts val="0"/>
              </a:spcBef>
              <a:spcAft>
                <a:spcPts val="0"/>
              </a:spcAft>
              <a:buClr>
                <a:schemeClr val="lt1"/>
              </a:buClr>
              <a:buSzPts val="3200"/>
              <a:buFont typeface="Gowun Batang"/>
              <a:buNone/>
              <a:defRPr/>
            </a:lvl7pPr>
            <a:lvl8pPr lvl="7">
              <a:spcBef>
                <a:spcPts val="0"/>
              </a:spcBef>
              <a:spcAft>
                <a:spcPts val="0"/>
              </a:spcAft>
              <a:buClr>
                <a:schemeClr val="lt1"/>
              </a:buClr>
              <a:buSzPts val="3200"/>
              <a:buFont typeface="Gowun Batang"/>
              <a:buNone/>
              <a:defRPr/>
            </a:lvl8pPr>
            <a:lvl9pPr lvl="8">
              <a:spcBef>
                <a:spcPts val="0"/>
              </a:spcBef>
              <a:spcAft>
                <a:spcPts val="0"/>
              </a:spcAft>
              <a:buClr>
                <a:schemeClr val="lt1"/>
              </a:buClr>
              <a:buSzPts val="3200"/>
              <a:buFont typeface="Gowun Batang"/>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Dark ALT 2">
  <p:cSld name="BLANK_1_2">
    <p:bg>
      <p:bgPr>
        <a:solidFill>
          <a:schemeClr val="dk2"/>
        </a:solidFill>
      </p:bgPr>
    </p:bg>
    <p:spTree>
      <p:nvGrpSpPr>
        <p:cNvPr id="325" name="Shape 325"/>
        <p:cNvGrpSpPr/>
        <p:nvPr/>
      </p:nvGrpSpPr>
      <p:grpSpPr>
        <a:xfrm>
          <a:off x="0" y="0"/>
          <a:ext cx="0" cy="0"/>
          <a:chOff x="0" y="0"/>
          <a:chExt cx="0" cy="0"/>
        </a:xfrm>
      </p:grpSpPr>
      <p:sp>
        <p:nvSpPr>
          <p:cNvPr id="326" name="Google Shape;326;p16"/>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327" name="Google Shape;327;p16"/>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328" name="Google Shape;328;p16"/>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329" name="Google Shape;329;p16"/>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330" name="Google Shape;330;p16"/>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331" name="Google Shape;331;p16"/>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332" name="Google Shape;332;p16"/>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333" name="Google Shape;333;p16"/>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334" name="Google Shape;334;p16"/>
          <p:cNvCxnSpPr/>
          <p:nvPr/>
        </p:nvCxnSpPr>
        <p:spPr>
          <a:xfrm>
            <a:off x="521250" y="841675"/>
            <a:ext cx="86232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 Comment">
  <p:cSld name="BLANK_1_1_1_1_1_1_1_1_2">
    <p:bg>
      <p:bgPr>
        <a:solidFill>
          <a:schemeClr val="lt2"/>
        </a:solidFill>
      </p:bgPr>
    </p:bg>
    <p:spTree>
      <p:nvGrpSpPr>
        <p:cNvPr id="335" name="Shape 335"/>
        <p:cNvGrpSpPr/>
        <p:nvPr/>
      </p:nvGrpSpPr>
      <p:grpSpPr>
        <a:xfrm>
          <a:off x="0" y="0"/>
          <a:ext cx="0" cy="0"/>
          <a:chOff x="0" y="0"/>
          <a:chExt cx="0" cy="0"/>
        </a:xfrm>
      </p:grpSpPr>
      <p:sp>
        <p:nvSpPr>
          <p:cNvPr id="336" name="Google Shape;336;p17"/>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337" name="Google Shape;337;p17"/>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338" name="Google Shape;338;p17"/>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339" name="Google Shape;339;p17"/>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340" name="Google Shape;340;p17"/>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341" name="Google Shape;341;p17"/>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342" name="Google Shape;342;p17"/>
          <p:cNvCxnSpPr/>
          <p:nvPr/>
        </p:nvCxnSpPr>
        <p:spPr>
          <a:xfrm>
            <a:off x="67737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343" name="Google Shape;343;p1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344" name="Google Shape;344;p17"/>
          <p:cNvSpPr txBox="1"/>
          <p:nvPr>
            <p:ph type="title"/>
          </p:nvPr>
        </p:nvSpPr>
        <p:spPr>
          <a:xfrm>
            <a:off x="6773750" y="841725"/>
            <a:ext cx="1848900" cy="364800"/>
          </a:xfrm>
          <a:prstGeom prst="rect">
            <a:avLst/>
          </a:prstGeom>
        </p:spPr>
        <p:txBody>
          <a:bodyPr anchorCtr="0" anchor="ctr" bIns="0" lIns="182875"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345" name="Google Shape;345;p17"/>
          <p:cNvSpPr txBox="1"/>
          <p:nvPr>
            <p:ph idx="4" type="subTitle"/>
          </p:nvPr>
        </p:nvSpPr>
        <p:spPr>
          <a:xfrm>
            <a:off x="6773750" y="1252675"/>
            <a:ext cx="1848900" cy="335100"/>
          </a:xfrm>
          <a:prstGeom prst="rect">
            <a:avLst/>
          </a:prstGeom>
        </p:spPr>
        <p:txBody>
          <a:bodyPr anchorCtr="0" anchor="t" bIns="0" lIns="182875" spcFirstLastPara="1" rIns="91425" wrap="square" tIns="0">
            <a:normAutofit/>
          </a:bodyPr>
          <a:lstStyle>
            <a:lvl1pPr lvl="0">
              <a:spcBef>
                <a:spcPts val="0"/>
              </a:spcBef>
              <a:spcAft>
                <a:spcPts val="0"/>
              </a:spcAft>
              <a:buClr>
                <a:schemeClr val="lt1"/>
              </a:buClr>
              <a:buSzPts val="1000"/>
              <a:buFont typeface="Inter"/>
              <a:buNone/>
              <a:defRPr sz="1000"/>
            </a:lvl1pPr>
            <a:lvl2pPr lvl="1">
              <a:spcBef>
                <a:spcPts val="0"/>
              </a:spcBef>
              <a:spcAft>
                <a:spcPts val="0"/>
              </a:spcAft>
              <a:buClr>
                <a:schemeClr val="lt1"/>
              </a:buClr>
              <a:buSzPts val="1000"/>
              <a:buFont typeface="Inter"/>
              <a:buNone/>
              <a:defRPr sz="1000"/>
            </a:lvl2pPr>
            <a:lvl3pPr lvl="2">
              <a:spcBef>
                <a:spcPts val="0"/>
              </a:spcBef>
              <a:spcAft>
                <a:spcPts val="0"/>
              </a:spcAft>
              <a:buClr>
                <a:schemeClr val="lt1"/>
              </a:buClr>
              <a:buSzPts val="1000"/>
              <a:buFont typeface="Inter"/>
              <a:buNone/>
              <a:defRPr sz="1000"/>
            </a:lvl3pPr>
            <a:lvl4pPr lvl="3">
              <a:spcBef>
                <a:spcPts val="0"/>
              </a:spcBef>
              <a:spcAft>
                <a:spcPts val="0"/>
              </a:spcAft>
              <a:buClr>
                <a:schemeClr val="lt1"/>
              </a:buClr>
              <a:buSzPts val="1000"/>
              <a:buFont typeface="Inter"/>
              <a:buNone/>
              <a:defRPr sz="1000"/>
            </a:lvl4pPr>
            <a:lvl5pPr lvl="4">
              <a:spcBef>
                <a:spcPts val="0"/>
              </a:spcBef>
              <a:spcAft>
                <a:spcPts val="0"/>
              </a:spcAft>
              <a:buClr>
                <a:schemeClr val="lt1"/>
              </a:buClr>
              <a:buSzPts val="1000"/>
              <a:buFont typeface="Inter"/>
              <a:buNone/>
              <a:defRPr sz="1000"/>
            </a:lvl5pPr>
            <a:lvl6pPr lvl="5">
              <a:spcBef>
                <a:spcPts val="0"/>
              </a:spcBef>
              <a:spcAft>
                <a:spcPts val="0"/>
              </a:spcAft>
              <a:buClr>
                <a:schemeClr val="lt1"/>
              </a:buClr>
              <a:buSzPts val="1000"/>
              <a:buFont typeface="Inter"/>
              <a:buNone/>
              <a:defRPr sz="1000"/>
            </a:lvl6pPr>
            <a:lvl7pPr lvl="6">
              <a:spcBef>
                <a:spcPts val="0"/>
              </a:spcBef>
              <a:spcAft>
                <a:spcPts val="0"/>
              </a:spcAft>
              <a:buClr>
                <a:schemeClr val="lt1"/>
              </a:buClr>
              <a:buSzPts val="1000"/>
              <a:buFont typeface="Inter"/>
              <a:buNone/>
              <a:defRPr sz="1000"/>
            </a:lvl7pPr>
            <a:lvl8pPr lvl="7">
              <a:spcBef>
                <a:spcPts val="0"/>
              </a:spcBef>
              <a:spcAft>
                <a:spcPts val="0"/>
              </a:spcAft>
              <a:buClr>
                <a:schemeClr val="lt1"/>
              </a:buClr>
              <a:buSzPts val="1000"/>
              <a:buFont typeface="Inter"/>
              <a:buNone/>
              <a:defRPr sz="1000"/>
            </a:lvl8pPr>
            <a:lvl9pPr lvl="8">
              <a:spcBef>
                <a:spcPts val="0"/>
              </a:spcBef>
              <a:spcAft>
                <a:spcPts val="0"/>
              </a:spcAft>
              <a:buClr>
                <a:schemeClr val="lt1"/>
              </a:buClr>
              <a:buSzPts val="1000"/>
              <a:buFont typeface="Inter"/>
              <a:buNone/>
              <a:defRPr sz="1000"/>
            </a:lvl9pPr>
          </a:lstStyle>
          <a:p/>
        </p:txBody>
      </p:sp>
      <p:sp>
        <p:nvSpPr>
          <p:cNvPr id="346" name="Google Shape;346;p17"/>
          <p:cNvSpPr txBox="1"/>
          <p:nvPr>
            <p:ph idx="5" type="body"/>
          </p:nvPr>
        </p:nvSpPr>
        <p:spPr>
          <a:xfrm>
            <a:off x="6773750" y="1633925"/>
            <a:ext cx="1848900" cy="32109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347" name="Google Shape;347;p17"/>
          <p:cNvSpPr txBox="1"/>
          <p:nvPr>
            <p:ph idx="6"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Growth">
  <p:cSld name="CUSTOM_4">
    <p:bg>
      <p:bgPr>
        <a:solidFill>
          <a:schemeClr val="lt2"/>
        </a:solidFill>
      </p:bgPr>
    </p:bg>
    <p:spTree>
      <p:nvGrpSpPr>
        <p:cNvPr id="348" name="Shape 348"/>
        <p:cNvGrpSpPr/>
        <p:nvPr/>
      </p:nvGrpSpPr>
      <p:grpSpPr>
        <a:xfrm>
          <a:off x="0" y="0"/>
          <a:ext cx="0" cy="0"/>
          <a:chOff x="0" y="0"/>
          <a:chExt cx="0" cy="0"/>
        </a:xfrm>
      </p:grpSpPr>
      <p:sp>
        <p:nvSpPr>
          <p:cNvPr id="349" name="Google Shape;349;p18"/>
          <p:cNvSpPr txBox="1"/>
          <p:nvPr>
            <p:ph idx="1" type="body"/>
          </p:nvPr>
        </p:nvSpPr>
        <p:spPr>
          <a:xfrm>
            <a:off x="6270725" y="3025600"/>
            <a:ext cx="2874600" cy="1424700"/>
          </a:xfrm>
          <a:prstGeom prst="rect">
            <a:avLst/>
          </a:prstGeom>
        </p:spPr>
        <p:txBody>
          <a:bodyPr anchorCtr="0" anchor="b" bIns="91425" lIns="182875" spcFirstLastPara="1" rIns="182875" wrap="square" tIns="91425">
            <a:norm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sp>
        <p:nvSpPr>
          <p:cNvPr id="350" name="Google Shape;350;p18"/>
          <p:cNvSpPr txBox="1"/>
          <p:nvPr>
            <p:ph idx="2" type="body"/>
          </p:nvPr>
        </p:nvSpPr>
        <p:spPr>
          <a:xfrm>
            <a:off x="3403050" y="2668875"/>
            <a:ext cx="2868000" cy="1781400"/>
          </a:xfrm>
          <a:prstGeom prst="rect">
            <a:avLst/>
          </a:prstGeom>
        </p:spPr>
        <p:txBody>
          <a:bodyPr anchorCtr="0" anchor="b" bIns="91425" lIns="182875" spcFirstLastPara="1" rIns="182875" wrap="square" tIns="91425">
            <a:normAutofit/>
          </a:bodyPr>
          <a:lstStyle>
            <a:lvl1pPr indent="-292100" lvl="0" marL="457200">
              <a:spcBef>
                <a:spcPts val="0"/>
              </a:spcBef>
              <a:spcAft>
                <a:spcPts val="0"/>
              </a:spcAft>
              <a:buSzPts val="1000"/>
              <a:buFont typeface="Inter"/>
              <a:buChar char="●"/>
              <a:defRPr sz="1000"/>
            </a:lvl1pPr>
            <a:lvl2pPr indent="-292100" lvl="1" marL="914400">
              <a:spcBef>
                <a:spcPts val="800"/>
              </a:spcBef>
              <a:spcAft>
                <a:spcPts val="0"/>
              </a:spcAft>
              <a:buSzPts val="1000"/>
              <a:buFont typeface="Inter"/>
              <a:buChar char="○"/>
              <a:defRPr sz="1000"/>
            </a:lvl2pPr>
            <a:lvl3pPr indent="-292100" lvl="2" marL="1371600">
              <a:spcBef>
                <a:spcPts val="800"/>
              </a:spcBef>
              <a:spcAft>
                <a:spcPts val="0"/>
              </a:spcAft>
              <a:buSzPts val="1000"/>
              <a:buFont typeface="Inter"/>
              <a:buChar char="■"/>
              <a:defRPr sz="1000"/>
            </a:lvl3pPr>
            <a:lvl4pPr indent="-292100" lvl="3" marL="1828800">
              <a:spcBef>
                <a:spcPts val="800"/>
              </a:spcBef>
              <a:spcAft>
                <a:spcPts val="0"/>
              </a:spcAft>
              <a:buSzPts val="1000"/>
              <a:buFont typeface="Inter"/>
              <a:buChar char="●"/>
              <a:defRPr sz="1000"/>
            </a:lvl4pPr>
            <a:lvl5pPr indent="-292100" lvl="4" marL="2286000">
              <a:spcBef>
                <a:spcPts val="800"/>
              </a:spcBef>
              <a:spcAft>
                <a:spcPts val="0"/>
              </a:spcAft>
              <a:buSzPts val="1000"/>
              <a:buFont typeface="Inter"/>
              <a:buChar char="○"/>
              <a:defRPr sz="1000"/>
            </a:lvl5pPr>
            <a:lvl6pPr indent="-292100" lvl="5" marL="2743200">
              <a:spcBef>
                <a:spcPts val="800"/>
              </a:spcBef>
              <a:spcAft>
                <a:spcPts val="0"/>
              </a:spcAft>
              <a:buSzPts val="1000"/>
              <a:buFont typeface="Inter"/>
              <a:buChar char="■"/>
              <a:defRPr sz="1000"/>
            </a:lvl6pPr>
            <a:lvl7pPr indent="-292100" lvl="6" marL="3200400">
              <a:spcBef>
                <a:spcPts val="800"/>
              </a:spcBef>
              <a:spcAft>
                <a:spcPts val="0"/>
              </a:spcAft>
              <a:buSzPts val="1000"/>
              <a:buFont typeface="Inter"/>
              <a:buChar char="●"/>
              <a:defRPr sz="1000"/>
            </a:lvl7pPr>
            <a:lvl8pPr indent="-292100" lvl="7" marL="3657600">
              <a:spcBef>
                <a:spcPts val="800"/>
              </a:spcBef>
              <a:spcAft>
                <a:spcPts val="0"/>
              </a:spcAft>
              <a:buSzPts val="1000"/>
              <a:buFont typeface="Inter"/>
              <a:buChar char="○"/>
              <a:defRPr sz="1000"/>
            </a:lvl8pPr>
            <a:lvl9pPr indent="-292100" lvl="8" marL="4114800">
              <a:spcBef>
                <a:spcPts val="800"/>
              </a:spcBef>
              <a:spcAft>
                <a:spcPts val="800"/>
              </a:spcAft>
              <a:buSzPts val="1000"/>
              <a:buFont typeface="Inter"/>
              <a:buChar char="■"/>
              <a:defRPr sz="1000"/>
            </a:lvl9pPr>
          </a:lstStyle>
          <a:p/>
        </p:txBody>
      </p:sp>
      <p:sp>
        <p:nvSpPr>
          <p:cNvPr id="351" name="Google Shape;351;p18"/>
          <p:cNvSpPr txBox="1"/>
          <p:nvPr>
            <p:ph idx="3" type="body"/>
          </p:nvPr>
        </p:nvSpPr>
        <p:spPr>
          <a:xfrm>
            <a:off x="521250" y="3426700"/>
            <a:ext cx="2880300" cy="1023600"/>
          </a:xfrm>
          <a:prstGeom prst="rect">
            <a:avLst/>
          </a:prstGeom>
        </p:spPr>
        <p:txBody>
          <a:bodyPr anchorCtr="0" anchor="b" bIns="91425" lIns="182875" spcFirstLastPara="1" rIns="182875" wrap="square" tIns="91425">
            <a:normAutofit/>
          </a:bodyPr>
          <a:lstStyle>
            <a:lvl1pPr indent="-292100" lvl="0" marL="457200">
              <a:spcBef>
                <a:spcPts val="0"/>
              </a:spcBef>
              <a:spcAft>
                <a:spcPts val="0"/>
              </a:spcAft>
              <a:buClr>
                <a:schemeClr val="lt2"/>
              </a:buClr>
              <a:buSzPts val="1000"/>
              <a:buFont typeface="Inter"/>
              <a:buChar char="●"/>
              <a:defRPr sz="1000">
                <a:solidFill>
                  <a:schemeClr val="lt2"/>
                </a:solidFill>
              </a:defRPr>
            </a:lvl1pPr>
            <a:lvl2pPr indent="-292100" lvl="1" marL="914400">
              <a:spcBef>
                <a:spcPts val="0"/>
              </a:spcBef>
              <a:spcAft>
                <a:spcPts val="0"/>
              </a:spcAft>
              <a:buClr>
                <a:schemeClr val="lt2"/>
              </a:buClr>
              <a:buSzPts val="1000"/>
              <a:buFont typeface="Inter"/>
              <a:buChar char="○"/>
              <a:defRPr sz="1000">
                <a:solidFill>
                  <a:schemeClr val="lt2"/>
                </a:solidFill>
              </a:defRPr>
            </a:lvl2pPr>
            <a:lvl3pPr indent="-292100" lvl="2" marL="1371600">
              <a:spcBef>
                <a:spcPts val="0"/>
              </a:spcBef>
              <a:spcAft>
                <a:spcPts val="0"/>
              </a:spcAft>
              <a:buClr>
                <a:schemeClr val="lt2"/>
              </a:buClr>
              <a:buSzPts val="1000"/>
              <a:buFont typeface="Inter"/>
              <a:buChar char="■"/>
              <a:defRPr sz="1000">
                <a:solidFill>
                  <a:schemeClr val="lt2"/>
                </a:solidFill>
              </a:defRPr>
            </a:lvl3pPr>
            <a:lvl4pPr indent="-292100" lvl="3" marL="1828800">
              <a:spcBef>
                <a:spcPts val="0"/>
              </a:spcBef>
              <a:spcAft>
                <a:spcPts val="0"/>
              </a:spcAft>
              <a:buClr>
                <a:schemeClr val="lt2"/>
              </a:buClr>
              <a:buSzPts val="1000"/>
              <a:buFont typeface="Inter"/>
              <a:buChar char="●"/>
              <a:defRPr sz="1000">
                <a:solidFill>
                  <a:schemeClr val="lt2"/>
                </a:solidFill>
              </a:defRPr>
            </a:lvl4pPr>
            <a:lvl5pPr indent="-292100" lvl="4" marL="2286000">
              <a:spcBef>
                <a:spcPts val="0"/>
              </a:spcBef>
              <a:spcAft>
                <a:spcPts val="0"/>
              </a:spcAft>
              <a:buClr>
                <a:schemeClr val="lt2"/>
              </a:buClr>
              <a:buSzPts val="1000"/>
              <a:buFont typeface="Inter"/>
              <a:buChar char="○"/>
              <a:defRPr sz="1000">
                <a:solidFill>
                  <a:schemeClr val="lt2"/>
                </a:solidFill>
              </a:defRPr>
            </a:lvl5pPr>
            <a:lvl6pPr indent="-292100" lvl="5" marL="2743200">
              <a:spcBef>
                <a:spcPts val="0"/>
              </a:spcBef>
              <a:spcAft>
                <a:spcPts val="0"/>
              </a:spcAft>
              <a:buClr>
                <a:schemeClr val="lt2"/>
              </a:buClr>
              <a:buSzPts val="1000"/>
              <a:buFont typeface="Inter"/>
              <a:buChar char="■"/>
              <a:defRPr sz="1000">
                <a:solidFill>
                  <a:schemeClr val="lt2"/>
                </a:solidFill>
              </a:defRPr>
            </a:lvl6pPr>
            <a:lvl7pPr indent="-292100" lvl="6" marL="3200400">
              <a:spcBef>
                <a:spcPts val="0"/>
              </a:spcBef>
              <a:spcAft>
                <a:spcPts val="0"/>
              </a:spcAft>
              <a:buClr>
                <a:schemeClr val="lt2"/>
              </a:buClr>
              <a:buSzPts val="1000"/>
              <a:buFont typeface="Inter"/>
              <a:buChar char="●"/>
              <a:defRPr sz="1000">
                <a:solidFill>
                  <a:schemeClr val="lt2"/>
                </a:solidFill>
              </a:defRPr>
            </a:lvl7pPr>
            <a:lvl8pPr indent="-292100" lvl="7" marL="3657600">
              <a:spcBef>
                <a:spcPts val="0"/>
              </a:spcBef>
              <a:spcAft>
                <a:spcPts val="0"/>
              </a:spcAft>
              <a:buClr>
                <a:schemeClr val="lt2"/>
              </a:buClr>
              <a:buSzPts val="1000"/>
              <a:buFont typeface="Inter"/>
              <a:buChar char="○"/>
              <a:defRPr sz="1000">
                <a:solidFill>
                  <a:schemeClr val="lt2"/>
                </a:solidFill>
              </a:defRPr>
            </a:lvl8pPr>
            <a:lvl9pPr indent="-292100" lvl="8" marL="4114800">
              <a:spcBef>
                <a:spcPts val="0"/>
              </a:spcBef>
              <a:spcAft>
                <a:spcPts val="0"/>
              </a:spcAft>
              <a:buSzPts val="1000"/>
              <a:buFont typeface="Inter"/>
              <a:buChar char="■"/>
              <a:defRPr sz="1000">
                <a:solidFill>
                  <a:schemeClr val="lt2"/>
                </a:solidFill>
              </a:defRPr>
            </a:lvl9pPr>
          </a:lstStyle>
          <a:p/>
        </p:txBody>
      </p:sp>
      <p:sp>
        <p:nvSpPr>
          <p:cNvPr id="352" name="Google Shape;352;p18"/>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353" name="Google Shape;353;p18"/>
          <p:cNvCxnSpPr/>
          <p:nvPr/>
        </p:nvCxnSpPr>
        <p:spPr>
          <a:xfrm>
            <a:off x="3401654" y="841987"/>
            <a:ext cx="0" cy="4301700"/>
          </a:xfrm>
          <a:prstGeom prst="straightConnector1">
            <a:avLst/>
          </a:prstGeom>
          <a:noFill/>
          <a:ln cap="flat" cmpd="sng" w="9525">
            <a:solidFill>
              <a:schemeClr val="lt1"/>
            </a:solidFill>
            <a:prstDash val="solid"/>
            <a:round/>
            <a:headEnd len="sm" w="sm" type="none"/>
            <a:tailEnd len="sm" w="sm" type="none"/>
          </a:ln>
        </p:spPr>
      </p:cxnSp>
      <p:cxnSp>
        <p:nvCxnSpPr>
          <p:cNvPr id="354" name="Google Shape;354;p18"/>
          <p:cNvCxnSpPr/>
          <p:nvPr/>
        </p:nvCxnSpPr>
        <p:spPr>
          <a:xfrm>
            <a:off x="6271043" y="841987"/>
            <a:ext cx="0" cy="4301700"/>
          </a:xfrm>
          <a:prstGeom prst="straightConnector1">
            <a:avLst/>
          </a:prstGeom>
          <a:noFill/>
          <a:ln cap="flat" cmpd="sng" w="9525">
            <a:solidFill>
              <a:schemeClr val="lt1"/>
            </a:solidFill>
            <a:prstDash val="solid"/>
            <a:round/>
            <a:headEnd len="sm" w="sm" type="none"/>
            <a:tailEnd len="sm" w="sm" type="none"/>
          </a:ln>
        </p:spPr>
      </p:cxnSp>
      <p:sp>
        <p:nvSpPr>
          <p:cNvPr id="355" name="Google Shape;355;p18"/>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356" name="Google Shape;356;p18"/>
          <p:cNvSpPr txBox="1"/>
          <p:nvPr>
            <p:ph idx="5"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357" name="Google Shape;357;p18"/>
          <p:cNvSpPr txBox="1"/>
          <p:nvPr>
            <p:ph idx="6"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358" name="Google Shape;358;p18"/>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359" name="Google Shape;359;p18"/>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360" name="Google Shape;360;p1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61" name="Google Shape;361;p1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362" name="Google Shape;362;p18"/>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363" name="Google Shape;363;p18"/>
          <p:cNvSpPr txBox="1"/>
          <p:nvPr>
            <p:ph idx="7" type="title"/>
          </p:nvPr>
        </p:nvSpPr>
        <p:spPr>
          <a:xfrm>
            <a:off x="521250" y="2093850"/>
            <a:ext cx="2878500" cy="1332300"/>
          </a:xfrm>
          <a:prstGeom prst="rect">
            <a:avLst/>
          </a:prstGeom>
        </p:spPr>
        <p:txBody>
          <a:bodyPr anchorCtr="0" anchor="b" bIns="274300" lIns="91425" spcFirstLastPara="1" rIns="0" wrap="square" tIns="0">
            <a:normAutofit/>
          </a:bodyPr>
          <a:lstStyle>
            <a:lvl1pPr lvl="0">
              <a:spcBef>
                <a:spcPts val="0"/>
              </a:spcBef>
              <a:spcAft>
                <a:spcPts val="0"/>
              </a:spcAft>
              <a:buClr>
                <a:schemeClr val="lt1"/>
              </a:buClr>
              <a:buSzPts val="5500"/>
              <a:buFont typeface="Gowun Batang"/>
              <a:buChar char="●"/>
              <a:defRPr sz="5500"/>
            </a:lvl1pPr>
            <a:lvl2pPr lvl="1">
              <a:spcBef>
                <a:spcPts val="0"/>
              </a:spcBef>
              <a:spcAft>
                <a:spcPts val="0"/>
              </a:spcAft>
              <a:buClr>
                <a:schemeClr val="lt1"/>
              </a:buClr>
              <a:buSzPts val="5500"/>
              <a:buFont typeface="Gowun Batang"/>
              <a:buChar char="○"/>
              <a:defRPr sz="5500"/>
            </a:lvl2pPr>
            <a:lvl3pPr lvl="2">
              <a:spcBef>
                <a:spcPts val="0"/>
              </a:spcBef>
              <a:spcAft>
                <a:spcPts val="0"/>
              </a:spcAft>
              <a:buClr>
                <a:schemeClr val="lt1"/>
              </a:buClr>
              <a:buSzPts val="5500"/>
              <a:buFont typeface="Gowun Batang"/>
              <a:buChar char="■"/>
              <a:defRPr sz="5500"/>
            </a:lvl3pPr>
            <a:lvl4pPr lvl="3">
              <a:spcBef>
                <a:spcPts val="0"/>
              </a:spcBef>
              <a:spcAft>
                <a:spcPts val="0"/>
              </a:spcAft>
              <a:buClr>
                <a:schemeClr val="lt1"/>
              </a:buClr>
              <a:buSzPts val="5500"/>
              <a:buFont typeface="Gowun Batang"/>
              <a:buChar char="●"/>
              <a:defRPr sz="5500"/>
            </a:lvl4pPr>
            <a:lvl5pPr lvl="4">
              <a:spcBef>
                <a:spcPts val="0"/>
              </a:spcBef>
              <a:spcAft>
                <a:spcPts val="0"/>
              </a:spcAft>
              <a:buClr>
                <a:schemeClr val="lt1"/>
              </a:buClr>
              <a:buSzPts val="5500"/>
              <a:buFont typeface="Gowun Batang"/>
              <a:buChar char="○"/>
              <a:defRPr sz="5500"/>
            </a:lvl5pPr>
            <a:lvl6pPr lvl="5">
              <a:spcBef>
                <a:spcPts val="0"/>
              </a:spcBef>
              <a:spcAft>
                <a:spcPts val="0"/>
              </a:spcAft>
              <a:buClr>
                <a:schemeClr val="lt1"/>
              </a:buClr>
              <a:buSzPts val="5500"/>
              <a:buFont typeface="Gowun Batang"/>
              <a:buChar char="■"/>
              <a:defRPr sz="5500"/>
            </a:lvl6pPr>
            <a:lvl7pPr lvl="6">
              <a:spcBef>
                <a:spcPts val="0"/>
              </a:spcBef>
              <a:spcAft>
                <a:spcPts val="0"/>
              </a:spcAft>
              <a:buClr>
                <a:schemeClr val="lt1"/>
              </a:buClr>
              <a:buSzPts val="5500"/>
              <a:buFont typeface="Gowun Batang"/>
              <a:buChar char="●"/>
              <a:defRPr sz="5500"/>
            </a:lvl7pPr>
            <a:lvl8pPr lvl="7">
              <a:spcBef>
                <a:spcPts val="0"/>
              </a:spcBef>
              <a:spcAft>
                <a:spcPts val="0"/>
              </a:spcAft>
              <a:buClr>
                <a:schemeClr val="lt1"/>
              </a:buClr>
              <a:buSzPts val="5500"/>
              <a:buFont typeface="Gowun Batang"/>
              <a:buChar char="○"/>
              <a:defRPr sz="5500"/>
            </a:lvl8pPr>
            <a:lvl9pPr lvl="8">
              <a:spcBef>
                <a:spcPts val="0"/>
              </a:spcBef>
              <a:spcAft>
                <a:spcPts val="0"/>
              </a:spcAft>
              <a:buClr>
                <a:schemeClr val="lt1"/>
              </a:buClr>
              <a:buSzPts val="5500"/>
              <a:buFont typeface="Gowun Batang"/>
              <a:buChar char="■"/>
              <a:defRPr sz="5500"/>
            </a:lvl9pPr>
          </a:lstStyle>
          <a:p/>
        </p:txBody>
      </p:sp>
      <p:sp>
        <p:nvSpPr>
          <p:cNvPr id="364" name="Google Shape;364;p18"/>
          <p:cNvSpPr txBox="1"/>
          <p:nvPr>
            <p:ph idx="8" type="subTitle"/>
          </p:nvPr>
        </p:nvSpPr>
        <p:spPr>
          <a:xfrm>
            <a:off x="521250" y="2976675"/>
            <a:ext cx="2880300" cy="450000"/>
          </a:xfrm>
          <a:prstGeom prst="rect">
            <a:avLst/>
          </a:prstGeom>
        </p:spPr>
        <p:txBody>
          <a:bodyPr anchorCtr="0" anchor="t" bIns="54850" lIns="182875" spcFirstLastPara="1" rIns="91425" wrap="square" tIns="91425">
            <a:noAutofit/>
          </a:bodyPr>
          <a:lstStyle>
            <a:lvl1pPr lvl="0">
              <a:spcBef>
                <a:spcPts val="0"/>
              </a:spcBef>
              <a:spcAft>
                <a:spcPts val="0"/>
              </a:spcAft>
              <a:buSzPts val="1200"/>
              <a:buFont typeface="Inter Medium"/>
              <a:buNone/>
              <a:defRPr>
                <a:latin typeface="Inter Medium"/>
                <a:ea typeface="Inter Medium"/>
                <a:cs typeface="Inter Medium"/>
                <a:sym typeface="Inter Medium"/>
              </a:defRPr>
            </a:lvl1pPr>
            <a:lvl2pPr lvl="1">
              <a:spcBef>
                <a:spcPts val="0"/>
              </a:spcBef>
              <a:spcAft>
                <a:spcPts val="0"/>
              </a:spcAft>
              <a:buSzPts val="1200"/>
              <a:buFont typeface="Inter Medium"/>
              <a:buNone/>
              <a:defRPr>
                <a:latin typeface="Inter Medium"/>
                <a:ea typeface="Inter Medium"/>
                <a:cs typeface="Inter Medium"/>
                <a:sym typeface="Inter Medium"/>
              </a:defRPr>
            </a:lvl2pPr>
            <a:lvl3pPr lvl="2">
              <a:spcBef>
                <a:spcPts val="0"/>
              </a:spcBef>
              <a:spcAft>
                <a:spcPts val="0"/>
              </a:spcAft>
              <a:buSzPts val="1200"/>
              <a:buFont typeface="Inter Medium"/>
              <a:buNone/>
              <a:defRPr>
                <a:latin typeface="Inter Medium"/>
                <a:ea typeface="Inter Medium"/>
                <a:cs typeface="Inter Medium"/>
                <a:sym typeface="Inter Medium"/>
              </a:defRPr>
            </a:lvl3pPr>
            <a:lvl4pPr lvl="3">
              <a:spcBef>
                <a:spcPts val="0"/>
              </a:spcBef>
              <a:spcAft>
                <a:spcPts val="0"/>
              </a:spcAft>
              <a:buSzPts val="1200"/>
              <a:buFont typeface="Inter Medium"/>
              <a:buNone/>
              <a:defRPr>
                <a:latin typeface="Inter Medium"/>
                <a:ea typeface="Inter Medium"/>
                <a:cs typeface="Inter Medium"/>
                <a:sym typeface="Inter Medium"/>
              </a:defRPr>
            </a:lvl4pPr>
            <a:lvl5pPr lvl="4">
              <a:spcBef>
                <a:spcPts val="0"/>
              </a:spcBef>
              <a:spcAft>
                <a:spcPts val="0"/>
              </a:spcAft>
              <a:buSzPts val="1200"/>
              <a:buFont typeface="Inter Medium"/>
              <a:buNone/>
              <a:defRPr>
                <a:latin typeface="Inter Medium"/>
                <a:ea typeface="Inter Medium"/>
                <a:cs typeface="Inter Medium"/>
                <a:sym typeface="Inter Medium"/>
              </a:defRPr>
            </a:lvl5pPr>
            <a:lvl6pPr lvl="5">
              <a:spcBef>
                <a:spcPts val="0"/>
              </a:spcBef>
              <a:spcAft>
                <a:spcPts val="0"/>
              </a:spcAft>
              <a:buSzPts val="1200"/>
              <a:buFont typeface="Inter Medium"/>
              <a:buNone/>
              <a:defRPr>
                <a:latin typeface="Inter Medium"/>
                <a:ea typeface="Inter Medium"/>
                <a:cs typeface="Inter Medium"/>
                <a:sym typeface="Inter Medium"/>
              </a:defRPr>
            </a:lvl6pPr>
            <a:lvl7pPr lvl="6">
              <a:spcBef>
                <a:spcPts val="0"/>
              </a:spcBef>
              <a:spcAft>
                <a:spcPts val="0"/>
              </a:spcAft>
              <a:buSzPts val="1200"/>
              <a:buFont typeface="Inter Medium"/>
              <a:buNone/>
              <a:defRPr>
                <a:latin typeface="Inter Medium"/>
                <a:ea typeface="Inter Medium"/>
                <a:cs typeface="Inter Medium"/>
                <a:sym typeface="Inter Medium"/>
              </a:defRPr>
            </a:lvl7pPr>
            <a:lvl8pPr lvl="7">
              <a:spcBef>
                <a:spcPts val="0"/>
              </a:spcBef>
              <a:spcAft>
                <a:spcPts val="0"/>
              </a:spcAft>
              <a:buSzPts val="1200"/>
              <a:buFont typeface="Inter Medium"/>
              <a:buNone/>
              <a:defRPr>
                <a:latin typeface="Inter Medium"/>
                <a:ea typeface="Inter Medium"/>
                <a:cs typeface="Inter Medium"/>
                <a:sym typeface="Inter Medium"/>
              </a:defRPr>
            </a:lvl8pPr>
            <a:lvl9pPr lvl="8">
              <a:spcBef>
                <a:spcPts val="0"/>
              </a:spcBef>
              <a:spcAft>
                <a:spcPts val="0"/>
              </a:spcAft>
              <a:buSzPts val="1200"/>
              <a:buFont typeface="Inter Medium"/>
              <a:buNone/>
              <a:defRPr>
                <a:latin typeface="Inter Medium"/>
                <a:ea typeface="Inter Medium"/>
                <a:cs typeface="Inter Medium"/>
                <a:sym typeface="Inter Medium"/>
              </a:defRPr>
            </a:lvl9pPr>
          </a:lstStyle>
          <a:p/>
        </p:txBody>
      </p:sp>
      <p:sp>
        <p:nvSpPr>
          <p:cNvPr id="365" name="Google Shape;365;p18"/>
          <p:cNvSpPr txBox="1"/>
          <p:nvPr>
            <p:ph idx="9" type="title"/>
          </p:nvPr>
        </p:nvSpPr>
        <p:spPr>
          <a:xfrm>
            <a:off x="3400925" y="1336050"/>
            <a:ext cx="2868000" cy="1332300"/>
          </a:xfrm>
          <a:prstGeom prst="rect">
            <a:avLst/>
          </a:prstGeom>
        </p:spPr>
        <p:txBody>
          <a:bodyPr anchorCtr="0" anchor="b" bIns="274300" lIns="91425" spcFirstLastPara="1" rIns="0" wrap="square" tIns="0">
            <a:normAutofit/>
          </a:bodyPr>
          <a:lstStyle>
            <a:lvl1pPr lvl="0">
              <a:spcBef>
                <a:spcPts val="0"/>
              </a:spcBef>
              <a:spcAft>
                <a:spcPts val="0"/>
              </a:spcAft>
              <a:buClr>
                <a:schemeClr val="lt1"/>
              </a:buClr>
              <a:buSzPts val="5500"/>
              <a:buFont typeface="Gowun Batang"/>
              <a:buChar char="●"/>
              <a:defRPr sz="5500"/>
            </a:lvl1pPr>
            <a:lvl2pPr lvl="1">
              <a:spcBef>
                <a:spcPts val="0"/>
              </a:spcBef>
              <a:spcAft>
                <a:spcPts val="0"/>
              </a:spcAft>
              <a:buClr>
                <a:schemeClr val="lt1"/>
              </a:buClr>
              <a:buSzPts val="5500"/>
              <a:buFont typeface="Gowun Batang"/>
              <a:buChar char="○"/>
              <a:defRPr sz="5500"/>
            </a:lvl2pPr>
            <a:lvl3pPr lvl="2">
              <a:spcBef>
                <a:spcPts val="0"/>
              </a:spcBef>
              <a:spcAft>
                <a:spcPts val="0"/>
              </a:spcAft>
              <a:buClr>
                <a:schemeClr val="lt1"/>
              </a:buClr>
              <a:buSzPts val="5500"/>
              <a:buFont typeface="Gowun Batang"/>
              <a:buChar char="■"/>
              <a:defRPr sz="5500"/>
            </a:lvl3pPr>
            <a:lvl4pPr lvl="3">
              <a:spcBef>
                <a:spcPts val="0"/>
              </a:spcBef>
              <a:spcAft>
                <a:spcPts val="0"/>
              </a:spcAft>
              <a:buClr>
                <a:schemeClr val="lt1"/>
              </a:buClr>
              <a:buSzPts val="5500"/>
              <a:buFont typeface="Gowun Batang"/>
              <a:buChar char="●"/>
              <a:defRPr sz="5500"/>
            </a:lvl4pPr>
            <a:lvl5pPr lvl="4">
              <a:spcBef>
                <a:spcPts val="0"/>
              </a:spcBef>
              <a:spcAft>
                <a:spcPts val="0"/>
              </a:spcAft>
              <a:buClr>
                <a:schemeClr val="lt1"/>
              </a:buClr>
              <a:buSzPts val="5500"/>
              <a:buFont typeface="Gowun Batang"/>
              <a:buChar char="○"/>
              <a:defRPr sz="5500"/>
            </a:lvl5pPr>
            <a:lvl6pPr lvl="5">
              <a:spcBef>
                <a:spcPts val="0"/>
              </a:spcBef>
              <a:spcAft>
                <a:spcPts val="0"/>
              </a:spcAft>
              <a:buClr>
                <a:schemeClr val="lt1"/>
              </a:buClr>
              <a:buSzPts val="5500"/>
              <a:buFont typeface="Gowun Batang"/>
              <a:buChar char="■"/>
              <a:defRPr sz="5500"/>
            </a:lvl6pPr>
            <a:lvl7pPr lvl="6">
              <a:spcBef>
                <a:spcPts val="0"/>
              </a:spcBef>
              <a:spcAft>
                <a:spcPts val="0"/>
              </a:spcAft>
              <a:buClr>
                <a:schemeClr val="lt1"/>
              </a:buClr>
              <a:buSzPts val="5500"/>
              <a:buFont typeface="Gowun Batang"/>
              <a:buChar char="●"/>
              <a:defRPr sz="5500"/>
            </a:lvl7pPr>
            <a:lvl8pPr lvl="7">
              <a:spcBef>
                <a:spcPts val="0"/>
              </a:spcBef>
              <a:spcAft>
                <a:spcPts val="0"/>
              </a:spcAft>
              <a:buClr>
                <a:schemeClr val="lt1"/>
              </a:buClr>
              <a:buSzPts val="5500"/>
              <a:buFont typeface="Gowun Batang"/>
              <a:buChar char="○"/>
              <a:defRPr sz="5500"/>
            </a:lvl8pPr>
            <a:lvl9pPr lvl="8">
              <a:spcBef>
                <a:spcPts val="0"/>
              </a:spcBef>
              <a:spcAft>
                <a:spcPts val="0"/>
              </a:spcAft>
              <a:buClr>
                <a:schemeClr val="lt1"/>
              </a:buClr>
              <a:buSzPts val="5500"/>
              <a:buFont typeface="Gowun Batang"/>
              <a:buChar char="■"/>
              <a:defRPr sz="5500"/>
            </a:lvl9pPr>
          </a:lstStyle>
          <a:p/>
        </p:txBody>
      </p:sp>
      <p:sp>
        <p:nvSpPr>
          <p:cNvPr id="366" name="Google Shape;366;p18"/>
          <p:cNvSpPr txBox="1"/>
          <p:nvPr>
            <p:ph idx="13" type="subTitle"/>
          </p:nvPr>
        </p:nvSpPr>
        <p:spPr>
          <a:xfrm>
            <a:off x="3400925" y="2218875"/>
            <a:ext cx="2869800" cy="450000"/>
          </a:xfrm>
          <a:prstGeom prst="rect">
            <a:avLst/>
          </a:prstGeom>
        </p:spPr>
        <p:txBody>
          <a:bodyPr anchorCtr="0" anchor="t" bIns="54850" lIns="182875" spcFirstLastPara="1" rIns="91425" wrap="square" tIns="91425">
            <a:noAutofit/>
          </a:bodyPr>
          <a:lstStyle>
            <a:lvl1pPr lvl="0">
              <a:spcBef>
                <a:spcPts val="0"/>
              </a:spcBef>
              <a:spcAft>
                <a:spcPts val="0"/>
              </a:spcAft>
              <a:buSzPts val="1200"/>
              <a:buFont typeface="Inter Medium"/>
              <a:buNone/>
              <a:defRPr>
                <a:latin typeface="Inter Medium"/>
                <a:ea typeface="Inter Medium"/>
                <a:cs typeface="Inter Medium"/>
                <a:sym typeface="Inter Medium"/>
              </a:defRPr>
            </a:lvl1pPr>
            <a:lvl2pPr lvl="1">
              <a:spcBef>
                <a:spcPts val="0"/>
              </a:spcBef>
              <a:spcAft>
                <a:spcPts val="0"/>
              </a:spcAft>
              <a:buSzPts val="1200"/>
              <a:buFont typeface="Inter Medium"/>
              <a:buNone/>
              <a:defRPr>
                <a:latin typeface="Inter Medium"/>
                <a:ea typeface="Inter Medium"/>
                <a:cs typeface="Inter Medium"/>
                <a:sym typeface="Inter Medium"/>
              </a:defRPr>
            </a:lvl2pPr>
            <a:lvl3pPr lvl="2">
              <a:spcBef>
                <a:spcPts val="0"/>
              </a:spcBef>
              <a:spcAft>
                <a:spcPts val="0"/>
              </a:spcAft>
              <a:buSzPts val="1200"/>
              <a:buFont typeface="Inter Medium"/>
              <a:buNone/>
              <a:defRPr>
                <a:latin typeface="Inter Medium"/>
                <a:ea typeface="Inter Medium"/>
                <a:cs typeface="Inter Medium"/>
                <a:sym typeface="Inter Medium"/>
              </a:defRPr>
            </a:lvl3pPr>
            <a:lvl4pPr lvl="3">
              <a:spcBef>
                <a:spcPts val="0"/>
              </a:spcBef>
              <a:spcAft>
                <a:spcPts val="0"/>
              </a:spcAft>
              <a:buSzPts val="1200"/>
              <a:buFont typeface="Inter Medium"/>
              <a:buNone/>
              <a:defRPr>
                <a:latin typeface="Inter Medium"/>
                <a:ea typeface="Inter Medium"/>
                <a:cs typeface="Inter Medium"/>
                <a:sym typeface="Inter Medium"/>
              </a:defRPr>
            </a:lvl4pPr>
            <a:lvl5pPr lvl="4">
              <a:spcBef>
                <a:spcPts val="0"/>
              </a:spcBef>
              <a:spcAft>
                <a:spcPts val="0"/>
              </a:spcAft>
              <a:buSzPts val="1200"/>
              <a:buFont typeface="Inter Medium"/>
              <a:buNone/>
              <a:defRPr>
                <a:latin typeface="Inter Medium"/>
                <a:ea typeface="Inter Medium"/>
                <a:cs typeface="Inter Medium"/>
                <a:sym typeface="Inter Medium"/>
              </a:defRPr>
            </a:lvl5pPr>
            <a:lvl6pPr lvl="5">
              <a:spcBef>
                <a:spcPts val="0"/>
              </a:spcBef>
              <a:spcAft>
                <a:spcPts val="0"/>
              </a:spcAft>
              <a:buSzPts val="1200"/>
              <a:buFont typeface="Inter Medium"/>
              <a:buNone/>
              <a:defRPr>
                <a:latin typeface="Inter Medium"/>
                <a:ea typeface="Inter Medium"/>
                <a:cs typeface="Inter Medium"/>
                <a:sym typeface="Inter Medium"/>
              </a:defRPr>
            </a:lvl6pPr>
            <a:lvl7pPr lvl="6">
              <a:spcBef>
                <a:spcPts val="0"/>
              </a:spcBef>
              <a:spcAft>
                <a:spcPts val="0"/>
              </a:spcAft>
              <a:buSzPts val="1200"/>
              <a:buFont typeface="Inter Medium"/>
              <a:buNone/>
              <a:defRPr>
                <a:latin typeface="Inter Medium"/>
                <a:ea typeface="Inter Medium"/>
                <a:cs typeface="Inter Medium"/>
                <a:sym typeface="Inter Medium"/>
              </a:defRPr>
            </a:lvl7pPr>
            <a:lvl8pPr lvl="7">
              <a:spcBef>
                <a:spcPts val="0"/>
              </a:spcBef>
              <a:spcAft>
                <a:spcPts val="0"/>
              </a:spcAft>
              <a:buSzPts val="1200"/>
              <a:buFont typeface="Inter Medium"/>
              <a:buNone/>
              <a:defRPr>
                <a:latin typeface="Inter Medium"/>
                <a:ea typeface="Inter Medium"/>
                <a:cs typeface="Inter Medium"/>
                <a:sym typeface="Inter Medium"/>
              </a:defRPr>
            </a:lvl8pPr>
            <a:lvl9pPr lvl="8">
              <a:spcBef>
                <a:spcPts val="0"/>
              </a:spcBef>
              <a:spcAft>
                <a:spcPts val="0"/>
              </a:spcAft>
              <a:buSzPts val="1200"/>
              <a:buFont typeface="Inter Medium"/>
              <a:buNone/>
              <a:defRPr>
                <a:latin typeface="Inter Medium"/>
                <a:ea typeface="Inter Medium"/>
                <a:cs typeface="Inter Medium"/>
                <a:sym typeface="Inter Medium"/>
              </a:defRPr>
            </a:lvl9pPr>
          </a:lstStyle>
          <a:p/>
        </p:txBody>
      </p:sp>
      <p:sp>
        <p:nvSpPr>
          <p:cNvPr id="367" name="Google Shape;367;p18"/>
          <p:cNvSpPr txBox="1"/>
          <p:nvPr>
            <p:ph idx="14" type="title"/>
          </p:nvPr>
        </p:nvSpPr>
        <p:spPr>
          <a:xfrm>
            <a:off x="6271375" y="1172250"/>
            <a:ext cx="2872800" cy="1281900"/>
          </a:xfrm>
          <a:prstGeom prst="rect">
            <a:avLst/>
          </a:prstGeom>
        </p:spPr>
        <p:txBody>
          <a:bodyPr anchorCtr="0" anchor="b" bIns="274300" lIns="182875" spcFirstLastPara="1" rIns="0" wrap="square" tIns="0">
            <a:normAutofit/>
          </a:bodyPr>
          <a:lstStyle>
            <a:lvl1pPr lvl="0">
              <a:spcBef>
                <a:spcPts val="0"/>
              </a:spcBef>
              <a:spcAft>
                <a:spcPts val="0"/>
              </a:spcAft>
              <a:buClr>
                <a:schemeClr val="lt1"/>
              </a:buClr>
              <a:buSzPts val="5500"/>
              <a:buFont typeface="Gowun Batang"/>
              <a:buChar char="●"/>
              <a:defRPr sz="5500"/>
            </a:lvl1pPr>
            <a:lvl2pPr lvl="1">
              <a:spcBef>
                <a:spcPts val="0"/>
              </a:spcBef>
              <a:spcAft>
                <a:spcPts val="0"/>
              </a:spcAft>
              <a:buClr>
                <a:schemeClr val="lt1"/>
              </a:buClr>
              <a:buSzPts val="5500"/>
              <a:buFont typeface="Gowun Batang"/>
              <a:buChar char="○"/>
              <a:defRPr sz="5500"/>
            </a:lvl2pPr>
            <a:lvl3pPr lvl="2">
              <a:spcBef>
                <a:spcPts val="0"/>
              </a:spcBef>
              <a:spcAft>
                <a:spcPts val="0"/>
              </a:spcAft>
              <a:buClr>
                <a:schemeClr val="lt1"/>
              </a:buClr>
              <a:buSzPts val="5500"/>
              <a:buFont typeface="Gowun Batang"/>
              <a:buChar char="■"/>
              <a:defRPr sz="5500"/>
            </a:lvl3pPr>
            <a:lvl4pPr lvl="3">
              <a:spcBef>
                <a:spcPts val="0"/>
              </a:spcBef>
              <a:spcAft>
                <a:spcPts val="0"/>
              </a:spcAft>
              <a:buClr>
                <a:schemeClr val="lt1"/>
              </a:buClr>
              <a:buSzPts val="5500"/>
              <a:buFont typeface="Gowun Batang"/>
              <a:buChar char="●"/>
              <a:defRPr sz="5500"/>
            </a:lvl4pPr>
            <a:lvl5pPr lvl="4">
              <a:spcBef>
                <a:spcPts val="0"/>
              </a:spcBef>
              <a:spcAft>
                <a:spcPts val="0"/>
              </a:spcAft>
              <a:buClr>
                <a:schemeClr val="lt1"/>
              </a:buClr>
              <a:buSzPts val="5500"/>
              <a:buFont typeface="Gowun Batang"/>
              <a:buChar char="○"/>
              <a:defRPr sz="5500"/>
            </a:lvl5pPr>
            <a:lvl6pPr lvl="5">
              <a:spcBef>
                <a:spcPts val="0"/>
              </a:spcBef>
              <a:spcAft>
                <a:spcPts val="0"/>
              </a:spcAft>
              <a:buClr>
                <a:schemeClr val="lt1"/>
              </a:buClr>
              <a:buSzPts val="5500"/>
              <a:buFont typeface="Gowun Batang"/>
              <a:buChar char="■"/>
              <a:defRPr sz="5500"/>
            </a:lvl6pPr>
            <a:lvl7pPr lvl="6">
              <a:spcBef>
                <a:spcPts val="0"/>
              </a:spcBef>
              <a:spcAft>
                <a:spcPts val="0"/>
              </a:spcAft>
              <a:buClr>
                <a:schemeClr val="lt1"/>
              </a:buClr>
              <a:buSzPts val="5500"/>
              <a:buFont typeface="Gowun Batang"/>
              <a:buChar char="●"/>
              <a:defRPr sz="5500"/>
            </a:lvl7pPr>
            <a:lvl8pPr lvl="7">
              <a:spcBef>
                <a:spcPts val="0"/>
              </a:spcBef>
              <a:spcAft>
                <a:spcPts val="0"/>
              </a:spcAft>
              <a:buClr>
                <a:schemeClr val="lt1"/>
              </a:buClr>
              <a:buSzPts val="5500"/>
              <a:buFont typeface="Gowun Batang"/>
              <a:buChar char="○"/>
              <a:defRPr sz="5500"/>
            </a:lvl8pPr>
            <a:lvl9pPr lvl="8">
              <a:spcBef>
                <a:spcPts val="0"/>
              </a:spcBef>
              <a:spcAft>
                <a:spcPts val="0"/>
              </a:spcAft>
              <a:buClr>
                <a:schemeClr val="lt1"/>
              </a:buClr>
              <a:buSzPts val="5500"/>
              <a:buFont typeface="Gowun Batang"/>
              <a:buChar char="■"/>
              <a:defRPr sz="5500"/>
            </a:lvl9pPr>
          </a:lstStyle>
          <a:p/>
        </p:txBody>
      </p:sp>
      <p:sp>
        <p:nvSpPr>
          <p:cNvPr id="368" name="Google Shape;368;p18"/>
          <p:cNvSpPr txBox="1"/>
          <p:nvPr>
            <p:ph idx="15" type="subTitle"/>
          </p:nvPr>
        </p:nvSpPr>
        <p:spPr>
          <a:xfrm>
            <a:off x="6271375" y="2021749"/>
            <a:ext cx="2874600" cy="432900"/>
          </a:xfrm>
          <a:prstGeom prst="rect">
            <a:avLst/>
          </a:prstGeom>
        </p:spPr>
        <p:txBody>
          <a:bodyPr anchorCtr="0" anchor="t" bIns="54850" lIns="182875" spcFirstLastPara="1" rIns="91425" wrap="square" tIns="91425">
            <a:noAutofit/>
          </a:bodyPr>
          <a:lstStyle>
            <a:lvl1pPr lvl="0">
              <a:spcBef>
                <a:spcPts val="0"/>
              </a:spcBef>
              <a:spcAft>
                <a:spcPts val="0"/>
              </a:spcAft>
              <a:buSzPts val="1200"/>
              <a:buFont typeface="Inter Medium"/>
              <a:buNone/>
              <a:defRPr>
                <a:latin typeface="Inter Medium"/>
                <a:ea typeface="Inter Medium"/>
                <a:cs typeface="Inter Medium"/>
                <a:sym typeface="Inter Medium"/>
              </a:defRPr>
            </a:lvl1pPr>
            <a:lvl2pPr lvl="1">
              <a:spcBef>
                <a:spcPts val="0"/>
              </a:spcBef>
              <a:spcAft>
                <a:spcPts val="0"/>
              </a:spcAft>
              <a:buSzPts val="1200"/>
              <a:buFont typeface="Inter Medium"/>
              <a:buNone/>
              <a:defRPr>
                <a:latin typeface="Inter Medium"/>
                <a:ea typeface="Inter Medium"/>
                <a:cs typeface="Inter Medium"/>
                <a:sym typeface="Inter Medium"/>
              </a:defRPr>
            </a:lvl2pPr>
            <a:lvl3pPr lvl="2">
              <a:spcBef>
                <a:spcPts val="0"/>
              </a:spcBef>
              <a:spcAft>
                <a:spcPts val="0"/>
              </a:spcAft>
              <a:buSzPts val="1200"/>
              <a:buFont typeface="Inter Medium"/>
              <a:buNone/>
              <a:defRPr>
                <a:latin typeface="Inter Medium"/>
                <a:ea typeface="Inter Medium"/>
                <a:cs typeface="Inter Medium"/>
                <a:sym typeface="Inter Medium"/>
              </a:defRPr>
            </a:lvl3pPr>
            <a:lvl4pPr lvl="3">
              <a:spcBef>
                <a:spcPts val="0"/>
              </a:spcBef>
              <a:spcAft>
                <a:spcPts val="0"/>
              </a:spcAft>
              <a:buSzPts val="1200"/>
              <a:buFont typeface="Inter Medium"/>
              <a:buNone/>
              <a:defRPr>
                <a:latin typeface="Inter Medium"/>
                <a:ea typeface="Inter Medium"/>
                <a:cs typeface="Inter Medium"/>
                <a:sym typeface="Inter Medium"/>
              </a:defRPr>
            </a:lvl4pPr>
            <a:lvl5pPr lvl="4">
              <a:spcBef>
                <a:spcPts val="0"/>
              </a:spcBef>
              <a:spcAft>
                <a:spcPts val="0"/>
              </a:spcAft>
              <a:buSzPts val="1200"/>
              <a:buFont typeface="Inter Medium"/>
              <a:buNone/>
              <a:defRPr>
                <a:latin typeface="Inter Medium"/>
                <a:ea typeface="Inter Medium"/>
                <a:cs typeface="Inter Medium"/>
                <a:sym typeface="Inter Medium"/>
              </a:defRPr>
            </a:lvl5pPr>
            <a:lvl6pPr lvl="5">
              <a:spcBef>
                <a:spcPts val="0"/>
              </a:spcBef>
              <a:spcAft>
                <a:spcPts val="0"/>
              </a:spcAft>
              <a:buSzPts val="1200"/>
              <a:buFont typeface="Inter Medium"/>
              <a:buNone/>
              <a:defRPr>
                <a:latin typeface="Inter Medium"/>
                <a:ea typeface="Inter Medium"/>
                <a:cs typeface="Inter Medium"/>
                <a:sym typeface="Inter Medium"/>
              </a:defRPr>
            </a:lvl6pPr>
            <a:lvl7pPr lvl="6">
              <a:spcBef>
                <a:spcPts val="0"/>
              </a:spcBef>
              <a:spcAft>
                <a:spcPts val="0"/>
              </a:spcAft>
              <a:buSzPts val="1200"/>
              <a:buFont typeface="Inter Medium"/>
              <a:buNone/>
              <a:defRPr>
                <a:latin typeface="Inter Medium"/>
                <a:ea typeface="Inter Medium"/>
                <a:cs typeface="Inter Medium"/>
                <a:sym typeface="Inter Medium"/>
              </a:defRPr>
            </a:lvl7pPr>
            <a:lvl8pPr lvl="7">
              <a:spcBef>
                <a:spcPts val="0"/>
              </a:spcBef>
              <a:spcAft>
                <a:spcPts val="0"/>
              </a:spcAft>
              <a:buSzPts val="1200"/>
              <a:buFont typeface="Inter Medium"/>
              <a:buNone/>
              <a:defRPr>
                <a:latin typeface="Inter Medium"/>
                <a:ea typeface="Inter Medium"/>
                <a:cs typeface="Inter Medium"/>
                <a:sym typeface="Inter Medium"/>
              </a:defRPr>
            </a:lvl8pPr>
            <a:lvl9pPr lvl="8">
              <a:spcBef>
                <a:spcPts val="0"/>
              </a:spcBef>
              <a:spcAft>
                <a:spcPts val="0"/>
              </a:spcAft>
              <a:buSzPts val="1200"/>
              <a:buFont typeface="Inter Medium"/>
              <a:buNone/>
              <a:defRPr>
                <a:latin typeface="Inter Medium"/>
                <a:ea typeface="Inter Medium"/>
                <a:cs typeface="Inter Medium"/>
                <a:sym typeface="Inter Medium"/>
              </a:defRPr>
            </a:lvl9pPr>
          </a:lstStyle>
          <a:p/>
        </p:txBody>
      </p:sp>
      <p:sp>
        <p:nvSpPr>
          <p:cNvPr id="369" name="Google Shape;369;p18"/>
          <p:cNvSpPr txBox="1"/>
          <p:nvPr>
            <p:ph idx="16" type="subTitle"/>
          </p:nvPr>
        </p:nvSpPr>
        <p:spPr>
          <a:xfrm>
            <a:off x="6271125" y="2455800"/>
            <a:ext cx="2874600" cy="332400"/>
          </a:xfrm>
          <a:prstGeom prst="rect">
            <a:avLst/>
          </a:prstGeom>
        </p:spPr>
        <p:txBody>
          <a:bodyPr anchorCtr="0" anchor="b" bIns="0" lIns="182875" spcFirstLastPara="1" rIns="91425" wrap="square" tIns="0">
            <a:noAutofit/>
          </a:bodyPr>
          <a:lstStyle>
            <a:lvl1pPr lvl="0">
              <a:spcBef>
                <a:spcPts val="0"/>
              </a:spcBef>
              <a:spcAft>
                <a:spcPts val="0"/>
              </a:spcAft>
              <a:buSzPts val="1200"/>
              <a:buFont typeface="Inter SemiBold"/>
              <a:buNone/>
              <a:defRPr>
                <a:latin typeface="Inter SemiBold"/>
                <a:ea typeface="Inter SemiBold"/>
                <a:cs typeface="Inter SemiBold"/>
                <a:sym typeface="Inter SemiBold"/>
              </a:defRPr>
            </a:lvl1pPr>
            <a:lvl2pPr lvl="1">
              <a:spcBef>
                <a:spcPts val="0"/>
              </a:spcBef>
              <a:spcAft>
                <a:spcPts val="0"/>
              </a:spcAft>
              <a:buSzPts val="1200"/>
              <a:buFont typeface="Inter SemiBold"/>
              <a:buNone/>
              <a:defRPr>
                <a:latin typeface="Inter SemiBold"/>
                <a:ea typeface="Inter SemiBold"/>
                <a:cs typeface="Inter SemiBold"/>
                <a:sym typeface="Inter SemiBold"/>
              </a:defRPr>
            </a:lvl2pPr>
            <a:lvl3pPr lvl="2">
              <a:spcBef>
                <a:spcPts val="0"/>
              </a:spcBef>
              <a:spcAft>
                <a:spcPts val="0"/>
              </a:spcAft>
              <a:buSzPts val="1200"/>
              <a:buFont typeface="Inter SemiBold"/>
              <a:buNone/>
              <a:defRPr>
                <a:latin typeface="Inter SemiBold"/>
                <a:ea typeface="Inter SemiBold"/>
                <a:cs typeface="Inter SemiBold"/>
                <a:sym typeface="Inter SemiBold"/>
              </a:defRPr>
            </a:lvl3pPr>
            <a:lvl4pPr lvl="3">
              <a:spcBef>
                <a:spcPts val="0"/>
              </a:spcBef>
              <a:spcAft>
                <a:spcPts val="0"/>
              </a:spcAft>
              <a:buSzPts val="1200"/>
              <a:buFont typeface="Inter SemiBold"/>
              <a:buNone/>
              <a:defRPr>
                <a:latin typeface="Inter SemiBold"/>
                <a:ea typeface="Inter SemiBold"/>
                <a:cs typeface="Inter SemiBold"/>
                <a:sym typeface="Inter SemiBold"/>
              </a:defRPr>
            </a:lvl4pPr>
            <a:lvl5pPr lvl="4">
              <a:spcBef>
                <a:spcPts val="0"/>
              </a:spcBef>
              <a:spcAft>
                <a:spcPts val="0"/>
              </a:spcAft>
              <a:buSzPts val="1200"/>
              <a:buFont typeface="Inter SemiBold"/>
              <a:buNone/>
              <a:defRPr>
                <a:latin typeface="Inter SemiBold"/>
                <a:ea typeface="Inter SemiBold"/>
                <a:cs typeface="Inter SemiBold"/>
                <a:sym typeface="Inter SemiBold"/>
              </a:defRPr>
            </a:lvl5pPr>
            <a:lvl6pPr lvl="5">
              <a:spcBef>
                <a:spcPts val="0"/>
              </a:spcBef>
              <a:spcAft>
                <a:spcPts val="0"/>
              </a:spcAft>
              <a:buSzPts val="1200"/>
              <a:buFont typeface="Inter SemiBold"/>
              <a:buNone/>
              <a:defRPr>
                <a:latin typeface="Inter SemiBold"/>
                <a:ea typeface="Inter SemiBold"/>
                <a:cs typeface="Inter SemiBold"/>
                <a:sym typeface="Inter SemiBold"/>
              </a:defRPr>
            </a:lvl6pPr>
            <a:lvl7pPr lvl="6">
              <a:spcBef>
                <a:spcPts val="0"/>
              </a:spcBef>
              <a:spcAft>
                <a:spcPts val="0"/>
              </a:spcAft>
              <a:buSzPts val="1200"/>
              <a:buFont typeface="Inter SemiBold"/>
              <a:buNone/>
              <a:defRPr>
                <a:latin typeface="Inter SemiBold"/>
                <a:ea typeface="Inter SemiBold"/>
                <a:cs typeface="Inter SemiBold"/>
                <a:sym typeface="Inter SemiBold"/>
              </a:defRPr>
            </a:lvl7pPr>
            <a:lvl8pPr lvl="7">
              <a:spcBef>
                <a:spcPts val="0"/>
              </a:spcBef>
              <a:spcAft>
                <a:spcPts val="0"/>
              </a:spcAft>
              <a:buSzPts val="1200"/>
              <a:buFont typeface="Inter SemiBold"/>
              <a:buNone/>
              <a:defRPr>
                <a:latin typeface="Inter SemiBold"/>
                <a:ea typeface="Inter SemiBold"/>
                <a:cs typeface="Inter SemiBold"/>
                <a:sym typeface="Inter SemiBold"/>
              </a:defRPr>
            </a:lvl8pPr>
            <a:lvl9pPr lvl="8">
              <a:spcBef>
                <a:spcPts val="0"/>
              </a:spcBef>
              <a:spcAft>
                <a:spcPts val="0"/>
              </a:spcAft>
              <a:buSzPts val="1200"/>
              <a:buFont typeface="Inter SemiBold"/>
              <a:buNone/>
              <a:defRPr>
                <a:latin typeface="Inter SemiBold"/>
                <a:ea typeface="Inter SemiBold"/>
                <a:cs typeface="Inter SemiBold"/>
                <a:sym typeface="Inter SemiBold"/>
              </a:defRPr>
            </a:lvl9pPr>
          </a:lstStyle>
          <a:p/>
        </p:txBody>
      </p:sp>
      <p:sp>
        <p:nvSpPr>
          <p:cNvPr id="370" name="Google Shape;370;p18"/>
          <p:cNvSpPr txBox="1"/>
          <p:nvPr>
            <p:ph idx="17" type="subTitle"/>
          </p:nvPr>
        </p:nvSpPr>
        <p:spPr>
          <a:xfrm>
            <a:off x="6271125" y="2840775"/>
            <a:ext cx="2874600" cy="184800"/>
          </a:xfrm>
          <a:prstGeom prst="rect">
            <a:avLst/>
          </a:prstGeom>
        </p:spPr>
        <p:txBody>
          <a:bodyPr anchorCtr="0" anchor="b" bIns="0" lIns="182875" spcFirstLastPara="1" rIns="91425" wrap="square" tIns="0">
            <a:noAutofit/>
          </a:bodyPr>
          <a:lstStyle>
            <a:lvl1pPr lvl="0">
              <a:spcBef>
                <a:spcPts val="0"/>
              </a:spcBef>
              <a:spcAft>
                <a:spcPts val="0"/>
              </a:spcAft>
              <a:buSzPts val="1200"/>
              <a:buFont typeface="Inter"/>
              <a:buNone/>
              <a:defRPr/>
            </a:lvl1pPr>
            <a:lvl2pPr lvl="1">
              <a:spcBef>
                <a:spcPts val="0"/>
              </a:spcBef>
              <a:spcAft>
                <a:spcPts val="0"/>
              </a:spcAft>
              <a:buSzPts val="1200"/>
              <a:buFont typeface="Inter"/>
              <a:buNone/>
              <a:defRPr/>
            </a:lvl2pPr>
            <a:lvl3pPr lvl="2">
              <a:spcBef>
                <a:spcPts val="0"/>
              </a:spcBef>
              <a:spcAft>
                <a:spcPts val="0"/>
              </a:spcAft>
              <a:buSzPts val="1200"/>
              <a:buFont typeface="Inter"/>
              <a:buNone/>
              <a:defRPr/>
            </a:lvl3pPr>
            <a:lvl4pPr lvl="3">
              <a:spcBef>
                <a:spcPts val="0"/>
              </a:spcBef>
              <a:spcAft>
                <a:spcPts val="0"/>
              </a:spcAft>
              <a:buSzPts val="1200"/>
              <a:buFont typeface="Inter"/>
              <a:buNone/>
              <a:defRPr/>
            </a:lvl4pPr>
            <a:lvl5pPr lvl="4">
              <a:spcBef>
                <a:spcPts val="0"/>
              </a:spcBef>
              <a:spcAft>
                <a:spcPts val="0"/>
              </a:spcAft>
              <a:buSzPts val="1200"/>
              <a:buFont typeface="Inter"/>
              <a:buNone/>
              <a:defRPr/>
            </a:lvl5pPr>
            <a:lvl6pPr lvl="5">
              <a:spcBef>
                <a:spcPts val="0"/>
              </a:spcBef>
              <a:spcAft>
                <a:spcPts val="0"/>
              </a:spcAft>
              <a:buSzPts val="1200"/>
              <a:buFont typeface="Inter"/>
              <a:buNone/>
              <a:defRPr/>
            </a:lvl6pPr>
            <a:lvl7pPr lvl="6">
              <a:spcBef>
                <a:spcPts val="0"/>
              </a:spcBef>
              <a:spcAft>
                <a:spcPts val="0"/>
              </a:spcAft>
              <a:buSzPts val="1200"/>
              <a:buFont typeface="Inter"/>
              <a:buNone/>
              <a:defRPr/>
            </a:lvl7pPr>
            <a:lvl8pPr lvl="7">
              <a:spcBef>
                <a:spcPts val="0"/>
              </a:spcBef>
              <a:spcAft>
                <a:spcPts val="0"/>
              </a:spcAft>
              <a:buSzPts val="1200"/>
              <a:buFont typeface="Inter"/>
              <a:buNone/>
              <a:defRPr/>
            </a:lvl8pPr>
            <a:lvl9pPr lvl="8">
              <a:spcBef>
                <a:spcPts val="0"/>
              </a:spcBef>
              <a:spcAft>
                <a:spcPts val="0"/>
              </a:spcAft>
              <a:buSzPts val="1200"/>
              <a:buFont typeface="Inter"/>
              <a:buNone/>
              <a:defRPr/>
            </a:lvl9pPr>
          </a:lstStyle>
          <a:p/>
        </p:txBody>
      </p:sp>
      <p:sp>
        <p:nvSpPr>
          <p:cNvPr id="371" name="Google Shape;371;p18"/>
          <p:cNvSpPr txBox="1"/>
          <p:nvPr>
            <p:ph idx="18" type="title"/>
          </p:nvPr>
        </p:nvSpPr>
        <p:spPr>
          <a:xfrm>
            <a:off x="6271375" y="4552825"/>
            <a:ext cx="2872800" cy="335100"/>
          </a:xfrm>
          <a:prstGeom prst="rect">
            <a:avLst/>
          </a:prstGeom>
        </p:spPr>
        <p:txBody>
          <a:bodyPr anchorCtr="0" anchor="b" bIns="91425" lIns="182875" spcFirstLastPara="1" rIns="91425" wrap="square" tIns="91425">
            <a:noAutofit/>
          </a:bodyPr>
          <a:lstStyle>
            <a:lvl1pPr lvl="0">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9pPr>
          </a:lstStyle>
          <a:p/>
        </p:txBody>
      </p:sp>
      <p:sp>
        <p:nvSpPr>
          <p:cNvPr id="372" name="Google Shape;372;p18"/>
          <p:cNvSpPr txBox="1"/>
          <p:nvPr>
            <p:ph idx="19" type="title"/>
          </p:nvPr>
        </p:nvSpPr>
        <p:spPr>
          <a:xfrm>
            <a:off x="3401750" y="4552825"/>
            <a:ext cx="2868000" cy="335100"/>
          </a:xfrm>
          <a:prstGeom prst="rect">
            <a:avLst/>
          </a:prstGeom>
        </p:spPr>
        <p:txBody>
          <a:bodyPr anchorCtr="0" anchor="b" bIns="91425" lIns="182875" spcFirstLastPara="1" rIns="91425" wrap="square" tIns="91425">
            <a:noAutofit/>
          </a:bodyPr>
          <a:lstStyle>
            <a:lvl1pPr lvl="0">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9pPr>
          </a:lstStyle>
          <a:p/>
        </p:txBody>
      </p:sp>
      <p:sp>
        <p:nvSpPr>
          <p:cNvPr id="373" name="Google Shape;373;p18"/>
          <p:cNvSpPr txBox="1"/>
          <p:nvPr>
            <p:ph idx="20" type="title"/>
          </p:nvPr>
        </p:nvSpPr>
        <p:spPr>
          <a:xfrm>
            <a:off x="521625" y="4552825"/>
            <a:ext cx="2878500" cy="335100"/>
          </a:xfrm>
          <a:prstGeom prst="rect">
            <a:avLst/>
          </a:prstGeom>
        </p:spPr>
        <p:txBody>
          <a:bodyPr anchorCtr="0" anchor="b" bIns="91425" lIns="182875" spcFirstLastPara="1" rIns="91425" wrap="square" tIns="91425">
            <a:noAutofit/>
          </a:bodyPr>
          <a:lstStyle>
            <a:lvl1pPr lvl="0">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Char char="■"/>
              <a:defRPr sz="1200">
                <a:latin typeface="Inter SemiBold"/>
                <a:ea typeface="Inter SemiBold"/>
                <a:cs typeface="Inter SemiBold"/>
                <a:sym typeface="Inter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Priorities">
  <p:cSld name="CUSTOM_5">
    <p:bg>
      <p:bgPr>
        <a:solidFill>
          <a:schemeClr val="lt1"/>
        </a:solidFill>
      </p:bgPr>
    </p:bg>
    <p:spTree>
      <p:nvGrpSpPr>
        <p:cNvPr id="374" name="Shape 374"/>
        <p:cNvGrpSpPr/>
        <p:nvPr/>
      </p:nvGrpSpPr>
      <p:grpSpPr>
        <a:xfrm>
          <a:off x="0" y="0"/>
          <a:ext cx="0" cy="0"/>
          <a:chOff x="0" y="0"/>
          <a:chExt cx="0" cy="0"/>
        </a:xfrm>
      </p:grpSpPr>
      <p:sp>
        <p:nvSpPr>
          <p:cNvPr id="375" name="Google Shape;375;p19"/>
          <p:cNvSpPr txBox="1"/>
          <p:nvPr>
            <p:ph idx="1" type="body"/>
          </p:nvPr>
        </p:nvSpPr>
        <p:spPr>
          <a:xfrm>
            <a:off x="1043525" y="2532675"/>
            <a:ext cx="1958400" cy="1001400"/>
          </a:xfrm>
          <a:prstGeom prst="rect">
            <a:avLst/>
          </a:prstGeom>
        </p:spPr>
        <p:txBody>
          <a:bodyPr anchorCtr="0" anchor="t" bIns="91425" lIns="182875" spcFirstLastPara="1" rIns="137150" wrap="square" tIns="0">
            <a:no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cxnSp>
        <p:nvCxnSpPr>
          <p:cNvPr id="376" name="Google Shape;376;p19"/>
          <p:cNvCxnSpPr/>
          <p:nvPr/>
        </p:nvCxnSpPr>
        <p:spPr>
          <a:xfrm>
            <a:off x="8622700" y="334950"/>
            <a:ext cx="0" cy="4805700"/>
          </a:xfrm>
          <a:prstGeom prst="straightConnector1">
            <a:avLst/>
          </a:prstGeom>
          <a:noFill/>
          <a:ln cap="flat" cmpd="sng" w="9525">
            <a:solidFill>
              <a:schemeClr val="accent6"/>
            </a:solidFill>
            <a:prstDash val="solid"/>
            <a:round/>
            <a:headEnd len="sm" w="sm" type="none"/>
            <a:tailEnd len="sm" w="sm" type="none"/>
          </a:ln>
        </p:spPr>
      </p:cxnSp>
      <p:sp>
        <p:nvSpPr>
          <p:cNvPr id="377" name="Google Shape;377;p19"/>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378" name="Google Shape;378;p19"/>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379" name="Google Shape;379;p19"/>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380" name="Google Shape;380;p19"/>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381" name="Google Shape;381;p19"/>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382" name="Google Shape;382;p19"/>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383" name="Google Shape;383;p19"/>
          <p:cNvSpPr txBox="1"/>
          <p:nvPr>
            <p:ph type="title"/>
          </p:nvPr>
        </p:nvSpPr>
        <p:spPr>
          <a:xfrm>
            <a:off x="3003325" y="61520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84" name="Google Shape;384;p19"/>
          <p:cNvSpPr txBox="1"/>
          <p:nvPr>
            <p:ph idx="5" type="title"/>
          </p:nvPr>
        </p:nvSpPr>
        <p:spPr>
          <a:xfrm>
            <a:off x="3003325" y="96195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85" name="Google Shape;385;p19"/>
          <p:cNvSpPr txBox="1"/>
          <p:nvPr>
            <p:ph idx="6" type="title"/>
          </p:nvPr>
        </p:nvSpPr>
        <p:spPr>
          <a:xfrm>
            <a:off x="3003325" y="131080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86" name="Google Shape;386;p19"/>
          <p:cNvSpPr txBox="1"/>
          <p:nvPr>
            <p:ph idx="7" type="title"/>
          </p:nvPr>
        </p:nvSpPr>
        <p:spPr>
          <a:xfrm>
            <a:off x="3003325" y="382075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87" name="Google Shape;387;p19"/>
          <p:cNvSpPr txBox="1"/>
          <p:nvPr>
            <p:ph idx="8" type="title"/>
          </p:nvPr>
        </p:nvSpPr>
        <p:spPr>
          <a:xfrm>
            <a:off x="3003325" y="416750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88" name="Google Shape;388;p19"/>
          <p:cNvSpPr txBox="1"/>
          <p:nvPr>
            <p:ph idx="9" type="title"/>
          </p:nvPr>
        </p:nvSpPr>
        <p:spPr>
          <a:xfrm>
            <a:off x="3003325" y="4516350"/>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89" name="Google Shape;389;p19"/>
          <p:cNvSpPr txBox="1"/>
          <p:nvPr>
            <p:ph idx="13" type="title"/>
          </p:nvPr>
        </p:nvSpPr>
        <p:spPr>
          <a:xfrm>
            <a:off x="3003325" y="2226263"/>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90" name="Google Shape;390;p19"/>
          <p:cNvSpPr txBox="1"/>
          <p:nvPr>
            <p:ph idx="14" type="title"/>
          </p:nvPr>
        </p:nvSpPr>
        <p:spPr>
          <a:xfrm>
            <a:off x="3003325" y="2573013"/>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91" name="Google Shape;391;p19"/>
          <p:cNvSpPr txBox="1"/>
          <p:nvPr>
            <p:ph idx="15" type="title"/>
          </p:nvPr>
        </p:nvSpPr>
        <p:spPr>
          <a:xfrm>
            <a:off x="3003325" y="2921863"/>
            <a:ext cx="2667300" cy="348900"/>
          </a:xfrm>
          <a:prstGeom prst="rect">
            <a:avLst/>
          </a:prstGeom>
        </p:spPr>
        <p:txBody>
          <a:bodyPr anchorCtr="0" anchor="ctr" bIns="0" lIns="274300" spcFirstLastPara="1" rIns="0" wrap="square" tIns="0">
            <a:noAutofit/>
          </a:bodyPr>
          <a:lstStyle>
            <a:lvl1pPr lvl="0">
              <a:lnSpc>
                <a:spcPct val="100000"/>
              </a:lnSpc>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1pPr>
            <a:lvl2pPr lvl="1">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2pPr>
            <a:lvl3pPr lvl="2">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3pPr>
            <a:lvl4pPr lvl="3">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4pPr>
            <a:lvl5pPr lvl="4">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5pPr>
            <a:lvl6pPr lvl="5">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6pPr>
            <a:lvl7pPr lvl="6">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7pPr>
            <a:lvl8pPr lvl="7">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8pPr>
            <a:lvl9pPr lvl="8">
              <a:spcBef>
                <a:spcPts val="0"/>
              </a:spcBef>
              <a:spcAft>
                <a:spcPts val="0"/>
              </a:spcAft>
              <a:buClr>
                <a:schemeClr val="lt2"/>
              </a:buClr>
              <a:buSzPts val="1000"/>
              <a:buFont typeface="Inter SemiBold"/>
              <a:buNone/>
              <a:defRPr sz="1000">
                <a:solidFill>
                  <a:schemeClr val="lt2"/>
                </a:solidFill>
                <a:latin typeface="Inter SemiBold"/>
                <a:ea typeface="Inter SemiBold"/>
                <a:cs typeface="Inter SemiBold"/>
                <a:sym typeface="Inter SemiBold"/>
              </a:defRPr>
            </a:lvl9pPr>
          </a:lstStyle>
          <a:p/>
        </p:txBody>
      </p:sp>
      <p:sp>
        <p:nvSpPr>
          <p:cNvPr id="392" name="Google Shape;392;p19"/>
          <p:cNvSpPr txBox="1"/>
          <p:nvPr>
            <p:ph idx="16" type="subTitle"/>
          </p:nvPr>
        </p:nvSpPr>
        <p:spPr>
          <a:xfrm>
            <a:off x="5824413" y="613050"/>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3" name="Google Shape;393;p19"/>
          <p:cNvSpPr txBox="1"/>
          <p:nvPr>
            <p:ph idx="17" type="subTitle"/>
          </p:nvPr>
        </p:nvSpPr>
        <p:spPr>
          <a:xfrm>
            <a:off x="5824413" y="961950"/>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4" name="Google Shape;394;p19"/>
          <p:cNvSpPr txBox="1"/>
          <p:nvPr>
            <p:ph idx="18" type="subTitle"/>
          </p:nvPr>
        </p:nvSpPr>
        <p:spPr>
          <a:xfrm>
            <a:off x="5824413" y="1310775"/>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5" name="Google Shape;395;p19"/>
          <p:cNvSpPr txBox="1"/>
          <p:nvPr>
            <p:ph idx="19" type="subTitle"/>
          </p:nvPr>
        </p:nvSpPr>
        <p:spPr>
          <a:xfrm>
            <a:off x="5824413" y="2225213"/>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6" name="Google Shape;396;p19"/>
          <p:cNvSpPr txBox="1"/>
          <p:nvPr>
            <p:ph idx="20" type="subTitle"/>
          </p:nvPr>
        </p:nvSpPr>
        <p:spPr>
          <a:xfrm>
            <a:off x="5824413" y="2574113"/>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7" name="Google Shape;397;p19"/>
          <p:cNvSpPr txBox="1"/>
          <p:nvPr>
            <p:ph idx="21" type="subTitle"/>
          </p:nvPr>
        </p:nvSpPr>
        <p:spPr>
          <a:xfrm>
            <a:off x="5824413" y="2922938"/>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8" name="Google Shape;398;p19"/>
          <p:cNvSpPr txBox="1"/>
          <p:nvPr>
            <p:ph idx="22" type="subTitle"/>
          </p:nvPr>
        </p:nvSpPr>
        <p:spPr>
          <a:xfrm>
            <a:off x="5824413" y="3818625"/>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399" name="Google Shape;399;p19"/>
          <p:cNvSpPr txBox="1"/>
          <p:nvPr>
            <p:ph idx="23" type="subTitle"/>
          </p:nvPr>
        </p:nvSpPr>
        <p:spPr>
          <a:xfrm>
            <a:off x="5824413" y="4167525"/>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00" name="Google Shape;400;p19"/>
          <p:cNvSpPr txBox="1"/>
          <p:nvPr>
            <p:ph idx="24" type="subTitle"/>
          </p:nvPr>
        </p:nvSpPr>
        <p:spPr>
          <a:xfrm>
            <a:off x="5824413" y="4516350"/>
            <a:ext cx="2644500" cy="348900"/>
          </a:xfrm>
          <a:prstGeom prst="rect">
            <a:avLst/>
          </a:prstGeom>
        </p:spPr>
        <p:txBody>
          <a:bodyPr anchorCtr="0" anchor="ctr" bIns="0" lIns="0" spcFirstLastPara="1" rIns="0" wrap="square" tIns="0">
            <a:no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401" name="Google Shape;401;p19"/>
          <p:cNvSpPr txBox="1"/>
          <p:nvPr>
            <p:ph idx="25" type="title"/>
          </p:nvPr>
        </p:nvSpPr>
        <p:spPr>
          <a:xfrm>
            <a:off x="1045225" y="3545525"/>
            <a:ext cx="1958400" cy="519600"/>
          </a:xfrm>
          <a:prstGeom prst="rect">
            <a:avLst/>
          </a:prstGeom>
        </p:spPr>
        <p:txBody>
          <a:bodyPr anchorCtr="0" anchor="b" bIns="0" lIns="182875" spcFirstLastPara="1" rIns="182875" wrap="square" tIns="91425">
            <a:no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402" name="Google Shape;402;p19"/>
          <p:cNvSpPr txBox="1"/>
          <p:nvPr>
            <p:ph idx="26" type="body"/>
          </p:nvPr>
        </p:nvSpPr>
        <p:spPr>
          <a:xfrm>
            <a:off x="1043525" y="4174000"/>
            <a:ext cx="1958400" cy="959100"/>
          </a:xfrm>
          <a:prstGeom prst="rect">
            <a:avLst/>
          </a:prstGeom>
        </p:spPr>
        <p:txBody>
          <a:bodyPr anchorCtr="0" anchor="t" bIns="91425" lIns="182875" spcFirstLastPara="1" rIns="137150" wrap="square" tIns="0">
            <a:no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sp>
        <p:nvSpPr>
          <p:cNvPr id="403" name="Google Shape;403;p19"/>
          <p:cNvSpPr txBox="1"/>
          <p:nvPr>
            <p:ph idx="27" type="title"/>
          </p:nvPr>
        </p:nvSpPr>
        <p:spPr>
          <a:xfrm>
            <a:off x="1045225" y="350525"/>
            <a:ext cx="1958400" cy="519600"/>
          </a:xfrm>
          <a:prstGeom prst="rect">
            <a:avLst/>
          </a:prstGeom>
        </p:spPr>
        <p:txBody>
          <a:bodyPr anchorCtr="0" anchor="b" bIns="0" lIns="182875" spcFirstLastPara="1" rIns="182875" wrap="square" tIns="91425">
            <a:no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404" name="Google Shape;404;p19"/>
          <p:cNvSpPr txBox="1"/>
          <p:nvPr>
            <p:ph idx="28" type="title"/>
          </p:nvPr>
        </p:nvSpPr>
        <p:spPr>
          <a:xfrm>
            <a:off x="1045225" y="1945600"/>
            <a:ext cx="1958400" cy="519600"/>
          </a:xfrm>
          <a:prstGeom prst="rect">
            <a:avLst/>
          </a:prstGeom>
        </p:spPr>
        <p:txBody>
          <a:bodyPr anchorCtr="0" anchor="b" bIns="0" lIns="182875" spcFirstLastPara="1" rIns="182875" wrap="square" tIns="91425">
            <a:noAutofit/>
          </a:bodyPr>
          <a:lstStyle>
            <a:lvl1pPr lvl="0">
              <a:spcBef>
                <a:spcPts val="0"/>
              </a:spcBef>
              <a:spcAft>
                <a:spcPts val="0"/>
              </a:spcAft>
              <a:buSzPts val="2400"/>
              <a:buFont typeface="Gowun Batang"/>
              <a:buNone/>
              <a:defRPr sz="2400"/>
            </a:lvl1pPr>
            <a:lvl2pPr lvl="1">
              <a:spcBef>
                <a:spcPts val="0"/>
              </a:spcBef>
              <a:spcAft>
                <a:spcPts val="0"/>
              </a:spcAft>
              <a:buSzPts val="2400"/>
              <a:buFont typeface="Gowun Batang"/>
              <a:buNone/>
              <a:defRPr sz="2400"/>
            </a:lvl2pPr>
            <a:lvl3pPr lvl="2">
              <a:spcBef>
                <a:spcPts val="0"/>
              </a:spcBef>
              <a:spcAft>
                <a:spcPts val="0"/>
              </a:spcAft>
              <a:buSzPts val="2400"/>
              <a:buFont typeface="Gowun Batang"/>
              <a:buNone/>
              <a:defRPr sz="2400"/>
            </a:lvl3pPr>
            <a:lvl4pPr lvl="3">
              <a:spcBef>
                <a:spcPts val="0"/>
              </a:spcBef>
              <a:spcAft>
                <a:spcPts val="0"/>
              </a:spcAft>
              <a:buSzPts val="2400"/>
              <a:buFont typeface="Gowun Batang"/>
              <a:buNone/>
              <a:defRPr sz="2400"/>
            </a:lvl4pPr>
            <a:lvl5pPr lvl="4">
              <a:spcBef>
                <a:spcPts val="0"/>
              </a:spcBef>
              <a:spcAft>
                <a:spcPts val="0"/>
              </a:spcAft>
              <a:buSzPts val="2400"/>
              <a:buFont typeface="Gowun Batang"/>
              <a:buNone/>
              <a:defRPr sz="2400"/>
            </a:lvl5pPr>
            <a:lvl6pPr lvl="5">
              <a:spcBef>
                <a:spcPts val="0"/>
              </a:spcBef>
              <a:spcAft>
                <a:spcPts val="0"/>
              </a:spcAft>
              <a:buSzPts val="2400"/>
              <a:buFont typeface="Gowun Batang"/>
              <a:buNone/>
              <a:defRPr sz="2400"/>
            </a:lvl6pPr>
            <a:lvl7pPr lvl="6">
              <a:spcBef>
                <a:spcPts val="0"/>
              </a:spcBef>
              <a:spcAft>
                <a:spcPts val="0"/>
              </a:spcAft>
              <a:buSzPts val="2400"/>
              <a:buFont typeface="Gowun Batang"/>
              <a:buNone/>
              <a:defRPr sz="2400"/>
            </a:lvl7pPr>
            <a:lvl8pPr lvl="7">
              <a:spcBef>
                <a:spcPts val="0"/>
              </a:spcBef>
              <a:spcAft>
                <a:spcPts val="0"/>
              </a:spcAft>
              <a:buSzPts val="2400"/>
              <a:buFont typeface="Gowun Batang"/>
              <a:buNone/>
              <a:defRPr sz="2400"/>
            </a:lvl8pPr>
            <a:lvl9pPr lvl="8">
              <a:spcBef>
                <a:spcPts val="0"/>
              </a:spcBef>
              <a:spcAft>
                <a:spcPts val="0"/>
              </a:spcAft>
              <a:buSzPts val="2400"/>
              <a:buFont typeface="Gowun Batang"/>
              <a:buNone/>
              <a:defRPr sz="2400"/>
            </a:lvl9pPr>
          </a:lstStyle>
          <a:p/>
        </p:txBody>
      </p:sp>
      <p:sp>
        <p:nvSpPr>
          <p:cNvPr id="405" name="Google Shape;405;p19"/>
          <p:cNvSpPr txBox="1"/>
          <p:nvPr>
            <p:ph idx="29" type="body"/>
          </p:nvPr>
        </p:nvSpPr>
        <p:spPr>
          <a:xfrm>
            <a:off x="1043513" y="962025"/>
            <a:ext cx="1958400" cy="972900"/>
          </a:xfrm>
          <a:prstGeom prst="rect">
            <a:avLst/>
          </a:prstGeom>
        </p:spPr>
        <p:txBody>
          <a:bodyPr anchorCtr="0" anchor="t" bIns="91425" lIns="182875" spcFirstLastPara="1" rIns="137150" wrap="square" tIns="0">
            <a:noAutofit/>
          </a:bodyPr>
          <a:lstStyle>
            <a:lvl1pPr indent="-292100" lvl="0" marL="457200">
              <a:spcBef>
                <a:spcPts val="0"/>
              </a:spcBef>
              <a:spcAft>
                <a:spcPts val="0"/>
              </a:spcAft>
              <a:buSzPts val="1000"/>
              <a:buFont typeface="Inter"/>
              <a:buChar char="●"/>
              <a:defRPr sz="1000"/>
            </a:lvl1pPr>
            <a:lvl2pPr indent="-292100" lvl="1" marL="914400">
              <a:spcBef>
                <a:spcPts val="0"/>
              </a:spcBef>
              <a:spcAft>
                <a:spcPts val="0"/>
              </a:spcAft>
              <a:buSzPts val="1000"/>
              <a:buFont typeface="Inter"/>
              <a:buChar char="○"/>
              <a:defRPr sz="1000"/>
            </a:lvl2pPr>
            <a:lvl3pPr indent="-292100" lvl="2" marL="1371600">
              <a:spcBef>
                <a:spcPts val="0"/>
              </a:spcBef>
              <a:spcAft>
                <a:spcPts val="0"/>
              </a:spcAft>
              <a:buSzPts val="1000"/>
              <a:buFont typeface="Inter"/>
              <a:buChar char="■"/>
              <a:defRPr sz="1000"/>
            </a:lvl3pPr>
            <a:lvl4pPr indent="-292100" lvl="3" marL="1828800">
              <a:spcBef>
                <a:spcPts val="0"/>
              </a:spcBef>
              <a:spcAft>
                <a:spcPts val="0"/>
              </a:spcAft>
              <a:buSzPts val="1000"/>
              <a:buFont typeface="Inter"/>
              <a:buChar char="●"/>
              <a:defRPr sz="1000"/>
            </a:lvl4pPr>
            <a:lvl5pPr indent="-292100" lvl="4" marL="2286000">
              <a:spcBef>
                <a:spcPts val="0"/>
              </a:spcBef>
              <a:spcAft>
                <a:spcPts val="0"/>
              </a:spcAft>
              <a:buSzPts val="1000"/>
              <a:buFont typeface="Inter"/>
              <a:buChar char="○"/>
              <a:defRPr sz="1000"/>
            </a:lvl5pPr>
            <a:lvl6pPr indent="-292100" lvl="5" marL="2743200">
              <a:spcBef>
                <a:spcPts val="0"/>
              </a:spcBef>
              <a:spcAft>
                <a:spcPts val="0"/>
              </a:spcAft>
              <a:buSzPts val="1000"/>
              <a:buFont typeface="Inter"/>
              <a:buChar char="■"/>
              <a:defRPr sz="1000"/>
            </a:lvl6pPr>
            <a:lvl7pPr indent="-292100" lvl="6" marL="3200400">
              <a:spcBef>
                <a:spcPts val="0"/>
              </a:spcBef>
              <a:spcAft>
                <a:spcPts val="0"/>
              </a:spcAft>
              <a:buSzPts val="1000"/>
              <a:buFont typeface="Inter"/>
              <a:buChar char="●"/>
              <a:defRPr sz="1000"/>
            </a:lvl7pPr>
            <a:lvl8pPr indent="-292100" lvl="7" marL="3657600">
              <a:spcBef>
                <a:spcPts val="0"/>
              </a:spcBef>
              <a:spcAft>
                <a:spcPts val="0"/>
              </a:spcAft>
              <a:buSzPts val="1000"/>
              <a:buFont typeface="Inter"/>
              <a:buChar char="○"/>
              <a:defRPr sz="1000"/>
            </a:lvl8pPr>
            <a:lvl9pPr indent="-292100" lvl="8" marL="4114800">
              <a:spcBef>
                <a:spcPts val="0"/>
              </a:spcBef>
              <a:spcAft>
                <a:spcPts val="0"/>
              </a:spcAft>
              <a:buSzPts val="1000"/>
              <a:buFont typeface="Inter"/>
              <a:buChar char="■"/>
              <a:defRPr sz="1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olutions">
  <p:cSld name="CUSTOM_6">
    <p:bg>
      <p:bgPr>
        <a:solidFill>
          <a:schemeClr val="lt2"/>
        </a:solidFill>
      </p:bgPr>
    </p:bg>
    <p:spTree>
      <p:nvGrpSpPr>
        <p:cNvPr id="406" name="Shape 406"/>
        <p:cNvGrpSpPr/>
        <p:nvPr/>
      </p:nvGrpSpPr>
      <p:grpSpPr>
        <a:xfrm>
          <a:off x="0" y="0"/>
          <a:ext cx="0" cy="0"/>
          <a:chOff x="0" y="0"/>
          <a:chExt cx="0" cy="0"/>
        </a:xfrm>
      </p:grpSpPr>
      <p:sp>
        <p:nvSpPr>
          <p:cNvPr id="407" name="Google Shape;407;p20"/>
          <p:cNvSpPr txBox="1"/>
          <p:nvPr>
            <p:ph type="title"/>
          </p:nvPr>
        </p:nvSpPr>
        <p:spPr>
          <a:xfrm>
            <a:off x="5481500" y="3864550"/>
            <a:ext cx="498300" cy="6366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SemiBold"/>
              <a:buChar char="●"/>
              <a:defRPr sz="1500">
                <a:latin typeface="Inter SemiBold"/>
                <a:ea typeface="Inter SemiBold"/>
                <a:cs typeface="Inter SemiBold"/>
                <a:sym typeface="Inter SemiBold"/>
              </a:defRPr>
            </a:lvl1pPr>
            <a:lvl2pPr lvl="1" algn="ctr">
              <a:spcBef>
                <a:spcPts val="0"/>
              </a:spcBef>
              <a:spcAft>
                <a:spcPts val="0"/>
              </a:spcAft>
              <a:buClr>
                <a:schemeClr val="lt1"/>
              </a:buClr>
              <a:buSzPts val="1500"/>
              <a:buFont typeface="Inter"/>
              <a:buChar char="○"/>
              <a:defRPr sz="1500">
                <a:latin typeface="Inter"/>
                <a:ea typeface="Inter"/>
                <a:cs typeface="Inter"/>
                <a:sym typeface="Inter"/>
              </a:defRPr>
            </a:lvl2pPr>
            <a:lvl3pPr lvl="2" algn="ctr">
              <a:spcBef>
                <a:spcPts val="0"/>
              </a:spcBef>
              <a:spcAft>
                <a:spcPts val="0"/>
              </a:spcAft>
              <a:buClr>
                <a:schemeClr val="lt1"/>
              </a:buClr>
              <a:buSzPts val="1500"/>
              <a:buFont typeface="Inter"/>
              <a:buChar char="■"/>
              <a:defRPr sz="1500">
                <a:latin typeface="Inter"/>
                <a:ea typeface="Inter"/>
                <a:cs typeface="Inter"/>
                <a:sym typeface="Inter"/>
              </a:defRPr>
            </a:lvl3pPr>
            <a:lvl4pPr lvl="3" algn="ctr">
              <a:spcBef>
                <a:spcPts val="0"/>
              </a:spcBef>
              <a:spcAft>
                <a:spcPts val="0"/>
              </a:spcAft>
              <a:buClr>
                <a:schemeClr val="lt1"/>
              </a:buClr>
              <a:buSzPts val="1500"/>
              <a:buFont typeface="Inter"/>
              <a:buChar char="●"/>
              <a:defRPr sz="1500">
                <a:latin typeface="Inter"/>
                <a:ea typeface="Inter"/>
                <a:cs typeface="Inter"/>
                <a:sym typeface="Inter"/>
              </a:defRPr>
            </a:lvl4pPr>
            <a:lvl5pPr lvl="4" algn="ctr">
              <a:spcBef>
                <a:spcPts val="0"/>
              </a:spcBef>
              <a:spcAft>
                <a:spcPts val="0"/>
              </a:spcAft>
              <a:buClr>
                <a:schemeClr val="lt1"/>
              </a:buClr>
              <a:buSzPts val="1500"/>
              <a:buFont typeface="Inter"/>
              <a:buChar char="○"/>
              <a:defRPr sz="1500">
                <a:latin typeface="Inter"/>
                <a:ea typeface="Inter"/>
                <a:cs typeface="Inter"/>
                <a:sym typeface="Inter"/>
              </a:defRPr>
            </a:lvl5pPr>
            <a:lvl6pPr lvl="5" algn="ctr">
              <a:spcBef>
                <a:spcPts val="0"/>
              </a:spcBef>
              <a:spcAft>
                <a:spcPts val="0"/>
              </a:spcAft>
              <a:buClr>
                <a:schemeClr val="lt1"/>
              </a:buClr>
              <a:buSzPts val="1500"/>
              <a:buFont typeface="Inter"/>
              <a:buChar char="■"/>
              <a:defRPr sz="1500">
                <a:latin typeface="Inter"/>
                <a:ea typeface="Inter"/>
                <a:cs typeface="Inter"/>
                <a:sym typeface="Inter"/>
              </a:defRPr>
            </a:lvl6pPr>
            <a:lvl7pPr lvl="6" algn="ctr">
              <a:spcBef>
                <a:spcPts val="0"/>
              </a:spcBef>
              <a:spcAft>
                <a:spcPts val="0"/>
              </a:spcAft>
              <a:buClr>
                <a:schemeClr val="lt1"/>
              </a:buClr>
              <a:buSzPts val="1500"/>
              <a:buFont typeface="Inter"/>
              <a:buChar char="●"/>
              <a:defRPr sz="1500">
                <a:latin typeface="Inter"/>
                <a:ea typeface="Inter"/>
                <a:cs typeface="Inter"/>
                <a:sym typeface="Inter"/>
              </a:defRPr>
            </a:lvl7pPr>
            <a:lvl8pPr lvl="7" algn="ctr">
              <a:spcBef>
                <a:spcPts val="0"/>
              </a:spcBef>
              <a:spcAft>
                <a:spcPts val="0"/>
              </a:spcAft>
              <a:buClr>
                <a:schemeClr val="lt1"/>
              </a:buClr>
              <a:buSzPts val="1500"/>
              <a:buFont typeface="Inter"/>
              <a:buChar char="○"/>
              <a:defRPr sz="1500">
                <a:latin typeface="Inter"/>
                <a:ea typeface="Inter"/>
                <a:cs typeface="Inter"/>
                <a:sym typeface="Inter"/>
              </a:defRPr>
            </a:lvl8pPr>
            <a:lvl9pPr lvl="8" algn="ctr">
              <a:spcBef>
                <a:spcPts val="0"/>
              </a:spcBef>
              <a:spcAft>
                <a:spcPts val="0"/>
              </a:spcAft>
              <a:buClr>
                <a:schemeClr val="lt1"/>
              </a:buClr>
              <a:buSzPts val="1500"/>
              <a:buFont typeface="Inter"/>
              <a:buChar char="■"/>
              <a:defRPr sz="1500">
                <a:latin typeface="Inter"/>
                <a:ea typeface="Inter"/>
                <a:cs typeface="Inter"/>
                <a:sym typeface="Inter"/>
              </a:defRPr>
            </a:lvl9pPr>
          </a:lstStyle>
          <a:p/>
        </p:txBody>
      </p:sp>
      <p:sp>
        <p:nvSpPr>
          <p:cNvPr id="408" name="Google Shape;408;p20"/>
          <p:cNvSpPr txBox="1"/>
          <p:nvPr>
            <p:ph idx="2" type="title"/>
          </p:nvPr>
        </p:nvSpPr>
        <p:spPr>
          <a:xfrm>
            <a:off x="5481500" y="1309125"/>
            <a:ext cx="498300" cy="638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09" name="Google Shape;409;p20"/>
          <p:cNvSpPr txBox="1"/>
          <p:nvPr>
            <p:ph idx="3" type="title"/>
          </p:nvPr>
        </p:nvSpPr>
        <p:spPr>
          <a:xfrm>
            <a:off x="5481500" y="3224825"/>
            <a:ext cx="498300" cy="638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2pPr>
            <a:lvl3pPr lvl="2"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3pPr>
            <a:lvl4pPr lvl="3"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4pPr>
            <a:lvl5pPr lvl="4"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5pPr>
            <a:lvl6pPr lvl="5"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6pPr>
            <a:lvl7pPr lvl="6"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7pPr>
            <a:lvl8pPr lvl="7"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8pPr>
            <a:lvl9pPr lvl="8" algn="ctr">
              <a:spcBef>
                <a:spcPts val="0"/>
              </a:spcBef>
              <a:spcAft>
                <a:spcPts val="0"/>
              </a:spcAft>
              <a:buClr>
                <a:schemeClr val="lt2"/>
              </a:buClr>
              <a:buSzPts val="1500"/>
              <a:buFont typeface="Inter"/>
              <a:buChar char="■"/>
              <a:defRPr b="1" sz="1500">
                <a:solidFill>
                  <a:schemeClr val="lt2"/>
                </a:solidFill>
                <a:latin typeface="Inter"/>
                <a:ea typeface="Inter"/>
                <a:cs typeface="Inter"/>
                <a:sym typeface="Inter"/>
              </a:defRPr>
            </a:lvl9pPr>
          </a:lstStyle>
          <a:p/>
        </p:txBody>
      </p:sp>
      <p:sp>
        <p:nvSpPr>
          <p:cNvPr id="410" name="Google Shape;410;p20"/>
          <p:cNvSpPr txBox="1"/>
          <p:nvPr>
            <p:ph idx="4" type="title"/>
          </p:nvPr>
        </p:nvSpPr>
        <p:spPr>
          <a:xfrm>
            <a:off x="5481500" y="2596100"/>
            <a:ext cx="498300" cy="629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11" name="Google Shape;411;p20"/>
          <p:cNvSpPr txBox="1"/>
          <p:nvPr>
            <p:ph idx="5" type="title"/>
          </p:nvPr>
        </p:nvSpPr>
        <p:spPr>
          <a:xfrm>
            <a:off x="5481500" y="1949300"/>
            <a:ext cx="498300" cy="646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12" name="Google Shape;412;p20"/>
          <p:cNvSpPr txBox="1"/>
          <p:nvPr>
            <p:ph idx="6" type="title"/>
          </p:nvPr>
        </p:nvSpPr>
        <p:spPr>
          <a:xfrm>
            <a:off x="5481475" y="4504275"/>
            <a:ext cx="498300" cy="643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1500"/>
              <a:buFont typeface="Inter"/>
              <a:buChar char="●"/>
              <a:defRPr b="1" sz="1500">
                <a:latin typeface="Inter"/>
                <a:ea typeface="Inter"/>
                <a:cs typeface="Inter"/>
                <a:sym typeface="Inter"/>
              </a:defRPr>
            </a:lvl1pPr>
            <a:lvl2pPr lvl="1" algn="ctr">
              <a:spcBef>
                <a:spcPts val="0"/>
              </a:spcBef>
              <a:spcAft>
                <a:spcPts val="0"/>
              </a:spcAft>
              <a:buClr>
                <a:schemeClr val="lt1"/>
              </a:buClr>
              <a:buSzPts val="1500"/>
              <a:buFont typeface="Inter"/>
              <a:buChar char="○"/>
              <a:defRPr b="1" sz="1500">
                <a:latin typeface="Inter"/>
                <a:ea typeface="Inter"/>
                <a:cs typeface="Inter"/>
                <a:sym typeface="Inter"/>
              </a:defRPr>
            </a:lvl2pPr>
            <a:lvl3pPr lvl="2" algn="ctr">
              <a:spcBef>
                <a:spcPts val="0"/>
              </a:spcBef>
              <a:spcAft>
                <a:spcPts val="0"/>
              </a:spcAft>
              <a:buClr>
                <a:schemeClr val="lt1"/>
              </a:buClr>
              <a:buSzPts val="1500"/>
              <a:buFont typeface="Inter"/>
              <a:buChar char="■"/>
              <a:defRPr b="1" sz="1500">
                <a:latin typeface="Inter"/>
                <a:ea typeface="Inter"/>
                <a:cs typeface="Inter"/>
                <a:sym typeface="Inter"/>
              </a:defRPr>
            </a:lvl3pPr>
            <a:lvl4pPr lvl="3" algn="ctr">
              <a:spcBef>
                <a:spcPts val="0"/>
              </a:spcBef>
              <a:spcAft>
                <a:spcPts val="0"/>
              </a:spcAft>
              <a:buClr>
                <a:schemeClr val="lt1"/>
              </a:buClr>
              <a:buSzPts val="1500"/>
              <a:buFont typeface="Inter"/>
              <a:buChar char="●"/>
              <a:defRPr b="1" sz="1500">
                <a:latin typeface="Inter"/>
                <a:ea typeface="Inter"/>
                <a:cs typeface="Inter"/>
                <a:sym typeface="Inter"/>
              </a:defRPr>
            </a:lvl4pPr>
            <a:lvl5pPr lvl="4" algn="ctr">
              <a:spcBef>
                <a:spcPts val="0"/>
              </a:spcBef>
              <a:spcAft>
                <a:spcPts val="0"/>
              </a:spcAft>
              <a:buClr>
                <a:schemeClr val="lt1"/>
              </a:buClr>
              <a:buSzPts val="1500"/>
              <a:buFont typeface="Inter"/>
              <a:buChar char="○"/>
              <a:defRPr b="1" sz="1500">
                <a:latin typeface="Inter"/>
                <a:ea typeface="Inter"/>
                <a:cs typeface="Inter"/>
                <a:sym typeface="Inter"/>
              </a:defRPr>
            </a:lvl5pPr>
            <a:lvl6pPr lvl="5" algn="ctr">
              <a:spcBef>
                <a:spcPts val="0"/>
              </a:spcBef>
              <a:spcAft>
                <a:spcPts val="0"/>
              </a:spcAft>
              <a:buClr>
                <a:schemeClr val="lt1"/>
              </a:buClr>
              <a:buSzPts val="1500"/>
              <a:buFont typeface="Inter"/>
              <a:buChar char="■"/>
              <a:defRPr b="1" sz="1500">
                <a:latin typeface="Inter"/>
                <a:ea typeface="Inter"/>
                <a:cs typeface="Inter"/>
                <a:sym typeface="Inter"/>
              </a:defRPr>
            </a:lvl6pPr>
            <a:lvl7pPr lvl="6" algn="ctr">
              <a:spcBef>
                <a:spcPts val="0"/>
              </a:spcBef>
              <a:spcAft>
                <a:spcPts val="0"/>
              </a:spcAft>
              <a:buClr>
                <a:schemeClr val="lt1"/>
              </a:buClr>
              <a:buSzPts val="1500"/>
              <a:buFont typeface="Inter"/>
              <a:buChar char="●"/>
              <a:defRPr b="1" sz="1500">
                <a:latin typeface="Inter"/>
                <a:ea typeface="Inter"/>
                <a:cs typeface="Inter"/>
                <a:sym typeface="Inter"/>
              </a:defRPr>
            </a:lvl7pPr>
            <a:lvl8pPr lvl="7" algn="ctr">
              <a:spcBef>
                <a:spcPts val="0"/>
              </a:spcBef>
              <a:spcAft>
                <a:spcPts val="0"/>
              </a:spcAft>
              <a:buClr>
                <a:schemeClr val="lt1"/>
              </a:buClr>
              <a:buSzPts val="1500"/>
              <a:buFont typeface="Inter"/>
              <a:buChar char="○"/>
              <a:defRPr b="1" sz="1500">
                <a:latin typeface="Inter"/>
                <a:ea typeface="Inter"/>
                <a:cs typeface="Inter"/>
                <a:sym typeface="Inter"/>
              </a:defRPr>
            </a:lvl8pPr>
            <a:lvl9pPr lvl="8" algn="ctr">
              <a:spcBef>
                <a:spcPts val="0"/>
              </a:spcBef>
              <a:spcAft>
                <a:spcPts val="0"/>
              </a:spcAft>
              <a:buClr>
                <a:schemeClr val="lt1"/>
              </a:buClr>
              <a:buSzPts val="1500"/>
              <a:buFont typeface="Inter"/>
              <a:buChar char="■"/>
              <a:defRPr b="1" sz="1500">
                <a:latin typeface="Inter"/>
                <a:ea typeface="Inter"/>
                <a:cs typeface="Inter"/>
                <a:sym typeface="Inter"/>
              </a:defRPr>
            </a:lvl9pPr>
          </a:lstStyle>
          <a:p/>
        </p:txBody>
      </p:sp>
      <p:sp>
        <p:nvSpPr>
          <p:cNvPr id="413" name="Google Shape;413;p20"/>
          <p:cNvSpPr txBox="1"/>
          <p:nvPr>
            <p:ph idx="1" type="body"/>
          </p:nvPr>
        </p:nvSpPr>
        <p:spPr>
          <a:xfrm>
            <a:off x="2187950" y="1307550"/>
            <a:ext cx="3181200" cy="1288500"/>
          </a:xfrm>
          <a:prstGeom prst="rect">
            <a:avLst/>
          </a:prstGeom>
        </p:spPr>
        <p:txBody>
          <a:bodyPr anchorCtr="0" anchor="ctr" bIns="91425" lIns="274300"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414" name="Google Shape;414;p20"/>
          <p:cNvSpPr txBox="1"/>
          <p:nvPr>
            <p:ph idx="7" type="body"/>
          </p:nvPr>
        </p:nvSpPr>
        <p:spPr>
          <a:xfrm>
            <a:off x="2187950" y="3864550"/>
            <a:ext cx="3181200" cy="1279200"/>
          </a:xfrm>
          <a:prstGeom prst="rect">
            <a:avLst/>
          </a:prstGeom>
        </p:spPr>
        <p:txBody>
          <a:bodyPr anchorCtr="0" anchor="ctr" bIns="91425" lIns="274300" spcFirstLastPara="1" rIns="91425" wrap="square" tIns="91425">
            <a:normAutofit/>
          </a:bodyPr>
          <a:lstStyle>
            <a:lvl1pPr indent="-292100" lvl="0" marL="457200">
              <a:spcBef>
                <a:spcPts val="0"/>
              </a:spcBef>
              <a:spcAft>
                <a:spcPts val="0"/>
              </a:spcAft>
              <a:buSzPts val="1000"/>
              <a:buFont typeface="Inter"/>
              <a:buChar char="●"/>
              <a:defRPr sz="1000"/>
            </a:lvl1pPr>
            <a:lvl2pPr indent="-292100" lvl="1" marL="914400">
              <a:spcBef>
                <a:spcPts val="800"/>
              </a:spcBef>
              <a:spcAft>
                <a:spcPts val="0"/>
              </a:spcAft>
              <a:buSzPts val="1000"/>
              <a:buFont typeface="Inter"/>
              <a:buChar char="○"/>
              <a:defRPr sz="1000"/>
            </a:lvl2pPr>
            <a:lvl3pPr indent="-292100" lvl="2" marL="1371600">
              <a:spcBef>
                <a:spcPts val="800"/>
              </a:spcBef>
              <a:spcAft>
                <a:spcPts val="0"/>
              </a:spcAft>
              <a:buSzPts val="1000"/>
              <a:buFont typeface="Inter"/>
              <a:buChar char="■"/>
              <a:defRPr sz="1000"/>
            </a:lvl3pPr>
            <a:lvl4pPr indent="-292100" lvl="3" marL="1828800">
              <a:spcBef>
                <a:spcPts val="800"/>
              </a:spcBef>
              <a:spcAft>
                <a:spcPts val="0"/>
              </a:spcAft>
              <a:buSzPts val="1000"/>
              <a:buFont typeface="Inter"/>
              <a:buChar char="●"/>
              <a:defRPr sz="1000"/>
            </a:lvl4pPr>
            <a:lvl5pPr indent="-292100" lvl="4" marL="2286000">
              <a:spcBef>
                <a:spcPts val="800"/>
              </a:spcBef>
              <a:spcAft>
                <a:spcPts val="0"/>
              </a:spcAft>
              <a:buSzPts val="1000"/>
              <a:buFont typeface="Inter"/>
              <a:buChar char="○"/>
              <a:defRPr sz="1000"/>
            </a:lvl5pPr>
            <a:lvl6pPr indent="-292100" lvl="5" marL="2743200">
              <a:spcBef>
                <a:spcPts val="800"/>
              </a:spcBef>
              <a:spcAft>
                <a:spcPts val="0"/>
              </a:spcAft>
              <a:buSzPts val="1000"/>
              <a:buFont typeface="Inter"/>
              <a:buChar char="■"/>
              <a:defRPr sz="1000"/>
            </a:lvl6pPr>
            <a:lvl7pPr indent="-292100" lvl="6" marL="3200400">
              <a:spcBef>
                <a:spcPts val="800"/>
              </a:spcBef>
              <a:spcAft>
                <a:spcPts val="0"/>
              </a:spcAft>
              <a:buSzPts val="1000"/>
              <a:buFont typeface="Inter"/>
              <a:buChar char="●"/>
              <a:defRPr sz="1000"/>
            </a:lvl7pPr>
            <a:lvl8pPr indent="-292100" lvl="7" marL="3657600">
              <a:spcBef>
                <a:spcPts val="800"/>
              </a:spcBef>
              <a:spcAft>
                <a:spcPts val="0"/>
              </a:spcAft>
              <a:buSzPts val="1000"/>
              <a:buFont typeface="Inter"/>
              <a:buChar char="○"/>
              <a:defRPr sz="1000"/>
            </a:lvl8pPr>
            <a:lvl9pPr indent="-292100" lvl="8" marL="4114800">
              <a:spcBef>
                <a:spcPts val="800"/>
              </a:spcBef>
              <a:spcAft>
                <a:spcPts val="800"/>
              </a:spcAft>
              <a:buSzPts val="1000"/>
              <a:buFont typeface="Inter"/>
              <a:buChar char="■"/>
              <a:defRPr sz="1000"/>
            </a:lvl9pPr>
          </a:lstStyle>
          <a:p/>
        </p:txBody>
      </p:sp>
      <p:sp>
        <p:nvSpPr>
          <p:cNvPr id="415" name="Google Shape;415;p20"/>
          <p:cNvSpPr txBox="1"/>
          <p:nvPr>
            <p:ph idx="8" type="body"/>
          </p:nvPr>
        </p:nvSpPr>
        <p:spPr>
          <a:xfrm>
            <a:off x="2187950" y="2596100"/>
            <a:ext cx="3181200" cy="1268700"/>
          </a:xfrm>
          <a:prstGeom prst="rect">
            <a:avLst/>
          </a:prstGeom>
        </p:spPr>
        <p:txBody>
          <a:bodyPr anchorCtr="0" anchor="ctr" bIns="91425" lIns="274300" spcFirstLastPara="1" rIns="91425" wrap="square" tIns="91425">
            <a:norm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cxnSp>
        <p:nvCxnSpPr>
          <p:cNvPr id="416" name="Google Shape;416;p20"/>
          <p:cNvCxnSpPr/>
          <p:nvPr/>
        </p:nvCxnSpPr>
        <p:spPr>
          <a:xfrm rot="10800000">
            <a:off x="520175" y="1307575"/>
            <a:ext cx="8624100" cy="0"/>
          </a:xfrm>
          <a:prstGeom prst="straightConnector1">
            <a:avLst/>
          </a:prstGeom>
          <a:noFill/>
          <a:ln cap="flat" cmpd="sng" w="9525">
            <a:solidFill>
              <a:schemeClr val="lt1"/>
            </a:solidFill>
            <a:prstDash val="solid"/>
            <a:round/>
            <a:headEnd len="sm" w="sm" type="none"/>
            <a:tailEnd len="sm" w="sm" type="none"/>
          </a:ln>
        </p:spPr>
      </p:cxnSp>
      <p:sp>
        <p:nvSpPr>
          <p:cNvPr id="417" name="Google Shape;417;p20"/>
          <p:cNvSpPr txBox="1"/>
          <p:nvPr>
            <p:ph idx="9"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None/>
              <a:defRPr sz="800"/>
            </a:lvl1pPr>
            <a:lvl2pPr lvl="1">
              <a:spcBef>
                <a:spcPts val="0"/>
              </a:spcBef>
              <a:spcAft>
                <a:spcPts val="0"/>
              </a:spcAft>
              <a:buClr>
                <a:schemeClr val="lt1"/>
              </a:buClr>
              <a:buSzPts val="800"/>
              <a:buNone/>
              <a:defRPr sz="800"/>
            </a:lvl2pPr>
            <a:lvl3pPr lvl="2">
              <a:spcBef>
                <a:spcPts val="0"/>
              </a:spcBef>
              <a:spcAft>
                <a:spcPts val="0"/>
              </a:spcAft>
              <a:buClr>
                <a:schemeClr val="lt1"/>
              </a:buClr>
              <a:buSzPts val="800"/>
              <a:buNone/>
              <a:defRPr sz="800"/>
            </a:lvl3pPr>
            <a:lvl4pPr lvl="3">
              <a:spcBef>
                <a:spcPts val="0"/>
              </a:spcBef>
              <a:spcAft>
                <a:spcPts val="0"/>
              </a:spcAft>
              <a:buClr>
                <a:schemeClr val="lt1"/>
              </a:buClr>
              <a:buSzPts val="800"/>
              <a:buNone/>
              <a:defRPr sz="800"/>
            </a:lvl4pPr>
            <a:lvl5pPr lvl="4">
              <a:spcBef>
                <a:spcPts val="0"/>
              </a:spcBef>
              <a:spcAft>
                <a:spcPts val="0"/>
              </a:spcAft>
              <a:buClr>
                <a:schemeClr val="lt1"/>
              </a:buClr>
              <a:buSzPts val="800"/>
              <a:buNone/>
              <a:defRPr sz="800"/>
            </a:lvl5pPr>
            <a:lvl6pPr lvl="5">
              <a:spcBef>
                <a:spcPts val="0"/>
              </a:spcBef>
              <a:spcAft>
                <a:spcPts val="0"/>
              </a:spcAft>
              <a:buClr>
                <a:schemeClr val="lt1"/>
              </a:buClr>
              <a:buSzPts val="800"/>
              <a:buNone/>
              <a:defRPr sz="800"/>
            </a:lvl6pPr>
            <a:lvl7pPr lvl="6">
              <a:spcBef>
                <a:spcPts val="0"/>
              </a:spcBef>
              <a:spcAft>
                <a:spcPts val="0"/>
              </a:spcAft>
              <a:buClr>
                <a:schemeClr val="lt1"/>
              </a:buClr>
              <a:buSzPts val="800"/>
              <a:buNone/>
              <a:defRPr sz="800"/>
            </a:lvl7pPr>
            <a:lvl8pPr lvl="7">
              <a:spcBef>
                <a:spcPts val="0"/>
              </a:spcBef>
              <a:spcAft>
                <a:spcPts val="0"/>
              </a:spcAft>
              <a:buClr>
                <a:schemeClr val="lt1"/>
              </a:buClr>
              <a:buSzPts val="800"/>
              <a:buNone/>
              <a:defRPr sz="800"/>
            </a:lvl8pPr>
            <a:lvl9pPr lvl="8">
              <a:spcBef>
                <a:spcPts val="0"/>
              </a:spcBef>
              <a:spcAft>
                <a:spcPts val="0"/>
              </a:spcAft>
              <a:buClr>
                <a:schemeClr val="lt1"/>
              </a:buClr>
              <a:buSzPts val="800"/>
              <a:buNone/>
              <a:defRPr sz="800"/>
            </a:lvl9pPr>
          </a:lstStyle>
          <a:p/>
        </p:txBody>
      </p:sp>
      <p:sp>
        <p:nvSpPr>
          <p:cNvPr id="418" name="Google Shape;418;p20"/>
          <p:cNvSpPr txBox="1"/>
          <p:nvPr>
            <p:ph idx="1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None/>
              <a:defRPr sz="800"/>
            </a:lvl1pPr>
            <a:lvl2pPr lvl="1" algn="r">
              <a:spcBef>
                <a:spcPts val="0"/>
              </a:spcBef>
              <a:spcAft>
                <a:spcPts val="0"/>
              </a:spcAft>
              <a:buClr>
                <a:schemeClr val="lt1"/>
              </a:buClr>
              <a:buSzPts val="800"/>
              <a:buNone/>
              <a:defRPr sz="800"/>
            </a:lvl2pPr>
            <a:lvl3pPr lvl="2" algn="r">
              <a:spcBef>
                <a:spcPts val="0"/>
              </a:spcBef>
              <a:spcAft>
                <a:spcPts val="0"/>
              </a:spcAft>
              <a:buClr>
                <a:schemeClr val="lt1"/>
              </a:buClr>
              <a:buSzPts val="800"/>
              <a:buNone/>
              <a:defRPr sz="800"/>
            </a:lvl3pPr>
            <a:lvl4pPr lvl="3" algn="r">
              <a:spcBef>
                <a:spcPts val="0"/>
              </a:spcBef>
              <a:spcAft>
                <a:spcPts val="0"/>
              </a:spcAft>
              <a:buClr>
                <a:schemeClr val="lt1"/>
              </a:buClr>
              <a:buSzPts val="800"/>
              <a:buNone/>
              <a:defRPr sz="800"/>
            </a:lvl4pPr>
            <a:lvl5pPr lvl="4" algn="r">
              <a:spcBef>
                <a:spcPts val="0"/>
              </a:spcBef>
              <a:spcAft>
                <a:spcPts val="0"/>
              </a:spcAft>
              <a:buClr>
                <a:schemeClr val="lt1"/>
              </a:buClr>
              <a:buSzPts val="800"/>
              <a:buNone/>
              <a:defRPr sz="800"/>
            </a:lvl5pPr>
            <a:lvl6pPr lvl="5" algn="r">
              <a:spcBef>
                <a:spcPts val="0"/>
              </a:spcBef>
              <a:spcAft>
                <a:spcPts val="0"/>
              </a:spcAft>
              <a:buClr>
                <a:schemeClr val="lt1"/>
              </a:buClr>
              <a:buSzPts val="800"/>
              <a:buNone/>
              <a:defRPr sz="800"/>
            </a:lvl6pPr>
            <a:lvl7pPr lvl="6" algn="r">
              <a:spcBef>
                <a:spcPts val="0"/>
              </a:spcBef>
              <a:spcAft>
                <a:spcPts val="0"/>
              </a:spcAft>
              <a:buClr>
                <a:schemeClr val="lt1"/>
              </a:buClr>
              <a:buSzPts val="800"/>
              <a:buNone/>
              <a:defRPr sz="800"/>
            </a:lvl7pPr>
            <a:lvl8pPr lvl="7" algn="r">
              <a:spcBef>
                <a:spcPts val="0"/>
              </a:spcBef>
              <a:spcAft>
                <a:spcPts val="0"/>
              </a:spcAft>
              <a:buClr>
                <a:schemeClr val="lt1"/>
              </a:buClr>
              <a:buSzPts val="800"/>
              <a:buNone/>
              <a:defRPr sz="800"/>
            </a:lvl8pPr>
            <a:lvl9pPr lvl="8" algn="r">
              <a:spcBef>
                <a:spcPts val="0"/>
              </a:spcBef>
              <a:spcAft>
                <a:spcPts val="0"/>
              </a:spcAft>
              <a:buClr>
                <a:schemeClr val="lt1"/>
              </a:buClr>
              <a:buSzPts val="800"/>
              <a:buNone/>
              <a:defRPr sz="800"/>
            </a:lvl9pPr>
          </a:lstStyle>
          <a:p/>
        </p:txBody>
      </p:sp>
      <p:sp>
        <p:nvSpPr>
          <p:cNvPr id="419" name="Google Shape;419;p20"/>
          <p:cNvSpPr txBox="1"/>
          <p:nvPr>
            <p:ph idx="1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None/>
              <a:defRPr sz="800"/>
            </a:lvl1pPr>
            <a:lvl2pPr lvl="1" algn="r">
              <a:spcBef>
                <a:spcPts val="0"/>
              </a:spcBef>
              <a:spcAft>
                <a:spcPts val="0"/>
              </a:spcAft>
              <a:buClr>
                <a:schemeClr val="lt1"/>
              </a:buClr>
              <a:buSzPts val="800"/>
              <a:buNone/>
              <a:defRPr sz="800"/>
            </a:lvl2pPr>
            <a:lvl3pPr lvl="2" algn="r">
              <a:spcBef>
                <a:spcPts val="0"/>
              </a:spcBef>
              <a:spcAft>
                <a:spcPts val="0"/>
              </a:spcAft>
              <a:buClr>
                <a:schemeClr val="lt1"/>
              </a:buClr>
              <a:buSzPts val="800"/>
              <a:buNone/>
              <a:defRPr sz="800"/>
            </a:lvl3pPr>
            <a:lvl4pPr lvl="3" algn="r">
              <a:spcBef>
                <a:spcPts val="0"/>
              </a:spcBef>
              <a:spcAft>
                <a:spcPts val="0"/>
              </a:spcAft>
              <a:buClr>
                <a:schemeClr val="lt1"/>
              </a:buClr>
              <a:buSzPts val="800"/>
              <a:buNone/>
              <a:defRPr sz="800"/>
            </a:lvl4pPr>
            <a:lvl5pPr lvl="4" algn="r">
              <a:spcBef>
                <a:spcPts val="0"/>
              </a:spcBef>
              <a:spcAft>
                <a:spcPts val="0"/>
              </a:spcAft>
              <a:buClr>
                <a:schemeClr val="lt1"/>
              </a:buClr>
              <a:buSzPts val="800"/>
              <a:buNone/>
              <a:defRPr sz="800"/>
            </a:lvl5pPr>
            <a:lvl6pPr lvl="5" algn="r">
              <a:spcBef>
                <a:spcPts val="0"/>
              </a:spcBef>
              <a:spcAft>
                <a:spcPts val="0"/>
              </a:spcAft>
              <a:buClr>
                <a:schemeClr val="lt1"/>
              </a:buClr>
              <a:buSzPts val="800"/>
              <a:buNone/>
              <a:defRPr sz="800"/>
            </a:lvl6pPr>
            <a:lvl7pPr lvl="6" algn="r">
              <a:spcBef>
                <a:spcPts val="0"/>
              </a:spcBef>
              <a:spcAft>
                <a:spcPts val="0"/>
              </a:spcAft>
              <a:buClr>
                <a:schemeClr val="lt1"/>
              </a:buClr>
              <a:buSzPts val="800"/>
              <a:buNone/>
              <a:defRPr sz="800"/>
            </a:lvl7pPr>
            <a:lvl8pPr lvl="7" algn="r">
              <a:spcBef>
                <a:spcPts val="0"/>
              </a:spcBef>
              <a:spcAft>
                <a:spcPts val="0"/>
              </a:spcAft>
              <a:buClr>
                <a:schemeClr val="lt1"/>
              </a:buClr>
              <a:buSzPts val="800"/>
              <a:buNone/>
              <a:defRPr sz="800"/>
            </a:lvl8pPr>
            <a:lvl9pPr lvl="8" algn="r">
              <a:spcBef>
                <a:spcPts val="0"/>
              </a:spcBef>
              <a:spcAft>
                <a:spcPts val="0"/>
              </a:spcAft>
              <a:buClr>
                <a:schemeClr val="lt1"/>
              </a:buClr>
              <a:buSzPts val="800"/>
              <a:buNone/>
              <a:defRPr sz="800"/>
            </a:lvl9pPr>
          </a:lstStyle>
          <a:p/>
        </p:txBody>
      </p:sp>
      <p:cxnSp>
        <p:nvCxnSpPr>
          <p:cNvPr id="420" name="Google Shape;420;p20"/>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421" name="Google Shape;421;p2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422" name="Google Shape;422;p2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423" name="Google Shape;423;p20"/>
          <p:cNvSpPr txBox="1"/>
          <p:nvPr>
            <p:ph idx="15" type="title"/>
          </p:nvPr>
        </p:nvSpPr>
        <p:spPr>
          <a:xfrm flipH="1">
            <a:off x="521275" y="347825"/>
            <a:ext cx="6252600" cy="972600"/>
          </a:xfrm>
          <a:prstGeom prst="rect">
            <a:avLst/>
          </a:prstGeom>
        </p:spPr>
        <p:txBody>
          <a:bodyPr anchorCtr="0" anchor="ctr" bIns="0" lIns="274300" spcFirstLastPara="1" rIns="91425" wrap="square" tIns="0">
            <a:normAutofit/>
          </a:bodyPr>
          <a:lstStyle>
            <a:lvl1pPr lvl="0">
              <a:lnSpc>
                <a:spcPct val="100000"/>
              </a:lnSpc>
              <a:spcBef>
                <a:spcPts val="0"/>
              </a:spcBef>
              <a:spcAft>
                <a:spcPts val="0"/>
              </a:spcAft>
              <a:buClr>
                <a:schemeClr val="lt1"/>
              </a:buClr>
              <a:buSzPts val="2400"/>
              <a:buFont typeface="Gowun Batang"/>
              <a:buNone/>
              <a:defRPr sz="2400"/>
            </a:lvl1pPr>
            <a:lvl2pPr lvl="1">
              <a:lnSpc>
                <a:spcPct val="100000"/>
              </a:lnSpc>
              <a:spcBef>
                <a:spcPts val="0"/>
              </a:spcBef>
              <a:spcAft>
                <a:spcPts val="0"/>
              </a:spcAft>
              <a:buClr>
                <a:schemeClr val="lt1"/>
              </a:buClr>
              <a:buSzPts val="2400"/>
              <a:buFont typeface="Gowun Batang"/>
              <a:buNone/>
              <a:defRPr sz="2400"/>
            </a:lvl2pPr>
            <a:lvl3pPr lvl="2">
              <a:lnSpc>
                <a:spcPct val="100000"/>
              </a:lnSpc>
              <a:spcBef>
                <a:spcPts val="0"/>
              </a:spcBef>
              <a:spcAft>
                <a:spcPts val="0"/>
              </a:spcAft>
              <a:buClr>
                <a:schemeClr val="lt1"/>
              </a:buClr>
              <a:buSzPts val="2400"/>
              <a:buFont typeface="Gowun Batang"/>
              <a:buNone/>
              <a:defRPr sz="2400"/>
            </a:lvl3pPr>
            <a:lvl4pPr lvl="3">
              <a:lnSpc>
                <a:spcPct val="100000"/>
              </a:lnSpc>
              <a:spcBef>
                <a:spcPts val="0"/>
              </a:spcBef>
              <a:spcAft>
                <a:spcPts val="0"/>
              </a:spcAft>
              <a:buClr>
                <a:schemeClr val="lt1"/>
              </a:buClr>
              <a:buSzPts val="2400"/>
              <a:buFont typeface="Gowun Batang"/>
              <a:buNone/>
              <a:defRPr sz="2400"/>
            </a:lvl4pPr>
            <a:lvl5pPr lvl="4">
              <a:lnSpc>
                <a:spcPct val="100000"/>
              </a:lnSpc>
              <a:spcBef>
                <a:spcPts val="0"/>
              </a:spcBef>
              <a:spcAft>
                <a:spcPts val="0"/>
              </a:spcAft>
              <a:buClr>
                <a:schemeClr val="lt1"/>
              </a:buClr>
              <a:buSzPts val="2400"/>
              <a:buFont typeface="Gowun Batang"/>
              <a:buNone/>
              <a:defRPr sz="2400"/>
            </a:lvl5pPr>
            <a:lvl6pPr lvl="5">
              <a:lnSpc>
                <a:spcPct val="100000"/>
              </a:lnSpc>
              <a:spcBef>
                <a:spcPts val="0"/>
              </a:spcBef>
              <a:spcAft>
                <a:spcPts val="0"/>
              </a:spcAft>
              <a:buClr>
                <a:schemeClr val="lt1"/>
              </a:buClr>
              <a:buSzPts val="2400"/>
              <a:buFont typeface="Gowun Batang"/>
              <a:buNone/>
              <a:defRPr sz="2400"/>
            </a:lvl6pPr>
            <a:lvl7pPr lvl="6">
              <a:lnSpc>
                <a:spcPct val="100000"/>
              </a:lnSpc>
              <a:spcBef>
                <a:spcPts val="0"/>
              </a:spcBef>
              <a:spcAft>
                <a:spcPts val="0"/>
              </a:spcAft>
              <a:buClr>
                <a:schemeClr val="lt1"/>
              </a:buClr>
              <a:buSzPts val="2400"/>
              <a:buFont typeface="Gowun Batang"/>
              <a:buNone/>
              <a:defRPr sz="2400"/>
            </a:lvl7pPr>
            <a:lvl8pPr lvl="7">
              <a:lnSpc>
                <a:spcPct val="100000"/>
              </a:lnSpc>
              <a:spcBef>
                <a:spcPts val="0"/>
              </a:spcBef>
              <a:spcAft>
                <a:spcPts val="0"/>
              </a:spcAft>
              <a:buClr>
                <a:schemeClr val="lt1"/>
              </a:buClr>
              <a:buSzPts val="2400"/>
              <a:buFont typeface="Gowun Batang"/>
              <a:buNone/>
              <a:defRPr sz="2400"/>
            </a:lvl8pPr>
            <a:lvl9pPr lvl="8">
              <a:lnSpc>
                <a:spcPct val="100000"/>
              </a:lnSpc>
              <a:spcBef>
                <a:spcPts val="0"/>
              </a:spcBef>
              <a:spcAft>
                <a:spcPts val="0"/>
              </a:spcAft>
              <a:buClr>
                <a:schemeClr val="lt1"/>
              </a:buClr>
              <a:buSzPts val="2400"/>
              <a:buFont typeface="Gowun Batang"/>
              <a:buNone/>
              <a:defRPr sz="2400"/>
            </a:lvl9pPr>
          </a:lstStyle>
          <a:p/>
        </p:txBody>
      </p:sp>
      <p:sp>
        <p:nvSpPr>
          <p:cNvPr id="424" name="Google Shape;424;p20"/>
          <p:cNvSpPr txBox="1"/>
          <p:nvPr>
            <p:ph idx="16" type="title"/>
          </p:nvPr>
        </p:nvSpPr>
        <p:spPr>
          <a:xfrm>
            <a:off x="521275" y="1307500"/>
            <a:ext cx="1666500" cy="1288500"/>
          </a:xfrm>
          <a:prstGeom prst="rect">
            <a:avLst/>
          </a:prstGeom>
        </p:spPr>
        <p:txBody>
          <a:bodyPr anchorCtr="0" anchor="ctr" bIns="0" lIns="274300"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425" name="Google Shape;425;p20"/>
          <p:cNvSpPr txBox="1"/>
          <p:nvPr>
            <p:ph idx="17" type="title"/>
          </p:nvPr>
        </p:nvSpPr>
        <p:spPr>
          <a:xfrm>
            <a:off x="521275" y="2595800"/>
            <a:ext cx="1666500" cy="1268700"/>
          </a:xfrm>
          <a:prstGeom prst="rect">
            <a:avLst/>
          </a:prstGeom>
        </p:spPr>
        <p:txBody>
          <a:bodyPr anchorCtr="0" anchor="ctr" bIns="0" lIns="274300"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426" name="Google Shape;426;p20"/>
          <p:cNvSpPr txBox="1"/>
          <p:nvPr>
            <p:ph idx="18" type="title"/>
          </p:nvPr>
        </p:nvSpPr>
        <p:spPr>
          <a:xfrm>
            <a:off x="521275" y="3866800"/>
            <a:ext cx="1666500" cy="1276800"/>
          </a:xfrm>
          <a:prstGeom prst="rect">
            <a:avLst/>
          </a:prstGeom>
        </p:spPr>
        <p:txBody>
          <a:bodyPr anchorCtr="0" anchor="ctr" bIns="0" lIns="274300" spcFirstLastPara="1" rIns="91425" wrap="square" tIns="0">
            <a:norm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427" name="Google Shape;427;p20"/>
          <p:cNvSpPr txBox="1"/>
          <p:nvPr>
            <p:ph idx="19" type="subTitle"/>
          </p:nvPr>
        </p:nvSpPr>
        <p:spPr>
          <a:xfrm>
            <a:off x="6092100" y="1950763"/>
            <a:ext cx="2942100" cy="643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28" name="Google Shape;428;p20"/>
          <p:cNvSpPr txBox="1"/>
          <p:nvPr>
            <p:ph idx="20" type="subTitle"/>
          </p:nvPr>
        </p:nvSpPr>
        <p:spPr>
          <a:xfrm>
            <a:off x="6092100" y="2595825"/>
            <a:ext cx="2942100" cy="6291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29" name="Google Shape;429;p20"/>
          <p:cNvSpPr txBox="1"/>
          <p:nvPr>
            <p:ph idx="21" type="subTitle"/>
          </p:nvPr>
        </p:nvSpPr>
        <p:spPr>
          <a:xfrm>
            <a:off x="6092100" y="3225925"/>
            <a:ext cx="2942100" cy="638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30" name="Google Shape;430;p20"/>
          <p:cNvSpPr txBox="1"/>
          <p:nvPr>
            <p:ph idx="22" type="subTitle"/>
          </p:nvPr>
        </p:nvSpPr>
        <p:spPr>
          <a:xfrm>
            <a:off x="6092100" y="3863525"/>
            <a:ext cx="2942100" cy="6366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31" name="Google Shape;431;p20"/>
          <p:cNvSpPr txBox="1"/>
          <p:nvPr>
            <p:ph idx="23" type="subTitle"/>
          </p:nvPr>
        </p:nvSpPr>
        <p:spPr>
          <a:xfrm>
            <a:off x="6092100" y="4498790"/>
            <a:ext cx="2942100" cy="643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
        <p:nvSpPr>
          <p:cNvPr id="432" name="Google Shape;432;p20"/>
          <p:cNvSpPr txBox="1"/>
          <p:nvPr>
            <p:ph idx="24" type="subTitle"/>
          </p:nvPr>
        </p:nvSpPr>
        <p:spPr>
          <a:xfrm>
            <a:off x="6092100" y="1305550"/>
            <a:ext cx="2942100" cy="643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1000"/>
              <a:buNone/>
              <a:defRPr sz="1000"/>
            </a:lvl1pPr>
            <a:lvl2pPr lvl="1">
              <a:spcBef>
                <a:spcPts val="0"/>
              </a:spcBef>
              <a:spcAft>
                <a:spcPts val="0"/>
              </a:spcAft>
              <a:buClr>
                <a:schemeClr val="lt1"/>
              </a:buClr>
              <a:buSzPts val="1000"/>
              <a:buNone/>
              <a:defRPr sz="1000"/>
            </a:lvl2pPr>
            <a:lvl3pPr lvl="2">
              <a:spcBef>
                <a:spcPts val="0"/>
              </a:spcBef>
              <a:spcAft>
                <a:spcPts val="0"/>
              </a:spcAft>
              <a:buClr>
                <a:schemeClr val="lt1"/>
              </a:buClr>
              <a:buSzPts val="1000"/>
              <a:buNone/>
              <a:defRPr sz="1000"/>
            </a:lvl3pPr>
            <a:lvl4pPr lvl="3">
              <a:spcBef>
                <a:spcPts val="0"/>
              </a:spcBef>
              <a:spcAft>
                <a:spcPts val="0"/>
              </a:spcAft>
              <a:buClr>
                <a:schemeClr val="lt1"/>
              </a:buClr>
              <a:buSzPts val="1000"/>
              <a:buNone/>
              <a:defRPr sz="1000"/>
            </a:lvl4pPr>
            <a:lvl5pPr lvl="4">
              <a:spcBef>
                <a:spcPts val="0"/>
              </a:spcBef>
              <a:spcAft>
                <a:spcPts val="0"/>
              </a:spcAft>
              <a:buClr>
                <a:schemeClr val="lt1"/>
              </a:buClr>
              <a:buSzPts val="1000"/>
              <a:buNone/>
              <a:defRPr sz="1000"/>
            </a:lvl5pPr>
            <a:lvl6pPr lvl="5">
              <a:spcBef>
                <a:spcPts val="0"/>
              </a:spcBef>
              <a:spcAft>
                <a:spcPts val="0"/>
              </a:spcAft>
              <a:buClr>
                <a:schemeClr val="lt1"/>
              </a:buClr>
              <a:buSzPts val="1000"/>
              <a:buNone/>
              <a:defRPr sz="1000"/>
            </a:lvl6pPr>
            <a:lvl7pPr lvl="6">
              <a:spcBef>
                <a:spcPts val="0"/>
              </a:spcBef>
              <a:spcAft>
                <a:spcPts val="0"/>
              </a:spcAft>
              <a:buClr>
                <a:schemeClr val="lt1"/>
              </a:buClr>
              <a:buSzPts val="1000"/>
              <a:buNone/>
              <a:defRPr sz="1000"/>
            </a:lvl7pPr>
            <a:lvl8pPr lvl="7">
              <a:spcBef>
                <a:spcPts val="0"/>
              </a:spcBef>
              <a:spcAft>
                <a:spcPts val="0"/>
              </a:spcAft>
              <a:buClr>
                <a:schemeClr val="lt1"/>
              </a:buClr>
              <a:buSzPts val="1000"/>
              <a:buNone/>
              <a:defRPr sz="1000"/>
            </a:lvl8pPr>
            <a:lvl9pPr lvl="8">
              <a:spcBef>
                <a:spcPts val="0"/>
              </a:spcBef>
              <a:spcAft>
                <a:spcPts val="0"/>
              </a:spcAft>
              <a:buClr>
                <a:schemeClr val="lt1"/>
              </a:buClr>
              <a:buSzPts val="1000"/>
              <a:buNone/>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pcoming Milestones">
  <p:cSld name="CUSTOM_7">
    <p:bg>
      <p:bgPr>
        <a:solidFill>
          <a:schemeClr val="lt2"/>
        </a:solidFill>
      </p:bgPr>
    </p:bg>
    <p:spTree>
      <p:nvGrpSpPr>
        <p:cNvPr id="433" name="Shape 433"/>
        <p:cNvGrpSpPr/>
        <p:nvPr/>
      </p:nvGrpSpPr>
      <p:grpSpPr>
        <a:xfrm>
          <a:off x="0" y="0"/>
          <a:ext cx="0" cy="0"/>
          <a:chOff x="0" y="0"/>
          <a:chExt cx="0" cy="0"/>
        </a:xfrm>
      </p:grpSpPr>
      <p:sp>
        <p:nvSpPr>
          <p:cNvPr id="434" name="Google Shape;434;p21"/>
          <p:cNvSpPr txBox="1"/>
          <p:nvPr>
            <p:ph idx="1" type="body"/>
          </p:nvPr>
        </p:nvSpPr>
        <p:spPr>
          <a:xfrm>
            <a:off x="523425" y="3593825"/>
            <a:ext cx="17844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SzPts val="1000"/>
              <a:buFont typeface="Inter Light"/>
              <a:buChar char="■"/>
              <a:defRPr sz="1000">
                <a:latin typeface="Inter Light"/>
                <a:ea typeface="Inter Light"/>
                <a:cs typeface="Inter Light"/>
                <a:sym typeface="Inter Light"/>
              </a:defRPr>
            </a:lvl9pPr>
          </a:lstStyle>
          <a:p/>
        </p:txBody>
      </p:sp>
      <p:sp>
        <p:nvSpPr>
          <p:cNvPr id="435" name="Google Shape;435;p21"/>
          <p:cNvSpPr txBox="1"/>
          <p:nvPr>
            <p:ph type="title"/>
          </p:nvPr>
        </p:nvSpPr>
        <p:spPr>
          <a:xfrm>
            <a:off x="521250" y="3244950"/>
            <a:ext cx="17865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36" name="Google Shape;436;p21"/>
          <p:cNvSpPr txBox="1"/>
          <p:nvPr>
            <p:ph idx="2" type="body"/>
          </p:nvPr>
        </p:nvSpPr>
        <p:spPr>
          <a:xfrm>
            <a:off x="2679589" y="3593825"/>
            <a:ext cx="19791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437" name="Google Shape;437;p21"/>
          <p:cNvSpPr txBox="1"/>
          <p:nvPr>
            <p:ph idx="3" type="title"/>
          </p:nvPr>
        </p:nvSpPr>
        <p:spPr>
          <a:xfrm>
            <a:off x="2677176" y="3244950"/>
            <a:ext cx="19815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38" name="Google Shape;438;p21"/>
          <p:cNvSpPr txBox="1"/>
          <p:nvPr>
            <p:ph idx="4" type="body"/>
          </p:nvPr>
        </p:nvSpPr>
        <p:spPr>
          <a:xfrm>
            <a:off x="4834747" y="3593825"/>
            <a:ext cx="17823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SzPts val="1000"/>
              <a:buFont typeface="Inter Light"/>
              <a:buChar char="■"/>
              <a:defRPr sz="1000">
                <a:latin typeface="Inter Light"/>
                <a:ea typeface="Inter Light"/>
                <a:cs typeface="Inter Light"/>
                <a:sym typeface="Inter Light"/>
              </a:defRPr>
            </a:lvl9pPr>
          </a:lstStyle>
          <a:p/>
        </p:txBody>
      </p:sp>
      <p:sp>
        <p:nvSpPr>
          <p:cNvPr id="439" name="Google Shape;439;p21"/>
          <p:cNvSpPr txBox="1"/>
          <p:nvPr>
            <p:ph idx="5" type="title"/>
          </p:nvPr>
        </p:nvSpPr>
        <p:spPr>
          <a:xfrm>
            <a:off x="4832575" y="3244950"/>
            <a:ext cx="17844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40" name="Google Shape;440;p21"/>
          <p:cNvSpPr txBox="1"/>
          <p:nvPr>
            <p:ph idx="6" type="body"/>
          </p:nvPr>
        </p:nvSpPr>
        <p:spPr>
          <a:xfrm>
            <a:off x="6991393" y="3593825"/>
            <a:ext cx="1778700" cy="1241700"/>
          </a:xfrm>
          <a:prstGeom prst="rect">
            <a:avLst/>
          </a:prstGeom>
        </p:spPr>
        <p:txBody>
          <a:bodyPr anchorCtr="0" anchor="t" bIns="91425"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SzPts val="1000"/>
              <a:buFont typeface="Inter Light"/>
              <a:buChar char="■"/>
              <a:defRPr sz="1000">
                <a:latin typeface="Inter Light"/>
                <a:ea typeface="Inter Light"/>
                <a:cs typeface="Inter Light"/>
                <a:sym typeface="Inter Light"/>
              </a:defRPr>
            </a:lvl9pPr>
          </a:lstStyle>
          <a:p/>
        </p:txBody>
      </p:sp>
      <p:sp>
        <p:nvSpPr>
          <p:cNvPr id="441" name="Google Shape;441;p21"/>
          <p:cNvSpPr txBox="1"/>
          <p:nvPr>
            <p:ph idx="7" type="title"/>
          </p:nvPr>
        </p:nvSpPr>
        <p:spPr>
          <a:xfrm>
            <a:off x="6989225" y="3244950"/>
            <a:ext cx="1780800" cy="348900"/>
          </a:xfrm>
          <a:prstGeom prst="rect">
            <a:avLst/>
          </a:prstGeom>
        </p:spPr>
        <p:txBody>
          <a:bodyPr anchorCtr="0" anchor="ctr" bIns="91425" lIns="182875" spcFirstLastPara="1" rIns="91425" wrap="square" tIns="91425">
            <a:noAutofit/>
          </a:bodyPr>
          <a:lstStyle>
            <a:lvl1pPr lvl="0">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442" name="Google Shape;442;p21"/>
          <p:cNvSpPr txBox="1"/>
          <p:nvPr>
            <p:ph idx="8" type="title"/>
          </p:nvPr>
        </p:nvSpPr>
        <p:spPr>
          <a:xfrm>
            <a:off x="1237363"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43" name="Google Shape;443;p21"/>
          <p:cNvSpPr txBox="1"/>
          <p:nvPr>
            <p:ph idx="9" type="title"/>
          </p:nvPr>
        </p:nvSpPr>
        <p:spPr>
          <a:xfrm>
            <a:off x="1602388" y="1308338"/>
            <a:ext cx="2149800" cy="447900"/>
          </a:xfrm>
          <a:prstGeom prst="rect">
            <a:avLst/>
          </a:prstGeom>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4" name="Google Shape;444;p21"/>
          <p:cNvSpPr txBox="1"/>
          <p:nvPr>
            <p:ph idx="13" type="title"/>
          </p:nvPr>
        </p:nvSpPr>
        <p:spPr>
          <a:xfrm>
            <a:off x="5914438" y="1308338"/>
            <a:ext cx="2149800" cy="447900"/>
          </a:xfrm>
          <a:prstGeom prst="rect">
            <a:avLst/>
          </a:prstGeom>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5" name="Google Shape;445;p21"/>
          <p:cNvSpPr txBox="1"/>
          <p:nvPr>
            <p:ph idx="14" type="title"/>
          </p:nvPr>
        </p:nvSpPr>
        <p:spPr>
          <a:xfrm>
            <a:off x="52017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46" name="Google Shape;446;p21"/>
          <p:cNvSpPr txBox="1"/>
          <p:nvPr>
            <p:ph idx="15" type="title"/>
          </p:nvPr>
        </p:nvSpPr>
        <p:spPr>
          <a:xfrm>
            <a:off x="1953575" y="1756250"/>
            <a:ext cx="7236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47" name="Google Shape;447;p21"/>
          <p:cNvSpPr txBox="1"/>
          <p:nvPr>
            <p:ph idx="16" type="title"/>
          </p:nvPr>
        </p:nvSpPr>
        <p:spPr>
          <a:xfrm>
            <a:off x="2677225" y="1756250"/>
            <a:ext cx="7095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48" name="Google Shape;448;p21"/>
          <p:cNvSpPr txBox="1"/>
          <p:nvPr>
            <p:ph idx="17" type="title"/>
          </p:nvPr>
        </p:nvSpPr>
        <p:spPr>
          <a:xfrm>
            <a:off x="338667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49" name="Google Shape;449;p21"/>
          <p:cNvSpPr txBox="1"/>
          <p:nvPr>
            <p:ph idx="18" type="title"/>
          </p:nvPr>
        </p:nvSpPr>
        <p:spPr>
          <a:xfrm>
            <a:off x="4833800"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50" name="Google Shape;450;p21"/>
          <p:cNvSpPr txBox="1"/>
          <p:nvPr>
            <p:ph idx="19" type="title"/>
          </p:nvPr>
        </p:nvSpPr>
        <p:spPr>
          <a:xfrm>
            <a:off x="554992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51" name="Google Shape;451;p21"/>
          <p:cNvSpPr txBox="1"/>
          <p:nvPr>
            <p:ph idx="20" type="title"/>
          </p:nvPr>
        </p:nvSpPr>
        <p:spPr>
          <a:xfrm>
            <a:off x="6265650" y="1756250"/>
            <a:ext cx="7236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52" name="Google Shape;452;p21"/>
          <p:cNvSpPr txBox="1"/>
          <p:nvPr>
            <p:ph idx="21" type="title"/>
          </p:nvPr>
        </p:nvSpPr>
        <p:spPr>
          <a:xfrm>
            <a:off x="6989250" y="1756250"/>
            <a:ext cx="710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53" name="Google Shape;453;p21"/>
          <p:cNvSpPr txBox="1"/>
          <p:nvPr>
            <p:ph idx="22" type="title"/>
          </p:nvPr>
        </p:nvSpPr>
        <p:spPr>
          <a:xfrm>
            <a:off x="7699825" y="1756250"/>
            <a:ext cx="7167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54" name="Google Shape;454;p21"/>
          <p:cNvSpPr txBox="1"/>
          <p:nvPr>
            <p:ph idx="23" type="title"/>
          </p:nvPr>
        </p:nvSpPr>
        <p:spPr>
          <a:xfrm>
            <a:off x="8416525" y="1756250"/>
            <a:ext cx="7284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
        <p:nvSpPr>
          <p:cNvPr id="455" name="Google Shape;455;p21"/>
          <p:cNvSpPr txBox="1"/>
          <p:nvPr>
            <p:ph idx="2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456" name="Google Shape;456;p21"/>
          <p:cNvSpPr txBox="1"/>
          <p:nvPr>
            <p:ph idx="25" type="title"/>
          </p:nvPr>
        </p:nvSpPr>
        <p:spPr>
          <a:xfrm flipH="1">
            <a:off x="524150" y="658975"/>
            <a:ext cx="8098500" cy="6486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457" name="Google Shape;457;p21"/>
          <p:cNvSpPr txBox="1"/>
          <p:nvPr>
            <p:ph idx="26" type="subTitle"/>
          </p:nvPr>
        </p:nvSpPr>
        <p:spPr>
          <a:xfrm>
            <a:off x="523850" y="334925"/>
            <a:ext cx="8099100" cy="3240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458" name="Google Shape;458;p21"/>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459" name="Google Shape;459;p2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460" name="Google Shape;460;p2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461" name="Google Shape;461;p21"/>
          <p:cNvCxnSpPr/>
          <p:nvPr/>
        </p:nvCxnSpPr>
        <p:spPr>
          <a:xfrm>
            <a:off x="521250" y="1307575"/>
            <a:ext cx="8623200" cy="0"/>
          </a:xfrm>
          <a:prstGeom prst="straightConnector1">
            <a:avLst/>
          </a:prstGeom>
          <a:noFill/>
          <a:ln cap="flat" cmpd="sng" w="9525">
            <a:solidFill>
              <a:schemeClr val="lt1"/>
            </a:solidFill>
            <a:prstDash val="solid"/>
            <a:round/>
            <a:headEnd len="sm" w="sm" type="none"/>
            <a:tailEnd len="sm" w="sm" type="none"/>
          </a:ln>
        </p:spPr>
      </p:cxnSp>
      <p:sp>
        <p:nvSpPr>
          <p:cNvPr id="462" name="Google Shape;462;p21"/>
          <p:cNvSpPr txBox="1"/>
          <p:nvPr>
            <p:ph idx="27"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463" name="Google Shape;463;p21"/>
          <p:cNvSpPr txBox="1"/>
          <p:nvPr>
            <p:ph idx="2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464" name="Google Shape;464;p21"/>
          <p:cNvSpPr txBox="1"/>
          <p:nvPr>
            <p:ph idx="29" type="title"/>
          </p:nvPr>
        </p:nvSpPr>
        <p:spPr>
          <a:xfrm>
            <a:off x="3760713" y="1308338"/>
            <a:ext cx="2149800" cy="447900"/>
          </a:xfrm>
          <a:prstGeom prst="rect">
            <a:avLst/>
          </a:prstGeom>
        </p:spPr>
        <p:txBody>
          <a:bodyPr anchorCtr="0" anchor="ctr" bIns="0" lIns="91425" spcFirstLastPara="1" rIns="91425" wrap="square" tIns="0">
            <a:noAutofit/>
          </a:bodyPr>
          <a:lstStyle>
            <a:lvl1pPr lvl="0" algn="ctr">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5" name="Google Shape;465;p21"/>
          <p:cNvSpPr txBox="1"/>
          <p:nvPr>
            <p:ph idx="30" type="title"/>
          </p:nvPr>
        </p:nvSpPr>
        <p:spPr>
          <a:xfrm>
            <a:off x="4103475" y="1756250"/>
            <a:ext cx="731100" cy="248100"/>
          </a:xfrm>
          <a:prstGeom prst="rect">
            <a:avLst/>
          </a:prstGeom>
        </p:spPr>
        <p:txBody>
          <a:bodyPr anchorCtr="0" anchor="ctr" bIns="0" lIns="0" spcFirstLastPara="1" rIns="0" wrap="square" tIns="0">
            <a:noAutofit/>
          </a:bodyPr>
          <a:lstStyle>
            <a:lvl1pPr lvl="0" algn="ctr">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2pPr>
            <a:lvl3pPr lvl="2">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3pPr>
            <a:lvl4pPr lvl="3">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4pPr>
            <a:lvl5pPr lvl="4">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5pPr>
            <a:lvl6pPr lvl="5">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6pPr>
            <a:lvl7pPr lvl="6">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7pPr>
            <a:lvl8pPr lvl="7">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8pPr>
            <a:lvl9pPr lvl="8">
              <a:lnSpc>
                <a:spcPct val="100000"/>
              </a:lnSpc>
              <a:spcBef>
                <a:spcPts val="0"/>
              </a:spcBef>
              <a:spcAft>
                <a:spcPts val="0"/>
              </a:spcAft>
              <a:buClr>
                <a:schemeClr val="lt1"/>
              </a:buClr>
              <a:buSzPts val="800"/>
              <a:buFont typeface="Inter Light"/>
              <a:buNone/>
              <a:defRPr sz="800">
                <a:latin typeface="Inter Light"/>
                <a:ea typeface="Inter Light"/>
                <a:cs typeface="Inter Light"/>
                <a:sym typeface="Inter Ligh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pcoming Milestones - ALT 2">
  <p:cSld name="CUSTOM_7_1">
    <p:bg>
      <p:bgPr>
        <a:solidFill>
          <a:schemeClr val="lt2"/>
        </a:solidFill>
      </p:bgPr>
    </p:bg>
    <p:spTree>
      <p:nvGrpSpPr>
        <p:cNvPr id="466" name="Shape 466"/>
        <p:cNvGrpSpPr/>
        <p:nvPr/>
      </p:nvGrpSpPr>
      <p:grpSpPr>
        <a:xfrm>
          <a:off x="0" y="0"/>
          <a:ext cx="0" cy="0"/>
          <a:chOff x="0" y="0"/>
          <a:chExt cx="0" cy="0"/>
        </a:xfrm>
      </p:grpSpPr>
      <p:sp>
        <p:nvSpPr>
          <p:cNvPr id="467" name="Google Shape;467;p22"/>
          <p:cNvSpPr txBox="1"/>
          <p:nvPr>
            <p:ph type="title"/>
          </p:nvPr>
        </p:nvSpPr>
        <p:spPr>
          <a:xfrm>
            <a:off x="7718738"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468" name="Google Shape;468;p22"/>
          <p:cNvSpPr txBox="1"/>
          <p:nvPr>
            <p:ph idx="2" type="title"/>
          </p:nvPr>
        </p:nvSpPr>
        <p:spPr>
          <a:xfrm>
            <a:off x="8433150"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469" name="Google Shape;469;p22"/>
          <p:cNvSpPr txBox="1"/>
          <p:nvPr>
            <p:ph idx="3" type="title"/>
          </p:nvPr>
        </p:nvSpPr>
        <p:spPr>
          <a:xfrm>
            <a:off x="4860825"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470" name="Google Shape;470;p22"/>
          <p:cNvSpPr txBox="1"/>
          <p:nvPr>
            <p:ph idx="4" type="title"/>
          </p:nvPr>
        </p:nvSpPr>
        <p:spPr>
          <a:xfrm>
            <a:off x="5575238"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471" name="Google Shape;471;p22"/>
          <p:cNvSpPr txBox="1"/>
          <p:nvPr>
            <p:ph idx="5" type="title"/>
          </p:nvPr>
        </p:nvSpPr>
        <p:spPr>
          <a:xfrm>
            <a:off x="6289688"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472" name="Google Shape;472;p22"/>
          <p:cNvSpPr txBox="1"/>
          <p:nvPr>
            <p:ph idx="6" type="title"/>
          </p:nvPr>
        </p:nvSpPr>
        <p:spPr>
          <a:xfrm>
            <a:off x="7004100" y="1307600"/>
            <a:ext cx="714600" cy="438000"/>
          </a:xfrm>
          <a:prstGeom prst="rect">
            <a:avLst/>
          </a:prstGeom>
        </p:spPr>
        <p:txBody>
          <a:bodyPr anchorCtr="0" anchor="ctr" bIns="0" lIns="0" spcFirstLastPara="1" rIns="0" wrap="square" tIns="0">
            <a:normAutofit/>
          </a:bodyPr>
          <a:lstStyle>
            <a:lvl1pPr lvl="0" algn="ctr">
              <a:spcBef>
                <a:spcPts val="0"/>
              </a:spcBef>
              <a:spcAft>
                <a:spcPts val="0"/>
              </a:spcAft>
              <a:buClr>
                <a:schemeClr val="lt1"/>
              </a:buClr>
              <a:buSzPts val="800"/>
              <a:buFont typeface="Inter Light"/>
              <a:buNone/>
              <a:defRPr sz="800">
                <a:latin typeface="Inter Light"/>
                <a:ea typeface="Inter Light"/>
                <a:cs typeface="Inter Light"/>
                <a:sym typeface="Inter Light"/>
              </a:defRPr>
            </a:lvl1pPr>
            <a:lvl2pPr lvl="1">
              <a:spcBef>
                <a:spcPts val="0"/>
              </a:spcBef>
              <a:spcAft>
                <a:spcPts val="0"/>
              </a:spcAft>
              <a:buSzPts val="1000"/>
              <a:buFont typeface="Inter Light"/>
              <a:buNone/>
              <a:defRPr sz="1000">
                <a:latin typeface="Inter Light"/>
                <a:ea typeface="Inter Light"/>
                <a:cs typeface="Inter Light"/>
                <a:sym typeface="Inter Light"/>
              </a:defRPr>
            </a:lvl2pPr>
            <a:lvl3pPr lvl="2">
              <a:spcBef>
                <a:spcPts val="0"/>
              </a:spcBef>
              <a:spcAft>
                <a:spcPts val="0"/>
              </a:spcAft>
              <a:buSzPts val="1000"/>
              <a:buFont typeface="Inter Light"/>
              <a:buNone/>
              <a:defRPr sz="1000">
                <a:latin typeface="Inter Light"/>
                <a:ea typeface="Inter Light"/>
                <a:cs typeface="Inter Light"/>
                <a:sym typeface="Inter Light"/>
              </a:defRPr>
            </a:lvl3pPr>
            <a:lvl4pPr lvl="3">
              <a:spcBef>
                <a:spcPts val="0"/>
              </a:spcBef>
              <a:spcAft>
                <a:spcPts val="0"/>
              </a:spcAft>
              <a:buSzPts val="1000"/>
              <a:buFont typeface="Inter Light"/>
              <a:buNone/>
              <a:defRPr sz="1000">
                <a:latin typeface="Inter Light"/>
                <a:ea typeface="Inter Light"/>
                <a:cs typeface="Inter Light"/>
                <a:sym typeface="Inter Light"/>
              </a:defRPr>
            </a:lvl4pPr>
            <a:lvl5pPr lvl="4">
              <a:spcBef>
                <a:spcPts val="0"/>
              </a:spcBef>
              <a:spcAft>
                <a:spcPts val="0"/>
              </a:spcAft>
              <a:buSzPts val="1000"/>
              <a:buFont typeface="Inter Light"/>
              <a:buNone/>
              <a:defRPr sz="1000">
                <a:latin typeface="Inter Light"/>
                <a:ea typeface="Inter Light"/>
                <a:cs typeface="Inter Light"/>
                <a:sym typeface="Inter Light"/>
              </a:defRPr>
            </a:lvl5pPr>
            <a:lvl6pPr lvl="5">
              <a:spcBef>
                <a:spcPts val="0"/>
              </a:spcBef>
              <a:spcAft>
                <a:spcPts val="0"/>
              </a:spcAft>
              <a:buSzPts val="1000"/>
              <a:buFont typeface="Inter Light"/>
              <a:buNone/>
              <a:defRPr sz="1000">
                <a:latin typeface="Inter Light"/>
                <a:ea typeface="Inter Light"/>
                <a:cs typeface="Inter Light"/>
                <a:sym typeface="Inter Light"/>
              </a:defRPr>
            </a:lvl6pPr>
            <a:lvl7pPr lvl="6">
              <a:spcBef>
                <a:spcPts val="0"/>
              </a:spcBef>
              <a:spcAft>
                <a:spcPts val="0"/>
              </a:spcAft>
              <a:buSzPts val="1000"/>
              <a:buFont typeface="Inter Light"/>
              <a:buNone/>
              <a:defRPr sz="1000">
                <a:latin typeface="Inter Light"/>
                <a:ea typeface="Inter Light"/>
                <a:cs typeface="Inter Light"/>
                <a:sym typeface="Inter Light"/>
              </a:defRPr>
            </a:lvl7pPr>
            <a:lvl8pPr lvl="7">
              <a:spcBef>
                <a:spcPts val="0"/>
              </a:spcBef>
              <a:spcAft>
                <a:spcPts val="0"/>
              </a:spcAft>
              <a:buSzPts val="1000"/>
              <a:buFont typeface="Inter Light"/>
              <a:buNone/>
              <a:defRPr sz="1000">
                <a:latin typeface="Inter Light"/>
                <a:ea typeface="Inter Light"/>
                <a:cs typeface="Inter Light"/>
                <a:sym typeface="Inter Light"/>
              </a:defRPr>
            </a:lvl8pPr>
            <a:lvl9pPr lvl="8">
              <a:spcBef>
                <a:spcPts val="0"/>
              </a:spcBef>
              <a:spcAft>
                <a:spcPts val="0"/>
              </a:spcAft>
              <a:buSzPts val="1000"/>
              <a:buFont typeface="Inter Light"/>
              <a:buNone/>
              <a:defRPr sz="1000">
                <a:latin typeface="Inter Light"/>
                <a:ea typeface="Inter Light"/>
                <a:cs typeface="Inter Light"/>
                <a:sym typeface="Inter Light"/>
              </a:defRPr>
            </a:lvl9pPr>
          </a:lstStyle>
          <a:p/>
        </p:txBody>
      </p:sp>
      <p:sp>
        <p:nvSpPr>
          <p:cNvPr id="473" name="Google Shape;473;p22"/>
          <p:cNvSpPr txBox="1"/>
          <p:nvPr>
            <p:ph idx="7" type="title"/>
          </p:nvPr>
        </p:nvSpPr>
        <p:spPr>
          <a:xfrm>
            <a:off x="2709475" y="1307850"/>
            <a:ext cx="806700" cy="437700"/>
          </a:xfrm>
          <a:prstGeom prst="rect">
            <a:avLst/>
          </a:prstGeom>
        </p:spPr>
        <p:txBody>
          <a:bodyPr anchorCtr="0" anchor="ctr" bIns="91425" lIns="137150"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74" name="Google Shape;474;p22"/>
          <p:cNvSpPr txBox="1"/>
          <p:nvPr>
            <p:ph idx="8" type="title"/>
          </p:nvPr>
        </p:nvSpPr>
        <p:spPr>
          <a:xfrm>
            <a:off x="3516175" y="1307575"/>
            <a:ext cx="1344600" cy="438000"/>
          </a:xfrm>
          <a:prstGeom prst="rect">
            <a:avLst/>
          </a:prstGeom>
        </p:spPr>
        <p:txBody>
          <a:bodyPr anchorCtr="0" anchor="ctr" bIns="91425" lIns="137150" spcFirstLastPara="1" rIns="91425" wrap="square" tIns="91425">
            <a:no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475" name="Google Shape;475;p22"/>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476" name="Google Shape;476;p22"/>
          <p:cNvSpPr txBox="1"/>
          <p:nvPr>
            <p:ph idx="9" type="title"/>
          </p:nvPr>
        </p:nvSpPr>
        <p:spPr>
          <a:xfrm flipH="1">
            <a:off x="524150" y="658975"/>
            <a:ext cx="8098500" cy="6486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477" name="Google Shape;477;p22"/>
          <p:cNvSpPr txBox="1"/>
          <p:nvPr>
            <p:ph idx="13" type="subTitle"/>
          </p:nvPr>
        </p:nvSpPr>
        <p:spPr>
          <a:xfrm>
            <a:off x="523850" y="334925"/>
            <a:ext cx="8099100" cy="3240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478" name="Google Shape;478;p22"/>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479" name="Google Shape;479;p2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480" name="Google Shape;480;p2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481" name="Google Shape;481;p22"/>
          <p:cNvSpPr txBox="1"/>
          <p:nvPr>
            <p:ph idx="14"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482" name="Google Shape;482;p22"/>
          <p:cNvSpPr txBox="1"/>
          <p:nvPr>
            <p:ph idx="1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483" name="Google Shape;483;p22"/>
          <p:cNvSpPr/>
          <p:nvPr/>
        </p:nvSpPr>
        <p:spPr>
          <a:xfrm rot="-5400000">
            <a:off x="1615375" y="2839725"/>
            <a:ext cx="2994900" cy="8067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484" name="Google Shape;484;p22"/>
          <p:cNvSpPr/>
          <p:nvPr>
            <p:ph idx="16" type="pic"/>
          </p:nvPr>
        </p:nvSpPr>
        <p:spPr>
          <a:xfrm>
            <a:off x="2874250" y="1809100"/>
            <a:ext cx="205200" cy="205200"/>
          </a:xfrm>
          <a:prstGeom prst="ellipse">
            <a:avLst/>
          </a:prstGeom>
          <a:noFill/>
          <a:ln>
            <a:noFill/>
          </a:ln>
        </p:spPr>
      </p:sp>
      <p:sp>
        <p:nvSpPr>
          <p:cNvPr id="485" name="Google Shape;485;p22"/>
          <p:cNvSpPr txBox="1"/>
          <p:nvPr>
            <p:ph idx="17" type="title"/>
          </p:nvPr>
        </p:nvSpPr>
        <p:spPr>
          <a:xfrm>
            <a:off x="521250" y="174577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486" name="Google Shape;486;p22"/>
          <p:cNvSpPr txBox="1"/>
          <p:nvPr>
            <p:ph idx="18" type="title"/>
          </p:nvPr>
        </p:nvSpPr>
        <p:spPr>
          <a:xfrm>
            <a:off x="521250" y="207857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487" name="Google Shape;487;p22"/>
          <p:cNvSpPr txBox="1"/>
          <p:nvPr>
            <p:ph idx="19" type="title"/>
          </p:nvPr>
        </p:nvSpPr>
        <p:spPr>
          <a:xfrm>
            <a:off x="521250" y="241136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488" name="Google Shape;488;p22"/>
          <p:cNvSpPr txBox="1"/>
          <p:nvPr>
            <p:ph idx="20" type="title"/>
          </p:nvPr>
        </p:nvSpPr>
        <p:spPr>
          <a:xfrm>
            <a:off x="521250" y="274416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489" name="Google Shape;489;p22"/>
          <p:cNvSpPr txBox="1"/>
          <p:nvPr>
            <p:ph idx="21" type="title"/>
          </p:nvPr>
        </p:nvSpPr>
        <p:spPr>
          <a:xfrm>
            <a:off x="521250" y="307857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490" name="Google Shape;490;p22"/>
          <p:cNvSpPr txBox="1"/>
          <p:nvPr>
            <p:ph idx="22" type="title"/>
          </p:nvPr>
        </p:nvSpPr>
        <p:spPr>
          <a:xfrm>
            <a:off x="521250" y="340972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491" name="Google Shape;491;p22"/>
          <p:cNvSpPr txBox="1"/>
          <p:nvPr>
            <p:ph idx="23" type="title"/>
          </p:nvPr>
        </p:nvSpPr>
        <p:spPr>
          <a:xfrm>
            <a:off x="521250" y="374251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492" name="Google Shape;492;p22"/>
          <p:cNvSpPr txBox="1"/>
          <p:nvPr>
            <p:ph idx="24" type="title"/>
          </p:nvPr>
        </p:nvSpPr>
        <p:spPr>
          <a:xfrm>
            <a:off x="521250" y="4075313"/>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a:buNone/>
              <a:defRPr sz="1000">
                <a:latin typeface="Inter"/>
                <a:ea typeface="Inter"/>
                <a:cs typeface="Inter"/>
                <a:sym typeface="Inter"/>
              </a:defRPr>
            </a:lvl1pPr>
            <a:lvl2pPr lvl="1">
              <a:spcBef>
                <a:spcPts val="0"/>
              </a:spcBef>
              <a:spcAft>
                <a:spcPts val="0"/>
              </a:spcAft>
              <a:buSzPts val="1000"/>
              <a:buFont typeface="Inter"/>
              <a:buNone/>
              <a:defRPr sz="1000">
                <a:latin typeface="Inter"/>
                <a:ea typeface="Inter"/>
                <a:cs typeface="Inter"/>
                <a:sym typeface="Inter"/>
              </a:defRPr>
            </a:lvl2pPr>
            <a:lvl3pPr lvl="2">
              <a:spcBef>
                <a:spcPts val="0"/>
              </a:spcBef>
              <a:spcAft>
                <a:spcPts val="0"/>
              </a:spcAft>
              <a:buSzPts val="1000"/>
              <a:buFont typeface="Inter"/>
              <a:buNone/>
              <a:defRPr sz="1000">
                <a:latin typeface="Inter"/>
                <a:ea typeface="Inter"/>
                <a:cs typeface="Inter"/>
                <a:sym typeface="Inter"/>
              </a:defRPr>
            </a:lvl3pPr>
            <a:lvl4pPr lvl="3">
              <a:spcBef>
                <a:spcPts val="0"/>
              </a:spcBef>
              <a:spcAft>
                <a:spcPts val="0"/>
              </a:spcAft>
              <a:buSzPts val="1000"/>
              <a:buFont typeface="Inter"/>
              <a:buNone/>
              <a:defRPr sz="1000">
                <a:latin typeface="Inter"/>
                <a:ea typeface="Inter"/>
                <a:cs typeface="Inter"/>
                <a:sym typeface="Inter"/>
              </a:defRPr>
            </a:lvl4pPr>
            <a:lvl5pPr lvl="4">
              <a:spcBef>
                <a:spcPts val="0"/>
              </a:spcBef>
              <a:spcAft>
                <a:spcPts val="0"/>
              </a:spcAft>
              <a:buSzPts val="1000"/>
              <a:buFont typeface="Inter"/>
              <a:buNone/>
              <a:defRPr sz="1000">
                <a:latin typeface="Inter"/>
                <a:ea typeface="Inter"/>
                <a:cs typeface="Inter"/>
                <a:sym typeface="Inter"/>
              </a:defRPr>
            </a:lvl5pPr>
            <a:lvl6pPr lvl="5">
              <a:spcBef>
                <a:spcPts val="0"/>
              </a:spcBef>
              <a:spcAft>
                <a:spcPts val="0"/>
              </a:spcAft>
              <a:buSzPts val="1000"/>
              <a:buFont typeface="Inter"/>
              <a:buNone/>
              <a:defRPr sz="1000">
                <a:latin typeface="Inter"/>
                <a:ea typeface="Inter"/>
                <a:cs typeface="Inter"/>
                <a:sym typeface="Inter"/>
              </a:defRPr>
            </a:lvl6pPr>
            <a:lvl7pPr lvl="6">
              <a:spcBef>
                <a:spcPts val="0"/>
              </a:spcBef>
              <a:spcAft>
                <a:spcPts val="0"/>
              </a:spcAft>
              <a:buSzPts val="1000"/>
              <a:buFont typeface="Inter"/>
              <a:buNone/>
              <a:defRPr sz="1000">
                <a:latin typeface="Inter"/>
                <a:ea typeface="Inter"/>
                <a:cs typeface="Inter"/>
                <a:sym typeface="Inter"/>
              </a:defRPr>
            </a:lvl7pPr>
            <a:lvl8pPr lvl="7">
              <a:spcBef>
                <a:spcPts val="0"/>
              </a:spcBef>
              <a:spcAft>
                <a:spcPts val="0"/>
              </a:spcAft>
              <a:buSzPts val="1000"/>
              <a:buFont typeface="Inter"/>
              <a:buNone/>
              <a:defRPr sz="1000">
                <a:latin typeface="Inter"/>
                <a:ea typeface="Inter"/>
                <a:cs typeface="Inter"/>
                <a:sym typeface="Inter"/>
              </a:defRPr>
            </a:lvl8pPr>
            <a:lvl9pPr lvl="8">
              <a:spcBef>
                <a:spcPts val="0"/>
              </a:spcBef>
              <a:spcAft>
                <a:spcPts val="0"/>
              </a:spcAft>
              <a:buSzPts val="1000"/>
              <a:buFont typeface="Inter"/>
              <a:buNone/>
              <a:defRPr sz="1000">
                <a:latin typeface="Inter"/>
                <a:ea typeface="Inter"/>
                <a:cs typeface="Inter"/>
                <a:sym typeface="Inter"/>
              </a:defRPr>
            </a:lvl9pPr>
          </a:lstStyle>
          <a:p/>
        </p:txBody>
      </p:sp>
      <p:sp>
        <p:nvSpPr>
          <p:cNvPr id="493" name="Google Shape;493;p22"/>
          <p:cNvSpPr txBox="1"/>
          <p:nvPr>
            <p:ph idx="25" type="title"/>
          </p:nvPr>
        </p:nvSpPr>
        <p:spPr>
          <a:xfrm>
            <a:off x="521250" y="4408125"/>
            <a:ext cx="2188200" cy="332700"/>
          </a:xfrm>
          <a:prstGeom prst="rect">
            <a:avLst/>
          </a:prstGeom>
        </p:spPr>
        <p:txBody>
          <a:bodyPr anchorCtr="0" anchor="ctr" bIns="91425" lIns="274300" spcFirstLastPara="1" rIns="91425" wrap="square" tIns="91425">
            <a:spAutoFit/>
          </a:bodyPr>
          <a:lstStyle>
            <a:lvl1pPr lvl="0">
              <a:spcBef>
                <a:spcPts val="0"/>
              </a:spcBef>
              <a:spcAft>
                <a:spcPts val="0"/>
              </a:spcAft>
              <a:buSzPts val="1000"/>
              <a:buFont typeface="Inter SemiBold"/>
              <a:buNone/>
              <a:defRPr sz="1000">
                <a:latin typeface="Inter SemiBold"/>
                <a:ea typeface="Inter SemiBold"/>
                <a:cs typeface="Inter SemiBold"/>
                <a:sym typeface="Inter SemiBold"/>
              </a:defRPr>
            </a:lvl1pPr>
            <a:lvl2pPr lvl="1">
              <a:spcBef>
                <a:spcPts val="0"/>
              </a:spcBef>
              <a:spcAft>
                <a:spcPts val="0"/>
              </a:spcAft>
              <a:buSzPts val="1000"/>
              <a:buFont typeface="Inter SemiBold"/>
              <a:buNone/>
              <a:defRPr sz="1000">
                <a:latin typeface="Inter SemiBold"/>
                <a:ea typeface="Inter SemiBold"/>
                <a:cs typeface="Inter SemiBold"/>
                <a:sym typeface="Inter SemiBold"/>
              </a:defRPr>
            </a:lvl2pPr>
            <a:lvl3pPr lvl="2">
              <a:spcBef>
                <a:spcPts val="0"/>
              </a:spcBef>
              <a:spcAft>
                <a:spcPts val="0"/>
              </a:spcAft>
              <a:buSzPts val="1000"/>
              <a:buFont typeface="Inter SemiBold"/>
              <a:buNone/>
              <a:defRPr sz="1000">
                <a:latin typeface="Inter SemiBold"/>
                <a:ea typeface="Inter SemiBold"/>
                <a:cs typeface="Inter SemiBold"/>
                <a:sym typeface="Inter SemiBold"/>
              </a:defRPr>
            </a:lvl3pPr>
            <a:lvl4pPr lvl="3">
              <a:spcBef>
                <a:spcPts val="0"/>
              </a:spcBef>
              <a:spcAft>
                <a:spcPts val="0"/>
              </a:spcAft>
              <a:buSzPts val="1000"/>
              <a:buFont typeface="Inter SemiBold"/>
              <a:buNone/>
              <a:defRPr sz="1000">
                <a:latin typeface="Inter SemiBold"/>
                <a:ea typeface="Inter SemiBold"/>
                <a:cs typeface="Inter SemiBold"/>
                <a:sym typeface="Inter SemiBold"/>
              </a:defRPr>
            </a:lvl4pPr>
            <a:lvl5pPr lvl="4">
              <a:spcBef>
                <a:spcPts val="0"/>
              </a:spcBef>
              <a:spcAft>
                <a:spcPts val="0"/>
              </a:spcAft>
              <a:buSzPts val="1000"/>
              <a:buFont typeface="Inter SemiBold"/>
              <a:buNone/>
              <a:defRPr sz="1000">
                <a:latin typeface="Inter SemiBold"/>
                <a:ea typeface="Inter SemiBold"/>
                <a:cs typeface="Inter SemiBold"/>
                <a:sym typeface="Inter SemiBold"/>
              </a:defRPr>
            </a:lvl5pPr>
            <a:lvl6pPr lvl="5">
              <a:spcBef>
                <a:spcPts val="0"/>
              </a:spcBef>
              <a:spcAft>
                <a:spcPts val="0"/>
              </a:spcAft>
              <a:buSzPts val="1000"/>
              <a:buFont typeface="Inter SemiBold"/>
              <a:buNone/>
              <a:defRPr sz="1000">
                <a:latin typeface="Inter SemiBold"/>
                <a:ea typeface="Inter SemiBold"/>
                <a:cs typeface="Inter SemiBold"/>
                <a:sym typeface="Inter SemiBold"/>
              </a:defRPr>
            </a:lvl6pPr>
            <a:lvl7pPr lvl="6">
              <a:spcBef>
                <a:spcPts val="0"/>
              </a:spcBef>
              <a:spcAft>
                <a:spcPts val="0"/>
              </a:spcAft>
              <a:buSzPts val="1000"/>
              <a:buFont typeface="Inter SemiBold"/>
              <a:buNone/>
              <a:defRPr sz="1000">
                <a:latin typeface="Inter SemiBold"/>
                <a:ea typeface="Inter SemiBold"/>
                <a:cs typeface="Inter SemiBold"/>
                <a:sym typeface="Inter SemiBold"/>
              </a:defRPr>
            </a:lvl7pPr>
            <a:lvl8pPr lvl="7">
              <a:spcBef>
                <a:spcPts val="0"/>
              </a:spcBef>
              <a:spcAft>
                <a:spcPts val="0"/>
              </a:spcAft>
              <a:buSzPts val="1000"/>
              <a:buFont typeface="Inter SemiBold"/>
              <a:buNone/>
              <a:defRPr sz="1000">
                <a:latin typeface="Inter SemiBold"/>
                <a:ea typeface="Inter SemiBold"/>
                <a:cs typeface="Inter SemiBold"/>
                <a:sym typeface="Inter SemiBold"/>
              </a:defRPr>
            </a:lvl8pPr>
            <a:lvl9pPr lvl="8">
              <a:spcBef>
                <a:spcPts val="0"/>
              </a:spcBef>
              <a:spcAft>
                <a:spcPts val="0"/>
              </a:spcAft>
              <a:buSzPts val="1000"/>
              <a:buFont typeface="Inter SemiBold"/>
              <a:buNone/>
              <a:defRPr sz="1000">
                <a:latin typeface="Inter SemiBold"/>
                <a:ea typeface="Inter SemiBold"/>
                <a:cs typeface="Inter SemiBold"/>
                <a:sym typeface="Inter SemiBold"/>
              </a:defRPr>
            </a:lvl9pPr>
          </a:lstStyle>
          <a:p/>
        </p:txBody>
      </p:sp>
      <p:sp>
        <p:nvSpPr>
          <p:cNvPr id="494" name="Google Shape;494;p22"/>
          <p:cNvSpPr/>
          <p:nvPr>
            <p:ph idx="26" type="pic"/>
          </p:nvPr>
        </p:nvSpPr>
        <p:spPr>
          <a:xfrm>
            <a:off x="3146200" y="1809100"/>
            <a:ext cx="205200" cy="205200"/>
          </a:xfrm>
          <a:prstGeom prst="ellipse">
            <a:avLst/>
          </a:prstGeom>
          <a:noFill/>
          <a:ln>
            <a:noFill/>
          </a:ln>
        </p:spPr>
      </p:sp>
      <p:sp>
        <p:nvSpPr>
          <p:cNvPr id="495" name="Google Shape;495;p22"/>
          <p:cNvSpPr/>
          <p:nvPr>
            <p:ph idx="27" type="pic"/>
          </p:nvPr>
        </p:nvSpPr>
        <p:spPr>
          <a:xfrm>
            <a:off x="2874250" y="2139875"/>
            <a:ext cx="205200" cy="205200"/>
          </a:xfrm>
          <a:prstGeom prst="ellipse">
            <a:avLst/>
          </a:prstGeom>
          <a:noFill/>
          <a:ln>
            <a:noFill/>
          </a:ln>
        </p:spPr>
      </p:sp>
      <p:sp>
        <p:nvSpPr>
          <p:cNvPr id="496" name="Google Shape;496;p22"/>
          <p:cNvSpPr/>
          <p:nvPr>
            <p:ph idx="28" type="pic"/>
          </p:nvPr>
        </p:nvSpPr>
        <p:spPr>
          <a:xfrm>
            <a:off x="3146200" y="2139875"/>
            <a:ext cx="205200" cy="205200"/>
          </a:xfrm>
          <a:prstGeom prst="ellipse">
            <a:avLst/>
          </a:prstGeom>
          <a:noFill/>
          <a:ln>
            <a:noFill/>
          </a:ln>
        </p:spPr>
      </p:sp>
      <p:sp>
        <p:nvSpPr>
          <p:cNvPr id="497" name="Google Shape;497;p22"/>
          <p:cNvSpPr/>
          <p:nvPr>
            <p:ph idx="29" type="pic"/>
          </p:nvPr>
        </p:nvSpPr>
        <p:spPr>
          <a:xfrm>
            <a:off x="2874250" y="2470650"/>
            <a:ext cx="205200" cy="205200"/>
          </a:xfrm>
          <a:prstGeom prst="ellipse">
            <a:avLst/>
          </a:prstGeom>
          <a:noFill/>
          <a:ln>
            <a:noFill/>
          </a:ln>
        </p:spPr>
      </p:sp>
      <p:sp>
        <p:nvSpPr>
          <p:cNvPr id="498" name="Google Shape;498;p22"/>
          <p:cNvSpPr/>
          <p:nvPr>
            <p:ph idx="30" type="pic"/>
          </p:nvPr>
        </p:nvSpPr>
        <p:spPr>
          <a:xfrm>
            <a:off x="2874250" y="2785775"/>
            <a:ext cx="205200" cy="205200"/>
          </a:xfrm>
          <a:prstGeom prst="ellipse">
            <a:avLst/>
          </a:prstGeom>
          <a:noFill/>
          <a:ln>
            <a:noFill/>
          </a:ln>
        </p:spPr>
      </p:sp>
      <p:sp>
        <p:nvSpPr>
          <p:cNvPr id="499" name="Google Shape;499;p22"/>
          <p:cNvSpPr/>
          <p:nvPr>
            <p:ph idx="31" type="pic"/>
          </p:nvPr>
        </p:nvSpPr>
        <p:spPr>
          <a:xfrm>
            <a:off x="2874250" y="3140725"/>
            <a:ext cx="205200" cy="205200"/>
          </a:xfrm>
          <a:prstGeom prst="ellipse">
            <a:avLst/>
          </a:prstGeom>
          <a:noFill/>
          <a:ln>
            <a:noFill/>
          </a:ln>
        </p:spPr>
      </p:sp>
      <p:sp>
        <p:nvSpPr>
          <p:cNvPr id="500" name="Google Shape;500;p22"/>
          <p:cNvSpPr/>
          <p:nvPr>
            <p:ph idx="32" type="pic"/>
          </p:nvPr>
        </p:nvSpPr>
        <p:spPr>
          <a:xfrm>
            <a:off x="3146200" y="3140725"/>
            <a:ext cx="205200" cy="205200"/>
          </a:xfrm>
          <a:prstGeom prst="ellipse">
            <a:avLst/>
          </a:prstGeom>
          <a:noFill/>
          <a:ln>
            <a:noFill/>
          </a:ln>
        </p:spPr>
      </p:sp>
      <p:sp>
        <p:nvSpPr>
          <p:cNvPr id="501" name="Google Shape;501;p22"/>
          <p:cNvSpPr/>
          <p:nvPr>
            <p:ph idx="33" type="pic"/>
          </p:nvPr>
        </p:nvSpPr>
        <p:spPr>
          <a:xfrm>
            <a:off x="2874250" y="3468663"/>
            <a:ext cx="205200" cy="205200"/>
          </a:xfrm>
          <a:prstGeom prst="ellipse">
            <a:avLst/>
          </a:prstGeom>
          <a:noFill/>
          <a:ln>
            <a:noFill/>
          </a:ln>
        </p:spPr>
      </p:sp>
      <p:sp>
        <p:nvSpPr>
          <p:cNvPr id="502" name="Google Shape;502;p22"/>
          <p:cNvSpPr/>
          <p:nvPr>
            <p:ph idx="34" type="pic"/>
          </p:nvPr>
        </p:nvSpPr>
        <p:spPr>
          <a:xfrm>
            <a:off x="2874250" y="3806350"/>
            <a:ext cx="205200" cy="205200"/>
          </a:xfrm>
          <a:prstGeom prst="ellipse">
            <a:avLst/>
          </a:prstGeom>
          <a:noFill/>
          <a:ln>
            <a:noFill/>
          </a:ln>
        </p:spPr>
      </p:sp>
      <p:sp>
        <p:nvSpPr>
          <p:cNvPr id="503" name="Google Shape;503;p22"/>
          <p:cNvSpPr/>
          <p:nvPr>
            <p:ph idx="35" type="pic"/>
          </p:nvPr>
        </p:nvSpPr>
        <p:spPr>
          <a:xfrm>
            <a:off x="3146200" y="3806350"/>
            <a:ext cx="205200" cy="205200"/>
          </a:xfrm>
          <a:prstGeom prst="ellipse">
            <a:avLst/>
          </a:prstGeom>
          <a:noFill/>
          <a:ln>
            <a:noFill/>
          </a:ln>
        </p:spPr>
      </p:sp>
      <p:sp>
        <p:nvSpPr>
          <p:cNvPr id="504" name="Google Shape;504;p22"/>
          <p:cNvSpPr/>
          <p:nvPr>
            <p:ph idx="36" type="pic"/>
          </p:nvPr>
        </p:nvSpPr>
        <p:spPr>
          <a:xfrm>
            <a:off x="2874250" y="4134025"/>
            <a:ext cx="205200" cy="205200"/>
          </a:xfrm>
          <a:prstGeom prst="ellipse">
            <a:avLst/>
          </a:prstGeom>
          <a:noFill/>
          <a:ln>
            <a:noFill/>
          </a:ln>
        </p:spPr>
      </p:sp>
      <p:sp>
        <p:nvSpPr>
          <p:cNvPr id="505" name="Google Shape;505;p22"/>
          <p:cNvSpPr/>
          <p:nvPr>
            <p:ph idx="37" type="pic"/>
          </p:nvPr>
        </p:nvSpPr>
        <p:spPr>
          <a:xfrm>
            <a:off x="2874250" y="4471963"/>
            <a:ext cx="205200" cy="205200"/>
          </a:xfrm>
          <a:prstGeom prst="ellipse">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3">
  <p:cSld name="BLANK_1_1_1_1_1_1_1_1_1_1_1_2_1">
    <p:bg>
      <p:bgPr>
        <a:solidFill>
          <a:schemeClr val="dk2"/>
        </a:solidFill>
      </p:bgPr>
    </p:bg>
    <p:spTree>
      <p:nvGrpSpPr>
        <p:cNvPr id="506" name="Shape 506"/>
        <p:cNvGrpSpPr/>
        <p:nvPr/>
      </p:nvGrpSpPr>
      <p:grpSpPr>
        <a:xfrm>
          <a:off x="0" y="0"/>
          <a:ext cx="0" cy="0"/>
          <a:chOff x="0" y="0"/>
          <a:chExt cx="0" cy="0"/>
        </a:xfrm>
      </p:grpSpPr>
      <p:sp>
        <p:nvSpPr>
          <p:cNvPr id="507" name="Google Shape;507;p23"/>
          <p:cNvSpPr txBox="1"/>
          <p:nvPr>
            <p:ph type="title"/>
          </p:nvPr>
        </p:nvSpPr>
        <p:spPr>
          <a:xfrm>
            <a:off x="2952000" y="2343725"/>
            <a:ext cx="391800" cy="382800"/>
          </a:xfrm>
          <a:prstGeom prst="rect">
            <a:avLst/>
          </a:prstGeom>
          <a:solidFill>
            <a:schemeClr val="accent3"/>
          </a:solidFill>
        </p:spPr>
        <p:txBody>
          <a:bodyPr anchorCtr="0" anchor="ctr" bIns="0" lIns="91425" spcFirstLastPara="1" rIns="91425" wrap="square" tIns="0">
            <a:normAutofit/>
          </a:bodyPr>
          <a:lstStyle>
            <a:lvl1pPr lvl="0"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08" name="Google Shape;508;p23"/>
          <p:cNvSpPr txBox="1"/>
          <p:nvPr>
            <p:ph idx="2" type="title"/>
          </p:nvPr>
        </p:nvSpPr>
        <p:spPr>
          <a:xfrm>
            <a:off x="1042650" y="2343725"/>
            <a:ext cx="391800" cy="382800"/>
          </a:xfrm>
          <a:prstGeom prst="rect">
            <a:avLst/>
          </a:prstGeom>
          <a:solidFill>
            <a:schemeClr val="accent3"/>
          </a:solidFill>
        </p:spPr>
        <p:txBody>
          <a:bodyPr anchorCtr="0" anchor="ctr" bIns="0" lIns="91425" spcFirstLastPara="1" rIns="91425" wrap="square" tIns="0">
            <a:normAutofit/>
          </a:bodyPr>
          <a:lstStyle>
            <a:lvl1pPr lvl="0" algn="ctr">
              <a:lnSpc>
                <a:spcPct val="100000"/>
              </a:lnSpc>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09" name="Google Shape;509;p23"/>
          <p:cNvSpPr txBox="1"/>
          <p:nvPr>
            <p:ph idx="3" type="title"/>
          </p:nvPr>
        </p:nvSpPr>
        <p:spPr>
          <a:xfrm>
            <a:off x="4867800" y="2343725"/>
            <a:ext cx="391800" cy="382800"/>
          </a:xfrm>
          <a:prstGeom prst="rect">
            <a:avLst/>
          </a:prstGeom>
          <a:solidFill>
            <a:schemeClr val="accent3"/>
          </a:solidFill>
        </p:spPr>
        <p:txBody>
          <a:bodyPr anchorCtr="0" anchor="ctr" bIns="0" lIns="91425" spcFirstLastPara="1" rIns="91425" wrap="square" tIns="0">
            <a:normAutofit/>
          </a:bodyPr>
          <a:lstStyle>
            <a:lvl1pPr lvl="0" algn="ctr">
              <a:lnSpc>
                <a:spcPct val="100000"/>
              </a:lnSpc>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10" name="Google Shape;510;p23"/>
          <p:cNvSpPr txBox="1"/>
          <p:nvPr>
            <p:ph idx="4" type="title"/>
          </p:nvPr>
        </p:nvSpPr>
        <p:spPr>
          <a:xfrm>
            <a:off x="6772025" y="2343725"/>
            <a:ext cx="391800" cy="382800"/>
          </a:xfrm>
          <a:prstGeom prst="rect">
            <a:avLst/>
          </a:prstGeom>
          <a:solidFill>
            <a:schemeClr val="accent3"/>
          </a:solidFill>
        </p:spPr>
        <p:txBody>
          <a:bodyPr anchorCtr="0" anchor="ctr" bIns="0" lIns="91425" spcFirstLastPara="1" rIns="91425" wrap="square" tIns="0">
            <a:normAutofit/>
          </a:bodyPr>
          <a:lstStyle>
            <a:lvl1pPr lvl="0"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2pPr>
            <a:lvl3pPr lvl="2"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3pPr>
            <a:lvl4pPr lvl="3"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4pPr>
            <a:lvl5pPr lvl="4"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5pPr>
            <a:lvl6pPr lvl="5"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6pPr>
            <a:lvl7pPr lvl="6"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7pPr>
            <a:lvl8pPr lvl="7"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8pPr>
            <a:lvl9pPr lvl="8" algn="ctr">
              <a:spcBef>
                <a:spcPts val="0"/>
              </a:spcBef>
              <a:spcAft>
                <a:spcPts val="0"/>
              </a:spcAft>
              <a:buClr>
                <a:schemeClr val="dk2"/>
              </a:buClr>
              <a:buSzPts val="1200"/>
              <a:buFont typeface="Inter SemiBold"/>
              <a:buNone/>
              <a:defRPr sz="1200">
                <a:solidFill>
                  <a:schemeClr val="dk2"/>
                </a:solidFill>
                <a:latin typeface="Inter SemiBold"/>
                <a:ea typeface="Inter SemiBold"/>
                <a:cs typeface="Inter SemiBold"/>
                <a:sym typeface="Inter SemiBold"/>
              </a:defRPr>
            </a:lvl9pPr>
          </a:lstStyle>
          <a:p/>
        </p:txBody>
      </p:sp>
      <p:sp>
        <p:nvSpPr>
          <p:cNvPr id="511" name="Google Shape;511;p23"/>
          <p:cNvSpPr txBox="1"/>
          <p:nvPr>
            <p:ph idx="1" type="subTitle"/>
          </p:nvPr>
        </p:nvSpPr>
        <p:spPr>
          <a:xfrm>
            <a:off x="2951438" y="2726250"/>
            <a:ext cx="19107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12" name="Google Shape;512;p23"/>
          <p:cNvSpPr txBox="1"/>
          <p:nvPr>
            <p:ph idx="5" type="body"/>
          </p:nvPr>
        </p:nvSpPr>
        <p:spPr>
          <a:xfrm>
            <a:off x="2953650" y="3368600"/>
            <a:ext cx="19107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13" name="Google Shape;513;p23"/>
          <p:cNvSpPr txBox="1"/>
          <p:nvPr>
            <p:ph idx="6" type="subTitle"/>
          </p:nvPr>
        </p:nvSpPr>
        <p:spPr>
          <a:xfrm>
            <a:off x="1042088" y="2726250"/>
            <a:ext cx="19107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14" name="Google Shape;514;p23"/>
          <p:cNvSpPr txBox="1"/>
          <p:nvPr>
            <p:ph idx="7" type="subTitle"/>
          </p:nvPr>
        </p:nvSpPr>
        <p:spPr>
          <a:xfrm>
            <a:off x="4867238" y="2726250"/>
            <a:ext cx="19107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15" name="Google Shape;515;p23"/>
          <p:cNvSpPr txBox="1"/>
          <p:nvPr>
            <p:ph idx="8" type="body"/>
          </p:nvPr>
        </p:nvSpPr>
        <p:spPr>
          <a:xfrm>
            <a:off x="1044300" y="3368600"/>
            <a:ext cx="19107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16" name="Google Shape;516;p23"/>
          <p:cNvSpPr txBox="1"/>
          <p:nvPr>
            <p:ph idx="9" type="body"/>
          </p:nvPr>
        </p:nvSpPr>
        <p:spPr>
          <a:xfrm>
            <a:off x="4869450" y="3368600"/>
            <a:ext cx="19107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17" name="Google Shape;517;p23"/>
          <p:cNvSpPr txBox="1"/>
          <p:nvPr>
            <p:ph idx="13" type="subTitle"/>
          </p:nvPr>
        </p:nvSpPr>
        <p:spPr>
          <a:xfrm>
            <a:off x="6771474" y="2726250"/>
            <a:ext cx="1846800" cy="642300"/>
          </a:xfrm>
          <a:prstGeom prst="rect">
            <a:avLst/>
          </a:prstGeom>
        </p:spPr>
        <p:txBody>
          <a:bodyPr anchorCtr="0" anchor="t" bIns="0" lIns="274300" spcFirstLastPara="1" rIns="182875" wrap="square" tIns="182875">
            <a:normAutofit/>
          </a:bodyPr>
          <a:lstStyle>
            <a:lvl1pPr lvl="0">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1pPr>
            <a:lvl2pPr lvl="1">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2pPr>
            <a:lvl3pPr lvl="2">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3pPr>
            <a:lvl4pPr lvl="3">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4pPr>
            <a:lvl5pPr lvl="4">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5pPr>
            <a:lvl6pPr lvl="5">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6pPr>
            <a:lvl7pPr lvl="6">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7pPr>
            <a:lvl8pPr lvl="7">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8pPr>
            <a:lvl9pPr lvl="8">
              <a:spcBef>
                <a:spcPts val="0"/>
              </a:spcBef>
              <a:spcAft>
                <a:spcPts val="0"/>
              </a:spcAft>
              <a:buClr>
                <a:schemeClr val="dk1"/>
              </a:buClr>
              <a:buSzPts val="1200"/>
              <a:buFont typeface="Inter Medium"/>
              <a:buNone/>
              <a:defRPr>
                <a:solidFill>
                  <a:schemeClr val="dk1"/>
                </a:solidFill>
                <a:latin typeface="Inter Medium"/>
                <a:ea typeface="Inter Medium"/>
                <a:cs typeface="Inter Medium"/>
                <a:sym typeface="Inter Medium"/>
              </a:defRPr>
            </a:lvl9pPr>
          </a:lstStyle>
          <a:p/>
        </p:txBody>
      </p:sp>
      <p:sp>
        <p:nvSpPr>
          <p:cNvPr id="518" name="Google Shape;518;p23"/>
          <p:cNvSpPr txBox="1"/>
          <p:nvPr>
            <p:ph idx="14" type="body"/>
          </p:nvPr>
        </p:nvSpPr>
        <p:spPr>
          <a:xfrm>
            <a:off x="6773613" y="3368600"/>
            <a:ext cx="1846800" cy="12909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519" name="Google Shape;519;p23"/>
          <p:cNvSpPr txBox="1"/>
          <p:nvPr>
            <p:ph idx="15" type="subTitle"/>
          </p:nvPr>
        </p:nvSpPr>
        <p:spPr>
          <a:xfrm>
            <a:off x="1041050" y="334925"/>
            <a:ext cx="5726100" cy="329700"/>
          </a:xfrm>
          <a:prstGeom prst="rect">
            <a:avLst/>
          </a:prstGeom>
        </p:spPr>
        <p:txBody>
          <a:bodyPr anchorCtr="0" anchor="ctr" bIns="0" lIns="274300" spcFirstLastPara="1" rIns="91425" wrap="square" tIns="91425">
            <a:normAutofit/>
          </a:bodyPr>
          <a:lstStyle>
            <a:lvl1pPr lvl="0">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1pPr>
            <a:lvl2pPr lvl="1">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2pPr>
            <a:lvl3pPr lvl="2">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3pPr>
            <a:lvl4pPr lvl="3">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4pPr>
            <a:lvl5pPr lvl="4">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5pPr>
            <a:lvl6pPr lvl="5">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6pPr>
            <a:lvl7pPr lvl="6">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7pPr>
            <a:lvl8pPr lvl="7">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8pPr>
            <a:lvl9pPr lvl="8">
              <a:spcBef>
                <a:spcPts val="0"/>
              </a:spcBef>
              <a:spcAft>
                <a:spcPts val="0"/>
              </a:spcAft>
              <a:buClr>
                <a:schemeClr val="accent3"/>
              </a:buClr>
              <a:buSzPts val="1000"/>
              <a:buFont typeface="Inter SemiBold"/>
              <a:buNone/>
              <a:defRPr sz="1000">
                <a:solidFill>
                  <a:schemeClr val="accent3"/>
                </a:solidFill>
                <a:latin typeface="Inter SemiBold"/>
                <a:ea typeface="Inter SemiBold"/>
                <a:cs typeface="Inter SemiBold"/>
                <a:sym typeface="Inter SemiBold"/>
              </a:defRPr>
            </a:lvl9pPr>
          </a:lstStyle>
          <a:p/>
        </p:txBody>
      </p:sp>
      <p:sp>
        <p:nvSpPr>
          <p:cNvPr id="520" name="Google Shape;520;p23"/>
          <p:cNvSpPr txBox="1"/>
          <p:nvPr>
            <p:ph idx="16"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521" name="Google Shape;521;p23"/>
          <p:cNvSpPr txBox="1"/>
          <p:nvPr>
            <p:ph idx="17"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522" name="Google Shape;522;p23"/>
          <p:cNvSpPr txBox="1"/>
          <p:nvPr>
            <p:ph idx="18"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523" name="Google Shape;523;p23"/>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sp>
        <p:nvSpPr>
          <p:cNvPr id="524" name="Google Shape;524;p23"/>
          <p:cNvSpPr txBox="1"/>
          <p:nvPr>
            <p:ph idx="19" type="title"/>
          </p:nvPr>
        </p:nvSpPr>
        <p:spPr>
          <a:xfrm flipH="1">
            <a:off x="1046200" y="772500"/>
            <a:ext cx="5726100" cy="1571100"/>
          </a:xfrm>
          <a:prstGeom prst="rect">
            <a:avLst/>
          </a:prstGeom>
        </p:spPr>
        <p:txBody>
          <a:bodyPr anchorCtr="0" anchor="t" bIns="91425" lIns="274300" spcFirstLastPara="1" rIns="9142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2400"/>
              <a:buNone/>
              <a:defRPr sz="2400">
                <a:solidFill>
                  <a:schemeClr val="dk1"/>
                </a:solidFill>
              </a:defRPr>
            </a:lvl2pPr>
            <a:lvl3pPr lvl="2">
              <a:lnSpc>
                <a:spcPct val="80000"/>
              </a:lnSpc>
              <a:spcBef>
                <a:spcPts val="0"/>
              </a:spcBef>
              <a:spcAft>
                <a:spcPts val="0"/>
              </a:spcAft>
              <a:buClr>
                <a:schemeClr val="dk1"/>
              </a:buClr>
              <a:buSzPts val="2400"/>
              <a:buNone/>
              <a:defRPr sz="2400">
                <a:solidFill>
                  <a:schemeClr val="dk1"/>
                </a:solidFill>
              </a:defRPr>
            </a:lvl3pPr>
            <a:lvl4pPr lvl="3">
              <a:lnSpc>
                <a:spcPct val="80000"/>
              </a:lnSpc>
              <a:spcBef>
                <a:spcPts val="0"/>
              </a:spcBef>
              <a:spcAft>
                <a:spcPts val="0"/>
              </a:spcAft>
              <a:buClr>
                <a:schemeClr val="dk1"/>
              </a:buClr>
              <a:buSzPts val="2400"/>
              <a:buNone/>
              <a:defRPr sz="2400">
                <a:solidFill>
                  <a:schemeClr val="dk1"/>
                </a:solidFill>
              </a:defRPr>
            </a:lvl4pPr>
            <a:lvl5pPr lvl="4">
              <a:lnSpc>
                <a:spcPct val="80000"/>
              </a:lnSpc>
              <a:spcBef>
                <a:spcPts val="0"/>
              </a:spcBef>
              <a:spcAft>
                <a:spcPts val="0"/>
              </a:spcAft>
              <a:buClr>
                <a:schemeClr val="dk1"/>
              </a:buClr>
              <a:buSzPts val="2400"/>
              <a:buNone/>
              <a:defRPr sz="2400">
                <a:solidFill>
                  <a:schemeClr val="dk1"/>
                </a:solidFill>
              </a:defRPr>
            </a:lvl5pPr>
            <a:lvl6pPr lvl="5">
              <a:lnSpc>
                <a:spcPct val="80000"/>
              </a:lnSpc>
              <a:spcBef>
                <a:spcPts val="0"/>
              </a:spcBef>
              <a:spcAft>
                <a:spcPts val="0"/>
              </a:spcAft>
              <a:buClr>
                <a:schemeClr val="dk1"/>
              </a:buClr>
              <a:buSzPts val="2400"/>
              <a:buNone/>
              <a:defRPr sz="2400">
                <a:solidFill>
                  <a:schemeClr val="dk1"/>
                </a:solidFill>
              </a:defRPr>
            </a:lvl6pPr>
            <a:lvl7pPr lvl="6">
              <a:lnSpc>
                <a:spcPct val="80000"/>
              </a:lnSpc>
              <a:spcBef>
                <a:spcPts val="0"/>
              </a:spcBef>
              <a:spcAft>
                <a:spcPts val="0"/>
              </a:spcAft>
              <a:buClr>
                <a:schemeClr val="dk1"/>
              </a:buClr>
              <a:buSzPts val="2400"/>
              <a:buNone/>
              <a:defRPr sz="2400">
                <a:solidFill>
                  <a:schemeClr val="dk1"/>
                </a:solidFill>
              </a:defRPr>
            </a:lvl7pPr>
            <a:lvl8pPr lvl="7">
              <a:lnSpc>
                <a:spcPct val="80000"/>
              </a:lnSpc>
              <a:spcBef>
                <a:spcPts val="0"/>
              </a:spcBef>
              <a:spcAft>
                <a:spcPts val="0"/>
              </a:spcAft>
              <a:buClr>
                <a:schemeClr val="dk1"/>
              </a:buClr>
              <a:buSzPts val="2400"/>
              <a:buNone/>
              <a:defRPr sz="2400">
                <a:solidFill>
                  <a:schemeClr val="dk1"/>
                </a:solidFill>
              </a:defRPr>
            </a:lvl8pPr>
            <a:lvl9pPr lvl="8">
              <a:lnSpc>
                <a:spcPct val="80000"/>
              </a:lnSpc>
              <a:spcBef>
                <a:spcPts val="0"/>
              </a:spcBef>
              <a:spcAft>
                <a:spcPts val="0"/>
              </a:spcAft>
              <a:buClr>
                <a:schemeClr val="dk1"/>
              </a:buClr>
              <a:buSzPts val="2400"/>
              <a:buNone/>
              <a:defRPr sz="2400">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ing slide">
  <p:cSld name="CUSTOM_8">
    <p:bg>
      <p:bgPr>
        <a:solidFill>
          <a:schemeClr val="lt2"/>
        </a:solidFill>
      </p:bgPr>
    </p:bg>
    <p:spTree>
      <p:nvGrpSpPr>
        <p:cNvPr id="525" name="Shape 525"/>
        <p:cNvGrpSpPr/>
        <p:nvPr/>
      </p:nvGrpSpPr>
      <p:grpSpPr>
        <a:xfrm>
          <a:off x="0" y="0"/>
          <a:ext cx="0" cy="0"/>
          <a:chOff x="0" y="0"/>
          <a:chExt cx="0" cy="0"/>
        </a:xfrm>
      </p:grpSpPr>
      <p:cxnSp>
        <p:nvCxnSpPr>
          <p:cNvPr id="526" name="Google Shape;526;p24"/>
          <p:cNvCxnSpPr/>
          <p:nvPr/>
        </p:nvCxnSpPr>
        <p:spPr>
          <a:xfrm rot="10800000">
            <a:off x="1040500" y="3903425"/>
            <a:ext cx="7582200" cy="0"/>
          </a:xfrm>
          <a:prstGeom prst="straightConnector1">
            <a:avLst/>
          </a:prstGeom>
          <a:noFill/>
          <a:ln cap="flat" cmpd="sng" w="9525">
            <a:solidFill>
              <a:schemeClr val="lt1"/>
            </a:solidFill>
            <a:prstDash val="solid"/>
            <a:round/>
            <a:headEnd len="sm" w="sm" type="none"/>
            <a:tailEnd len="sm" w="sm" type="none"/>
          </a:ln>
        </p:spPr>
      </p:cxnSp>
      <p:sp>
        <p:nvSpPr>
          <p:cNvPr id="527" name="Google Shape;527;p24"/>
          <p:cNvSpPr txBox="1"/>
          <p:nvPr>
            <p:ph idx="1" type="subTitle"/>
          </p:nvPr>
        </p:nvSpPr>
        <p:spPr>
          <a:xfrm>
            <a:off x="10407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SzPts val="800"/>
              <a:buFont typeface="Inter"/>
              <a:buNone/>
              <a:defRPr sz="800"/>
            </a:lvl1pPr>
            <a:lvl2pPr lvl="1">
              <a:spcBef>
                <a:spcPts val="0"/>
              </a:spcBef>
              <a:spcAft>
                <a:spcPts val="0"/>
              </a:spcAft>
              <a:buSzPts val="800"/>
              <a:buFont typeface="Inter"/>
              <a:buNone/>
              <a:defRPr sz="800"/>
            </a:lvl2pPr>
            <a:lvl3pPr lvl="2">
              <a:spcBef>
                <a:spcPts val="0"/>
              </a:spcBef>
              <a:spcAft>
                <a:spcPts val="0"/>
              </a:spcAft>
              <a:buSzPts val="800"/>
              <a:buFont typeface="Inter"/>
              <a:buNone/>
              <a:defRPr sz="800"/>
            </a:lvl3pPr>
            <a:lvl4pPr lvl="3">
              <a:spcBef>
                <a:spcPts val="0"/>
              </a:spcBef>
              <a:spcAft>
                <a:spcPts val="0"/>
              </a:spcAft>
              <a:buSzPts val="800"/>
              <a:buFont typeface="Inter"/>
              <a:buNone/>
              <a:defRPr sz="800"/>
            </a:lvl4pPr>
            <a:lvl5pPr lvl="4">
              <a:spcBef>
                <a:spcPts val="0"/>
              </a:spcBef>
              <a:spcAft>
                <a:spcPts val="0"/>
              </a:spcAft>
              <a:buSzPts val="800"/>
              <a:buFont typeface="Inter"/>
              <a:buNone/>
              <a:defRPr sz="800"/>
            </a:lvl5pPr>
            <a:lvl6pPr lvl="5">
              <a:spcBef>
                <a:spcPts val="0"/>
              </a:spcBef>
              <a:spcAft>
                <a:spcPts val="0"/>
              </a:spcAft>
              <a:buSzPts val="800"/>
              <a:buFont typeface="Inter"/>
              <a:buNone/>
              <a:defRPr sz="800"/>
            </a:lvl6pPr>
            <a:lvl7pPr lvl="6">
              <a:spcBef>
                <a:spcPts val="0"/>
              </a:spcBef>
              <a:spcAft>
                <a:spcPts val="0"/>
              </a:spcAft>
              <a:buSzPts val="800"/>
              <a:buFont typeface="Inter"/>
              <a:buNone/>
              <a:defRPr sz="800"/>
            </a:lvl7pPr>
            <a:lvl8pPr lvl="7">
              <a:spcBef>
                <a:spcPts val="0"/>
              </a:spcBef>
              <a:spcAft>
                <a:spcPts val="0"/>
              </a:spcAft>
              <a:buSzPts val="800"/>
              <a:buFont typeface="Inter"/>
              <a:buNone/>
              <a:defRPr sz="800"/>
            </a:lvl8pPr>
            <a:lvl9pPr lvl="8">
              <a:spcBef>
                <a:spcPts val="0"/>
              </a:spcBef>
              <a:spcAft>
                <a:spcPts val="0"/>
              </a:spcAft>
              <a:buSzPts val="800"/>
              <a:buFont typeface="Inter"/>
              <a:buNone/>
              <a:defRPr sz="800"/>
            </a:lvl9pPr>
          </a:lstStyle>
          <a:p/>
        </p:txBody>
      </p:sp>
      <p:sp>
        <p:nvSpPr>
          <p:cNvPr id="528" name="Google Shape;528;p24"/>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SzPts val="800"/>
              <a:buFont typeface="Inter"/>
              <a:buNone/>
              <a:defRPr sz="800"/>
            </a:lvl1pPr>
            <a:lvl2pPr lvl="1" algn="r">
              <a:spcBef>
                <a:spcPts val="0"/>
              </a:spcBef>
              <a:spcAft>
                <a:spcPts val="0"/>
              </a:spcAft>
              <a:buSzPts val="800"/>
              <a:buFont typeface="Inter"/>
              <a:buNone/>
              <a:defRPr sz="800"/>
            </a:lvl2pPr>
            <a:lvl3pPr lvl="2" algn="r">
              <a:spcBef>
                <a:spcPts val="0"/>
              </a:spcBef>
              <a:spcAft>
                <a:spcPts val="0"/>
              </a:spcAft>
              <a:buSzPts val="800"/>
              <a:buFont typeface="Inter"/>
              <a:buNone/>
              <a:defRPr sz="800"/>
            </a:lvl3pPr>
            <a:lvl4pPr lvl="3" algn="r">
              <a:spcBef>
                <a:spcPts val="0"/>
              </a:spcBef>
              <a:spcAft>
                <a:spcPts val="0"/>
              </a:spcAft>
              <a:buSzPts val="800"/>
              <a:buFont typeface="Inter"/>
              <a:buNone/>
              <a:defRPr sz="800"/>
            </a:lvl4pPr>
            <a:lvl5pPr lvl="4" algn="r">
              <a:spcBef>
                <a:spcPts val="0"/>
              </a:spcBef>
              <a:spcAft>
                <a:spcPts val="0"/>
              </a:spcAft>
              <a:buSzPts val="800"/>
              <a:buFont typeface="Inter"/>
              <a:buNone/>
              <a:defRPr sz="800"/>
            </a:lvl5pPr>
            <a:lvl6pPr lvl="5" algn="r">
              <a:spcBef>
                <a:spcPts val="0"/>
              </a:spcBef>
              <a:spcAft>
                <a:spcPts val="0"/>
              </a:spcAft>
              <a:buSzPts val="800"/>
              <a:buFont typeface="Inter"/>
              <a:buNone/>
              <a:defRPr sz="800"/>
            </a:lvl6pPr>
            <a:lvl7pPr lvl="6" algn="r">
              <a:spcBef>
                <a:spcPts val="0"/>
              </a:spcBef>
              <a:spcAft>
                <a:spcPts val="0"/>
              </a:spcAft>
              <a:buSzPts val="800"/>
              <a:buFont typeface="Inter"/>
              <a:buNone/>
              <a:defRPr sz="800"/>
            </a:lvl7pPr>
            <a:lvl8pPr lvl="7" algn="r">
              <a:spcBef>
                <a:spcPts val="0"/>
              </a:spcBef>
              <a:spcAft>
                <a:spcPts val="0"/>
              </a:spcAft>
              <a:buSzPts val="800"/>
              <a:buFont typeface="Inter"/>
              <a:buNone/>
              <a:defRPr sz="800"/>
            </a:lvl8pPr>
            <a:lvl9pPr lvl="8" algn="r">
              <a:spcBef>
                <a:spcPts val="0"/>
              </a:spcBef>
              <a:spcAft>
                <a:spcPts val="0"/>
              </a:spcAft>
              <a:buSzPts val="800"/>
              <a:buFont typeface="Inter"/>
              <a:buNone/>
              <a:defRPr sz="800"/>
            </a:lvl9pPr>
          </a:lstStyle>
          <a:p/>
        </p:txBody>
      </p:sp>
      <p:sp>
        <p:nvSpPr>
          <p:cNvPr id="529" name="Google Shape;529;p24"/>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SzPts val="800"/>
              <a:buFont typeface="Inter"/>
              <a:buNone/>
              <a:defRPr sz="800"/>
            </a:lvl1pPr>
            <a:lvl2pPr lvl="1" algn="r">
              <a:spcBef>
                <a:spcPts val="0"/>
              </a:spcBef>
              <a:spcAft>
                <a:spcPts val="0"/>
              </a:spcAft>
              <a:buSzPts val="800"/>
              <a:buFont typeface="Inter"/>
              <a:buNone/>
              <a:defRPr sz="800"/>
            </a:lvl2pPr>
            <a:lvl3pPr lvl="2" algn="r">
              <a:spcBef>
                <a:spcPts val="0"/>
              </a:spcBef>
              <a:spcAft>
                <a:spcPts val="0"/>
              </a:spcAft>
              <a:buSzPts val="800"/>
              <a:buFont typeface="Inter"/>
              <a:buNone/>
              <a:defRPr sz="800"/>
            </a:lvl3pPr>
            <a:lvl4pPr lvl="3" algn="r">
              <a:spcBef>
                <a:spcPts val="0"/>
              </a:spcBef>
              <a:spcAft>
                <a:spcPts val="0"/>
              </a:spcAft>
              <a:buSzPts val="800"/>
              <a:buFont typeface="Inter"/>
              <a:buNone/>
              <a:defRPr sz="800"/>
            </a:lvl4pPr>
            <a:lvl5pPr lvl="4" algn="r">
              <a:spcBef>
                <a:spcPts val="0"/>
              </a:spcBef>
              <a:spcAft>
                <a:spcPts val="0"/>
              </a:spcAft>
              <a:buSzPts val="800"/>
              <a:buFont typeface="Inter"/>
              <a:buNone/>
              <a:defRPr sz="800"/>
            </a:lvl5pPr>
            <a:lvl6pPr lvl="5" algn="r">
              <a:spcBef>
                <a:spcPts val="0"/>
              </a:spcBef>
              <a:spcAft>
                <a:spcPts val="0"/>
              </a:spcAft>
              <a:buSzPts val="800"/>
              <a:buFont typeface="Inter"/>
              <a:buNone/>
              <a:defRPr sz="800"/>
            </a:lvl6pPr>
            <a:lvl7pPr lvl="6" algn="r">
              <a:spcBef>
                <a:spcPts val="0"/>
              </a:spcBef>
              <a:spcAft>
                <a:spcPts val="0"/>
              </a:spcAft>
              <a:buSzPts val="800"/>
              <a:buFont typeface="Inter"/>
              <a:buNone/>
              <a:defRPr sz="800"/>
            </a:lvl7pPr>
            <a:lvl8pPr lvl="7" algn="r">
              <a:spcBef>
                <a:spcPts val="0"/>
              </a:spcBef>
              <a:spcAft>
                <a:spcPts val="0"/>
              </a:spcAft>
              <a:buSzPts val="800"/>
              <a:buFont typeface="Inter"/>
              <a:buNone/>
              <a:defRPr sz="800"/>
            </a:lvl8pPr>
            <a:lvl9pPr lvl="8" algn="r">
              <a:spcBef>
                <a:spcPts val="0"/>
              </a:spcBef>
              <a:spcAft>
                <a:spcPts val="0"/>
              </a:spcAft>
              <a:buSzPts val="800"/>
              <a:buFont typeface="Inter"/>
              <a:buNone/>
              <a:defRPr sz="800"/>
            </a:lvl9pPr>
          </a:lstStyle>
          <a:p/>
        </p:txBody>
      </p:sp>
      <p:cxnSp>
        <p:nvCxnSpPr>
          <p:cNvPr id="530" name="Google Shape;530;p24"/>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531" name="Google Shape;531;p2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532" name="Google Shape;532;p24"/>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533" name="Google Shape;533;p24"/>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534" name="Google Shape;534;p24"/>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535" name="Google Shape;535;p24"/>
          <p:cNvSpPr txBox="1"/>
          <p:nvPr>
            <p:ph idx="4" type="body"/>
          </p:nvPr>
        </p:nvSpPr>
        <p:spPr>
          <a:xfrm>
            <a:off x="1821800" y="3903425"/>
            <a:ext cx="4167900" cy="779700"/>
          </a:xfrm>
          <a:prstGeom prst="rect">
            <a:avLst/>
          </a:prstGeom>
        </p:spPr>
        <p:txBody>
          <a:bodyPr anchorCtr="0" anchor="ctr" bIns="0" lIns="274300" spcFirstLastPara="1" rIns="182875" wrap="square" tIns="0">
            <a:norm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cxnSp>
        <p:nvCxnSpPr>
          <p:cNvPr id="536" name="Google Shape;536;p24"/>
          <p:cNvCxnSpPr/>
          <p:nvPr/>
        </p:nvCxnSpPr>
        <p:spPr>
          <a:xfrm rot="10800000">
            <a:off x="1040500" y="4683125"/>
            <a:ext cx="7582200" cy="0"/>
          </a:xfrm>
          <a:prstGeom prst="straightConnector1">
            <a:avLst/>
          </a:prstGeom>
          <a:noFill/>
          <a:ln cap="flat" cmpd="sng" w="9525">
            <a:solidFill>
              <a:schemeClr val="lt1"/>
            </a:solidFill>
            <a:prstDash val="solid"/>
            <a:round/>
            <a:headEnd len="sm" w="sm" type="none"/>
            <a:tailEnd len="sm" w="sm" type="none"/>
          </a:ln>
        </p:spPr>
      </p:cxnSp>
      <p:sp>
        <p:nvSpPr>
          <p:cNvPr id="537" name="Google Shape;537;p24"/>
          <p:cNvSpPr/>
          <p:nvPr>
            <p:ph idx="5" type="pic"/>
          </p:nvPr>
        </p:nvSpPr>
        <p:spPr>
          <a:xfrm>
            <a:off x="1046150" y="3907375"/>
            <a:ext cx="771600" cy="771600"/>
          </a:xfrm>
          <a:prstGeom prst="rect">
            <a:avLst/>
          </a:prstGeom>
          <a:noFill/>
          <a:ln>
            <a:noFill/>
          </a:ln>
        </p:spPr>
      </p:sp>
      <p:sp>
        <p:nvSpPr>
          <p:cNvPr id="538" name="Google Shape;538;p24"/>
          <p:cNvSpPr txBox="1"/>
          <p:nvPr>
            <p:ph type="title"/>
          </p:nvPr>
        </p:nvSpPr>
        <p:spPr>
          <a:xfrm flipH="1">
            <a:off x="1046200" y="722375"/>
            <a:ext cx="5726100" cy="1571100"/>
          </a:xfrm>
          <a:prstGeom prst="rect">
            <a:avLst/>
          </a:prstGeom>
        </p:spPr>
        <p:txBody>
          <a:bodyPr anchorCtr="0" anchor="t" bIns="91425" lIns="274300" spcFirstLastPara="1" rIns="91425" wrap="square" tIns="91425">
            <a:normAutofit/>
          </a:bodyPr>
          <a:lstStyle>
            <a:lvl1pPr lvl="0">
              <a:lnSpc>
                <a:spcPct val="80000"/>
              </a:lnSpc>
              <a:spcBef>
                <a:spcPts val="0"/>
              </a:spcBef>
              <a:spcAft>
                <a:spcPts val="0"/>
              </a:spcAft>
              <a:buSzPts val="5500"/>
              <a:buFont typeface="Gowun Batang"/>
              <a:buNone/>
              <a:defRPr sz="5500"/>
            </a:lvl1pPr>
            <a:lvl2pPr lvl="1">
              <a:lnSpc>
                <a:spcPct val="80000"/>
              </a:lnSpc>
              <a:spcBef>
                <a:spcPts val="0"/>
              </a:spcBef>
              <a:spcAft>
                <a:spcPts val="0"/>
              </a:spcAft>
              <a:buSzPts val="5500"/>
              <a:buNone/>
              <a:defRPr sz="5500"/>
            </a:lvl2pPr>
            <a:lvl3pPr lvl="2">
              <a:lnSpc>
                <a:spcPct val="80000"/>
              </a:lnSpc>
              <a:spcBef>
                <a:spcPts val="0"/>
              </a:spcBef>
              <a:spcAft>
                <a:spcPts val="0"/>
              </a:spcAft>
              <a:buSzPts val="5500"/>
              <a:buNone/>
              <a:defRPr sz="5500"/>
            </a:lvl3pPr>
            <a:lvl4pPr lvl="3">
              <a:lnSpc>
                <a:spcPct val="80000"/>
              </a:lnSpc>
              <a:spcBef>
                <a:spcPts val="0"/>
              </a:spcBef>
              <a:spcAft>
                <a:spcPts val="0"/>
              </a:spcAft>
              <a:buSzPts val="5500"/>
              <a:buNone/>
              <a:defRPr sz="5500"/>
            </a:lvl4pPr>
            <a:lvl5pPr lvl="4">
              <a:lnSpc>
                <a:spcPct val="80000"/>
              </a:lnSpc>
              <a:spcBef>
                <a:spcPts val="0"/>
              </a:spcBef>
              <a:spcAft>
                <a:spcPts val="0"/>
              </a:spcAft>
              <a:buSzPts val="5500"/>
              <a:buNone/>
              <a:defRPr sz="5500"/>
            </a:lvl5pPr>
            <a:lvl6pPr lvl="5">
              <a:lnSpc>
                <a:spcPct val="80000"/>
              </a:lnSpc>
              <a:spcBef>
                <a:spcPts val="0"/>
              </a:spcBef>
              <a:spcAft>
                <a:spcPts val="0"/>
              </a:spcAft>
              <a:buSzPts val="5500"/>
              <a:buNone/>
              <a:defRPr sz="5500"/>
            </a:lvl6pPr>
            <a:lvl7pPr lvl="6">
              <a:lnSpc>
                <a:spcPct val="80000"/>
              </a:lnSpc>
              <a:spcBef>
                <a:spcPts val="0"/>
              </a:spcBef>
              <a:spcAft>
                <a:spcPts val="0"/>
              </a:spcAft>
              <a:buSzPts val="5500"/>
              <a:buNone/>
              <a:defRPr sz="5500"/>
            </a:lvl7pPr>
            <a:lvl8pPr lvl="7">
              <a:lnSpc>
                <a:spcPct val="80000"/>
              </a:lnSpc>
              <a:spcBef>
                <a:spcPts val="0"/>
              </a:spcBef>
              <a:spcAft>
                <a:spcPts val="0"/>
              </a:spcAft>
              <a:buSzPts val="5500"/>
              <a:buNone/>
              <a:defRPr sz="5500"/>
            </a:lvl8pPr>
            <a:lvl9pPr lvl="8">
              <a:lnSpc>
                <a:spcPct val="80000"/>
              </a:lnSpc>
              <a:spcBef>
                <a:spcPts val="0"/>
              </a:spcBef>
              <a:spcAft>
                <a:spcPts val="0"/>
              </a:spcAft>
              <a:buSzPts val="5500"/>
              <a:buNone/>
              <a:defRPr sz="55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p:cSld name="BLANK_4">
    <p:bg>
      <p:bgPr>
        <a:solidFill>
          <a:schemeClr val="lt1"/>
        </a:solidFill>
      </p:bgPr>
    </p:bg>
    <p:spTree>
      <p:nvGrpSpPr>
        <p:cNvPr id="539" name="Shape 539"/>
        <p:cNvGrpSpPr/>
        <p:nvPr/>
      </p:nvGrpSpPr>
      <p:grpSpPr>
        <a:xfrm>
          <a:off x="0" y="0"/>
          <a:ext cx="0" cy="0"/>
          <a:chOff x="0" y="0"/>
          <a:chExt cx="0" cy="0"/>
        </a:xfrm>
      </p:grpSpPr>
      <p:grpSp>
        <p:nvGrpSpPr>
          <p:cNvPr id="540" name="Google Shape;540;p25"/>
          <p:cNvGrpSpPr/>
          <p:nvPr/>
        </p:nvGrpSpPr>
        <p:grpSpPr>
          <a:xfrm>
            <a:off x="-800" y="-150"/>
            <a:ext cx="9145250" cy="5144250"/>
            <a:chOff x="-800" y="-150"/>
            <a:chExt cx="9145250" cy="5144250"/>
          </a:xfrm>
        </p:grpSpPr>
        <p:cxnSp>
          <p:nvCxnSpPr>
            <p:cNvPr id="541" name="Google Shape;541;p25"/>
            <p:cNvCxnSpPr/>
            <p:nvPr/>
          </p:nvCxnSpPr>
          <p:spPr>
            <a:xfrm>
              <a:off x="514575" y="-15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542" name="Google Shape;542;p25"/>
            <p:cNvCxnSpPr/>
            <p:nvPr/>
          </p:nvCxnSpPr>
          <p:spPr>
            <a:xfrm rot="10800000">
              <a:off x="-800" y="52112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543" name="Google Shape;543;p25"/>
            <p:cNvCxnSpPr/>
            <p:nvPr/>
          </p:nvCxnSpPr>
          <p:spPr>
            <a:xfrm>
              <a:off x="7228800" y="450"/>
              <a:ext cx="0" cy="521400"/>
            </a:xfrm>
            <a:prstGeom prst="straightConnector1">
              <a:avLst/>
            </a:prstGeom>
            <a:noFill/>
            <a:ln cap="flat" cmpd="sng" w="9525">
              <a:solidFill>
                <a:schemeClr val="accent6"/>
              </a:solidFill>
              <a:prstDash val="solid"/>
              <a:round/>
              <a:headEnd len="sm" w="sm" type="none"/>
              <a:tailEnd len="sm" w="sm" type="none"/>
            </a:ln>
          </p:spPr>
        </p:cxnSp>
        <p:cxnSp>
          <p:nvCxnSpPr>
            <p:cNvPr id="544" name="Google Shape;544;p25"/>
            <p:cNvCxnSpPr/>
            <p:nvPr/>
          </p:nvCxnSpPr>
          <p:spPr>
            <a:xfrm>
              <a:off x="8622600" y="528"/>
              <a:ext cx="0" cy="5143200"/>
            </a:xfrm>
            <a:prstGeom prst="straightConnector1">
              <a:avLst/>
            </a:prstGeom>
            <a:noFill/>
            <a:ln cap="flat" cmpd="sng" w="9525">
              <a:solidFill>
                <a:schemeClr val="accent6"/>
              </a:solidFill>
              <a:prstDash val="solid"/>
              <a:round/>
              <a:headEnd len="sm" w="sm" type="none"/>
              <a:tailEnd len="sm" w="sm" type="none"/>
            </a:ln>
          </p:spPr>
        </p:cxnSp>
        <p:cxnSp>
          <p:nvCxnSpPr>
            <p:cNvPr id="545" name="Google Shape;545;p25"/>
            <p:cNvCxnSpPr/>
            <p:nvPr/>
          </p:nvCxnSpPr>
          <p:spPr>
            <a:xfrm rot="10800000">
              <a:off x="-450" y="36104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546" name="Google Shape;546;p25"/>
            <p:cNvCxnSpPr/>
            <p:nvPr/>
          </p:nvCxnSpPr>
          <p:spPr>
            <a:xfrm rot="10800000">
              <a:off x="-450" y="46195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547" name="Google Shape;547;p25"/>
            <p:cNvCxnSpPr/>
            <p:nvPr/>
          </p:nvCxnSpPr>
          <p:spPr>
            <a:xfrm>
              <a:off x="7228850" y="3609300"/>
              <a:ext cx="0" cy="1534800"/>
            </a:xfrm>
            <a:prstGeom prst="straightConnector1">
              <a:avLst/>
            </a:prstGeom>
            <a:noFill/>
            <a:ln cap="flat" cmpd="sng" w="9525">
              <a:solidFill>
                <a:schemeClr val="accent6"/>
              </a:solidFill>
              <a:prstDash val="solid"/>
              <a:round/>
              <a:headEnd len="sm" w="sm" type="none"/>
              <a:tailEnd len="sm" w="sm" type="none"/>
            </a:ln>
          </p:spPr>
        </p:cxnSp>
      </p:grpSp>
      <p:sp>
        <p:nvSpPr>
          <p:cNvPr id="548" name="Google Shape;548;p25"/>
          <p:cNvSpPr txBox="1"/>
          <p:nvPr>
            <p:ph type="title"/>
          </p:nvPr>
        </p:nvSpPr>
        <p:spPr>
          <a:xfrm>
            <a:off x="521800" y="1251350"/>
            <a:ext cx="8100900" cy="1531500"/>
          </a:xfrm>
          <a:prstGeom prst="rect">
            <a:avLst/>
          </a:prstGeom>
        </p:spPr>
        <p:txBody>
          <a:bodyPr anchorCtr="0" anchor="t" bIns="91425" lIns="274300" spcFirstLastPara="1" rIns="18287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4400"/>
              <a:buFont typeface="Gowun Batang"/>
              <a:buNone/>
              <a:defRPr sz="4400">
                <a:solidFill>
                  <a:schemeClr val="dk1"/>
                </a:solidFill>
              </a:defRPr>
            </a:lvl2pPr>
            <a:lvl3pPr lvl="2">
              <a:lnSpc>
                <a:spcPct val="80000"/>
              </a:lnSpc>
              <a:spcBef>
                <a:spcPts val="0"/>
              </a:spcBef>
              <a:spcAft>
                <a:spcPts val="0"/>
              </a:spcAft>
              <a:buClr>
                <a:schemeClr val="dk1"/>
              </a:buClr>
              <a:buSzPts val="4400"/>
              <a:buFont typeface="Gowun Batang"/>
              <a:buNone/>
              <a:defRPr sz="4400">
                <a:solidFill>
                  <a:schemeClr val="dk1"/>
                </a:solidFill>
              </a:defRPr>
            </a:lvl3pPr>
            <a:lvl4pPr lvl="3">
              <a:lnSpc>
                <a:spcPct val="80000"/>
              </a:lnSpc>
              <a:spcBef>
                <a:spcPts val="0"/>
              </a:spcBef>
              <a:spcAft>
                <a:spcPts val="0"/>
              </a:spcAft>
              <a:buClr>
                <a:schemeClr val="dk1"/>
              </a:buClr>
              <a:buSzPts val="4400"/>
              <a:buFont typeface="Gowun Batang"/>
              <a:buNone/>
              <a:defRPr sz="4400">
                <a:solidFill>
                  <a:schemeClr val="dk1"/>
                </a:solidFill>
              </a:defRPr>
            </a:lvl4pPr>
            <a:lvl5pPr lvl="4">
              <a:lnSpc>
                <a:spcPct val="80000"/>
              </a:lnSpc>
              <a:spcBef>
                <a:spcPts val="0"/>
              </a:spcBef>
              <a:spcAft>
                <a:spcPts val="0"/>
              </a:spcAft>
              <a:buClr>
                <a:schemeClr val="dk1"/>
              </a:buClr>
              <a:buSzPts val="4400"/>
              <a:buFont typeface="Gowun Batang"/>
              <a:buNone/>
              <a:defRPr sz="4400">
                <a:solidFill>
                  <a:schemeClr val="dk1"/>
                </a:solidFill>
              </a:defRPr>
            </a:lvl5pPr>
            <a:lvl6pPr lvl="5">
              <a:lnSpc>
                <a:spcPct val="80000"/>
              </a:lnSpc>
              <a:spcBef>
                <a:spcPts val="0"/>
              </a:spcBef>
              <a:spcAft>
                <a:spcPts val="0"/>
              </a:spcAft>
              <a:buClr>
                <a:schemeClr val="dk1"/>
              </a:buClr>
              <a:buSzPts val="4400"/>
              <a:buFont typeface="Gowun Batang"/>
              <a:buNone/>
              <a:defRPr sz="4400">
                <a:solidFill>
                  <a:schemeClr val="dk1"/>
                </a:solidFill>
              </a:defRPr>
            </a:lvl6pPr>
            <a:lvl7pPr lvl="6">
              <a:lnSpc>
                <a:spcPct val="80000"/>
              </a:lnSpc>
              <a:spcBef>
                <a:spcPts val="0"/>
              </a:spcBef>
              <a:spcAft>
                <a:spcPts val="0"/>
              </a:spcAft>
              <a:buClr>
                <a:schemeClr val="dk1"/>
              </a:buClr>
              <a:buSzPts val="4400"/>
              <a:buFont typeface="Gowun Batang"/>
              <a:buNone/>
              <a:defRPr sz="4400">
                <a:solidFill>
                  <a:schemeClr val="dk1"/>
                </a:solidFill>
              </a:defRPr>
            </a:lvl7pPr>
            <a:lvl8pPr lvl="7">
              <a:lnSpc>
                <a:spcPct val="80000"/>
              </a:lnSpc>
              <a:spcBef>
                <a:spcPts val="0"/>
              </a:spcBef>
              <a:spcAft>
                <a:spcPts val="0"/>
              </a:spcAft>
              <a:buClr>
                <a:schemeClr val="dk1"/>
              </a:buClr>
              <a:buSzPts val="4400"/>
              <a:buFont typeface="Gowun Batang"/>
              <a:buNone/>
              <a:defRPr sz="4400">
                <a:solidFill>
                  <a:schemeClr val="dk1"/>
                </a:solidFill>
              </a:defRPr>
            </a:lvl8pPr>
            <a:lvl9pPr lvl="8">
              <a:lnSpc>
                <a:spcPct val="80000"/>
              </a:lnSpc>
              <a:spcBef>
                <a:spcPts val="0"/>
              </a:spcBef>
              <a:spcAft>
                <a:spcPts val="0"/>
              </a:spcAft>
              <a:buClr>
                <a:schemeClr val="dk1"/>
              </a:buClr>
              <a:buSzPts val="4400"/>
              <a:buFont typeface="Gowun Batang"/>
              <a:buNone/>
              <a:defRPr sz="4400">
                <a:solidFill>
                  <a:schemeClr val="dk1"/>
                </a:solidFill>
              </a:defRPr>
            </a:lvl9pPr>
          </a:lstStyle>
          <a:p/>
        </p:txBody>
      </p:sp>
      <p:sp>
        <p:nvSpPr>
          <p:cNvPr id="549" name="Google Shape;549;p25"/>
          <p:cNvSpPr txBox="1"/>
          <p:nvPr>
            <p:ph idx="1" type="subTitle"/>
          </p:nvPr>
        </p:nvSpPr>
        <p:spPr>
          <a:xfrm>
            <a:off x="518400" y="3609525"/>
            <a:ext cx="6710400" cy="1010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_1_1_1_1_1_1_1_1_1_1">
    <p:bg>
      <p:bgPr>
        <a:solidFill>
          <a:schemeClr val="lt2"/>
        </a:solidFill>
      </p:bgPr>
    </p:bg>
    <p:spTree>
      <p:nvGrpSpPr>
        <p:cNvPr id="550" name="Shape 550"/>
        <p:cNvGrpSpPr/>
        <p:nvPr/>
      </p:nvGrpSpPr>
      <p:grpSpPr>
        <a:xfrm>
          <a:off x="0" y="0"/>
          <a:ext cx="0" cy="0"/>
          <a:chOff x="0" y="0"/>
          <a:chExt cx="0" cy="0"/>
        </a:xfrm>
      </p:grpSpPr>
      <p:grpSp>
        <p:nvGrpSpPr>
          <p:cNvPr id="551" name="Google Shape;551;p26"/>
          <p:cNvGrpSpPr/>
          <p:nvPr/>
        </p:nvGrpSpPr>
        <p:grpSpPr>
          <a:xfrm rot="5400000">
            <a:off x="596065" y="4459673"/>
            <a:ext cx="369896" cy="333900"/>
            <a:chOff x="96076" y="654376"/>
            <a:chExt cx="369896" cy="333900"/>
          </a:xfrm>
        </p:grpSpPr>
        <p:cxnSp>
          <p:nvCxnSpPr>
            <p:cNvPr id="552" name="Google Shape;552;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53" name="Google Shape;553;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54" name="Google Shape;554;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555" name="Google Shape;555;p26"/>
          <p:cNvGrpSpPr/>
          <p:nvPr/>
        </p:nvGrpSpPr>
        <p:grpSpPr>
          <a:xfrm rot="5400000">
            <a:off x="596065" y="3723173"/>
            <a:ext cx="369896" cy="333900"/>
            <a:chOff x="96076" y="654376"/>
            <a:chExt cx="369896" cy="333900"/>
          </a:xfrm>
        </p:grpSpPr>
        <p:cxnSp>
          <p:nvCxnSpPr>
            <p:cNvPr id="556" name="Google Shape;556;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57" name="Google Shape;557;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58" name="Google Shape;558;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559" name="Google Shape;559;p26"/>
          <p:cNvGrpSpPr/>
          <p:nvPr/>
        </p:nvGrpSpPr>
        <p:grpSpPr>
          <a:xfrm rot="5400000">
            <a:off x="596065" y="2986673"/>
            <a:ext cx="369896" cy="333900"/>
            <a:chOff x="96076" y="654376"/>
            <a:chExt cx="369896" cy="333900"/>
          </a:xfrm>
        </p:grpSpPr>
        <p:cxnSp>
          <p:nvCxnSpPr>
            <p:cNvPr id="560" name="Google Shape;560;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61" name="Google Shape;561;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62" name="Google Shape;562;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563" name="Google Shape;563;p26"/>
          <p:cNvGrpSpPr/>
          <p:nvPr/>
        </p:nvGrpSpPr>
        <p:grpSpPr>
          <a:xfrm rot="5400000">
            <a:off x="596065" y="2250173"/>
            <a:ext cx="369896" cy="333900"/>
            <a:chOff x="96076" y="654376"/>
            <a:chExt cx="369896" cy="333900"/>
          </a:xfrm>
        </p:grpSpPr>
        <p:cxnSp>
          <p:nvCxnSpPr>
            <p:cNvPr id="564" name="Google Shape;564;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65" name="Google Shape;565;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66" name="Google Shape;566;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567" name="Google Shape;567;p26"/>
          <p:cNvGrpSpPr/>
          <p:nvPr/>
        </p:nvGrpSpPr>
        <p:grpSpPr>
          <a:xfrm rot="5400000">
            <a:off x="594827" y="1513673"/>
            <a:ext cx="369896" cy="333900"/>
            <a:chOff x="96076" y="654376"/>
            <a:chExt cx="369896" cy="333900"/>
          </a:xfrm>
        </p:grpSpPr>
        <p:cxnSp>
          <p:nvCxnSpPr>
            <p:cNvPr id="568" name="Google Shape;568;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69" name="Google Shape;569;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70" name="Google Shape;570;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571" name="Google Shape;571;p26"/>
          <p:cNvGrpSpPr/>
          <p:nvPr/>
        </p:nvGrpSpPr>
        <p:grpSpPr>
          <a:xfrm rot="5400000">
            <a:off x="594827" y="777173"/>
            <a:ext cx="369896" cy="333900"/>
            <a:chOff x="96076" y="654376"/>
            <a:chExt cx="369896" cy="333900"/>
          </a:xfrm>
        </p:grpSpPr>
        <p:cxnSp>
          <p:nvCxnSpPr>
            <p:cNvPr id="572" name="Google Shape;572;p2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73" name="Google Shape;573;p2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74" name="Google Shape;574;p2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575" name="Google Shape;575;p26"/>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576" name="Google Shape;576;p2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577" name="Google Shape;577;p26"/>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578" name="Google Shape;578;p26"/>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579" name="Google Shape;579;p26"/>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sp>
        <p:nvSpPr>
          <p:cNvPr id="580" name="Google Shape;580;p26"/>
          <p:cNvSpPr txBox="1"/>
          <p:nvPr>
            <p:ph type="title"/>
          </p:nvPr>
        </p:nvSpPr>
        <p:spPr>
          <a:xfrm>
            <a:off x="1042100" y="334925"/>
            <a:ext cx="7576500" cy="329700"/>
          </a:xfrm>
          <a:prstGeom prst="rect">
            <a:avLst/>
          </a:prstGeom>
        </p:spPr>
        <p:txBody>
          <a:bodyPr anchorCtr="0" anchor="ctr" bIns="0" lIns="274300" spcFirstLastPara="1" rIns="91425" wrap="square" tIns="91425">
            <a:normAutofit/>
          </a:bodyPr>
          <a:lstStyle>
            <a:lvl1pPr lvl="0">
              <a:lnSpc>
                <a:spcPct val="115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cxnSp>
        <p:nvCxnSpPr>
          <p:cNvPr id="581" name="Google Shape;581;p26"/>
          <p:cNvCxnSpPr/>
          <p:nvPr/>
        </p:nvCxnSpPr>
        <p:spPr>
          <a:xfrm>
            <a:off x="1045950" y="2053193"/>
            <a:ext cx="8098500" cy="0"/>
          </a:xfrm>
          <a:prstGeom prst="straightConnector1">
            <a:avLst/>
          </a:prstGeom>
          <a:noFill/>
          <a:ln cap="flat" cmpd="sng" w="9525">
            <a:solidFill>
              <a:schemeClr val="lt1"/>
            </a:solidFill>
            <a:prstDash val="solid"/>
            <a:round/>
            <a:headEnd len="sm" w="sm" type="none"/>
            <a:tailEnd len="sm" w="sm" type="none"/>
          </a:ln>
        </p:spPr>
      </p:cxnSp>
      <p:cxnSp>
        <p:nvCxnSpPr>
          <p:cNvPr id="582" name="Google Shape;582;p26"/>
          <p:cNvCxnSpPr/>
          <p:nvPr/>
        </p:nvCxnSpPr>
        <p:spPr>
          <a:xfrm>
            <a:off x="1045950" y="2800742"/>
            <a:ext cx="8098500" cy="0"/>
          </a:xfrm>
          <a:prstGeom prst="straightConnector1">
            <a:avLst/>
          </a:prstGeom>
          <a:noFill/>
          <a:ln cap="flat" cmpd="sng" w="9525">
            <a:solidFill>
              <a:schemeClr val="lt1"/>
            </a:solidFill>
            <a:prstDash val="solid"/>
            <a:round/>
            <a:headEnd len="sm" w="sm" type="none"/>
            <a:tailEnd len="sm" w="sm" type="none"/>
          </a:ln>
        </p:spPr>
      </p:cxnSp>
      <p:cxnSp>
        <p:nvCxnSpPr>
          <p:cNvPr id="583" name="Google Shape;583;p26"/>
          <p:cNvCxnSpPr/>
          <p:nvPr/>
        </p:nvCxnSpPr>
        <p:spPr>
          <a:xfrm>
            <a:off x="1045950" y="3542475"/>
            <a:ext cx="8098500" cy="0"/>
          </a:xfrm>
          <a:prstGeom prst="straightConnector1">
            <a:avLst/>
          </a:prstGeom>
          <a:noFill/>
          <a:ln cap="flat" cmpd="sng" w="9525">
            <a:solidFill>
              <a:schemeClr val="lt1"/>
            </a:solidFill>
            <a:prstDash val="solid"/>
            <a:round/>
            <a:headEnd len="sm" w="sm" type="none"/>
            <a:tailEnd len="sm" w="sm" type="none"/>
          </a:ln>
        </p:spPr>
      </p:cxnSp>
      <p:cxnSp>
        <p:nvCxnSpPr>
          <p:cNvPr id="584" name="Google Shape;584;p26"/>
          <p:cNvCxnSpPr/>
          <p:nvPr/>
        </p:nvCxnSpPr>
        <p:spPr>
          <a:xfrm>
            <a:off x="1045950" y="4297588"/>
            <a:ext cx="8098500" cy="0"/>
          </a:xfrm>
          <a:prstGeom prst="straightConnector1">
            <a:avLst/>
          </a:prstGeom>
          <a:noFill/>
          <a:ln cap="flat" cmpd="sng" w="9525">
            <a:solidFill>
              <a:schemeClr val="lt1"/>
            </a:solidFill>
            <a:prstDash val="solid"/>
            <a:round/>
            <a:headEnd len="sm" w="sm" type="none"/>
            <a:tailEnd len="sm" w="sm" type="none"/>
          </a:ln>
        </p:spPr>
      </p:cxnSp>
      <p:cxnSp>
        <p:nvCxnSpPr>
          <p:cNvPr id="585" name="Google Shape;585;p26"/>
          <p:cNvCxnSpPr/>
          <p:nvPr/>
        </p:nvCxnSpPr>
        <p:spPr>
          <a:xfrm>
            <a:off x="1045950" y="1307575"/>
            <a:ext cx="8098500" cy="0"/>
          </a:xfrm>
          <a:prstGeom prst="straightConnector1">
            <a:avLst/>
          </a:prstGeom>
          <a:noFill/>
          <a:ln cap="flat" cmpd="sng" w="9525">
            <a:solidFill>
              <a:schemeClr val="lt1"/>
            </a:solidFill>
            <a:prstDash val="solid"/>
            <a:round/>
            <a:headEnd len="sm" w="sm" type="none"/>
            <a:tailEnd len="sm" w="sm" type="none"/>
          </a:ln>
        </p:spPr>
      </p:cxnSp>
      <p:sp>
        <p:nvSpPr>
          <p:cNvPr id="586" name="Google Shape;586;p26"/>
          <p:cNvSpPr txBox="1"/>
          <p:nvPr>
            <p:ph idx="1" type="subTitle"/>
          </p:nvPr>
        </p:nvSpPr>
        <p:spPr>
          <a:xfrm>
            <a:off x="1042100" y="666250"/>
            <a:ext cx="7581900" cy="6414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587" name="Google Shape;587;p26"/>
          <p:cNvSpPr txBox="1"/>
          <p:nvPr>
            <p:ph idx="2" type="subTitle"/>
          </p:nvPr>
        </p:nvSpPr>
        <p:spPr>
          <a:xfrm>
            <a:off x="1042100" y="1307575"/>
            <a:ext cx="7581900" cy="7455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588" name="Google Shape;588;p26"/>
          <p:cNvSpPr txBox="1"/>
          <p:nvPr>
            <p:ph idx="3" type="subTitle"/>
          </p:nvPr>
        </p:nvSpPr>
        <p:spPr>
          <a:xfrm>
            <a:off x="1042100" y="2052275"/>
            <a:ext cx="7581900" cy="7485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589" name="Google Shape;589;p26"/>
          <p:cNvSpPr txBox="1"/>
          <p:nvPr>
            <p:ph idx="4" type="subTitle"/>
          </p:nvPr>
        </p:nvSpPr>
        <p:spPr>
          <a:xfrm>
            <a:off x="1042100" y="2801150"/>
            <a:ext cx="7581900" cy="7413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590" name="Google Shape;590;p26"/>
          <p:cNvSpPr txBox="1"/>
          <p:nvPr>
            <p:ph idx="5" type="subTitle"/>
          </p:nvPr>
        </p:nvSpPr>
        <p:spPr>
          <a:xfrm>
            <a:off x="1042100" y="3542450"/>
            <a:ext cx="7581900" cy="7551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
        <p:nvSpPr>
          <p:cNvPr id="591" name="Google Shape;591;p26"/>
          <p:cNvSpPr txBox="1"/>
          <p:nvPr>
            <p:ph idx="6" type="subTitle"/>
          </p:nvPr>
        </p:nvSpPr>
        <p:spPr>
          <a:xfrm>
            <a:off x="1042100" y="4297650"/>
            <a:ext cx="7581900" cy="755100"/>
          </a:xfrm>
          <a:prstGeom prst="rect">
            <a:avLst/>
          </a:prstGeom>
        </p:spPr>
        <p:txBody>
          <a:bodyPr anchorCtr="0" anchor="ctr" bIns="91425" lIns="274300" spcFirstLastPara="1" rIns="91425" wrap="square" tIns="91425">
            <a:normAutofit/>
          </a:bodyPr>
          <a:lstStyle>
            <a:lvl1pPr lvl="0">
              <a:spcBef>
                <a:spcPts val="0"/>
              </a:spcBef>
              <a:spcAft>
                <a:spcPts val="0"/>
              </a:spcAft>
              <a:buSzPts val="2400"/>
              <a:buFont typeface="Gowun Batang"/>
              <a:buNone/>
              <a:defRPr sz="2400">
                <a:latin typeface="Gowun Batang"/>
                <a:ea typeface="Gowun Batang"/>
                <a:cs typeface="Gowun Batang"/>
                <a:sym typeface="Gowun Batang"/>
              </a:defRPr>
            </a:lvl1pPr>
            <a:lvl2pPr lvl="1">
              <a:spcBef>
                <a:spcPts val="800"/>
              </a:spcBef>
              <a:spcAft>
                <a:spcPts val="0"/>
              </a:spcAft>
              <a:buSzPts val="2400"/>
              <a:buFont typeface="Gowun Batang"/>
              <a:buNone/>
              <a:defRPr sz="2400">
                <a:latin typeface="Gowun Batang"/>
                <a:ea typeface="Gowun Batang"/>
                <a:cs typeface="Gowun Batang"/>
                <a:sym typeface="Gowun Batang"/>
              </a:defRPr>
            </a:lvl2pPr>
            <a:lvl3pPr lvl="2">
              <a:spcBef>
                <a:spcPts val="800"/>
              </a:spcBef>
              <a:spcAft>
                <a:spcPts val="0"/>
              </a:spcAft>
              <a:buSzPts val="2400"/>
              <a:buFont typeface="Gowun Batang"/>
              <a:buNone/>
              <a:defRPr sz="2400">
                <a:latin typeface="Gowun Batang"/>
                <a:ea typeface="Gowun Batang"/>
                <a:cs typeface="Gowun Batang"/>
                <a:sym typeface="Gowun Batang"/>
              </a:defRPr>
            </a:lvl3pPr>
            <a:lvl4pPr lvl="3">
              <a:spcBef>
                <a:spcPts val="800"/>
              </a:spcBef>
              <a:spcAft>
                <a:spcPts val="0"/>
              </a:spcAft>
              <a:buSzPts val="2400"/>
              <a:buFont typeface="Gowun Batang"/>
              <a:buNone/>
              <a:defRPr sz="2400">
                <a:latin typeface="Gowun Batang"/>
                <a:ea typeface="Gowun Batang"/>
                <a:cs typeface="Gowun Batang"/>
                <a:sym typeface="Gowun Batang"/>
              </a:defRPr>
            </a:lvl4pPr>
            <a:lvl5pPr lvl="4">
              <a:spcBef>
                <a:spcPts val="800"/>
              </a:spcBef>
              <a:spcAft>
                <a:spcPts val="0"/>
              </a:spcAft>
              <a:buSzPts val="2400"/>
              <a:buFont typeface="Gowun Batang"/>
              <a:buNone/>
              <a:defRPr sz="2400">
                <a:latin typeface="Gowun Batang"/>
                <a:ea typeface="Gowun Batang"/>
                <a:cs typeface="Gowun Batang"/>
                <a:sym typeface="Gowun Batang"/>
              </a:defRPr>
            </a:lvl5pPr>
            <a:lvl6pPr lvl="5">
              <a:spcBef>
                <a:spcPts val="800"/>
              </a:spcBef>
              <a:spcAft>
                <a:spcPts val="0"/>
              </a:spcAft>
              <a:buSzPts val="2400"/>
              <a:buFont typeface="Gowun Batang"/>
              <a:buNone/>
              <a:defRPr sz="2400">
                <a:latin typeface="Gowun Batang"/>
                <a:ea typeface="Gowun Batang"/>
                <a:cs typeface="Gowun Batang"/>
                <a:sym typeface="Gowun Batang"/>
              </a:defRPr>
            </a:lvl6pPr>
            <a:lvl7pPr lvl="6">
              <a:spcBef>
                <a:spcPts val="800"/>
              </a:spcBef>
              <a:spcAft>
                <a:spcPts val="0"/>
              </a:spcAft>
              <a:buSzPts val="2400"/>
              <a:buFont typeface="Gowun Batang"/>
              <a:buNone/>
              <a:defRPr sz="2400">
                <a:latin typeface="Gowun Batang"/>
                <a:ea typeface="Gowun Batang"/>
                <a:cs typeface="Gowun Batang"/>
                <a:sym typeface="Gowun Batang"/>
              </a:defRPr>
            </a:lvl7pPr>
            <a:lvl8pPr lvl="7">
              <a:spcBef>
                <a:spcPts val="800"/>
              </a:spcBef>
              <a:spcAft>
                <a:spcPts val="0"/>
              </a:spcAft>
              <a:buSzPts val="2400"/>
              <a:buFont typeface="Gowun Batang"/>
              <a:buNone/>
              <a:defRPr sz="2400">
                <a:latin typeface="Gowun Batang"/>
                <a:ea typeface="Gowun Batang"/>
                <a:cs typeface="Gowun Batang"/>
                <a:sym typeface="Gowun Batang"/>
              </a:defRPr>
            </a:lvl8pPr>
            <a:lvl9pPr lvl="8">
              <a:spcBef>
                <a:spcPts val="800"/>
              </a:spcBef>
              <a:spcAft>
                <a:spcPts val="800"/>
              </a:spcAft>
              <a:buSzPts val="2400"/>
              <a:buFont typeface="Gowun Batang"/>
              <a:buNone/>
              <a:defRPr sz="2400">
                <a:latin typeface="Gowun Batang"/>
                <a:ea typeface="Gowun Batang"/>
                <a:cs typeface="Gowun Batang"/>
                <a:sym typeface="Gowun Batang"/>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BLANK_1_1_3">
    <p:bg>
      <p:bgPr>
        <a:solidFill>
          <a:schemeClr val="lt2"/>
        </a:solidFill>
      </p:bgPr>
    </p:bg>
    <p:spTree>
      <p:nvGrpSpPr>
        <p:cNvPr id="592" name="Shape 592"/>
        <p:cNvGrpSpPr/>
        <p:nvPr/>
      </p:nvGrpSpPr>
      <p:grpSpPr>
        <a:xfrm>
          <a:off x="0" y="0"/>
          <a:ext cx="0" cy="0"/>
          <a:chOff x="0" y="0"/>
          <a:chExt cx="0" cy="0"/>
        </a:xfrm>
      </p:grpSpPr>
      <p:grpSp>
        <p:nvGrpSpPr>
          <p:cNvPr id="593" name="Google Shape;593;p27"/>
          <p:cNvGrpSpPr/>
          <p:nvPr/>
        </p:nvGrpSpPr>
        <p:grpSpPr>
          <a:xfrm rot="5400000">
            <a:off x="593777" y="548798"/>
            <a:ext cx="369896" cy="333900"/>
            <a:chOff x="96076" y="654376"/>
            <a:chExt cx="369896" cy="333900"/>
          </a:xfrm>
        </p:grpSpPr>
        <p:cxnSp>
          <p:nvCxnSpPr>
            <p:cNvPr id="594" name="Google Shape;594;p2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595" name="Google Shape;595;p2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596" name="Google Shape;596;p2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597" name="Google Shape;597;p27"/>
          <p:cNvSpPr txBox="1"/>
          <p:nvPr>
            <p:ph idx="1" type="body"/>
          </p:nvPr>
        </p:nvSpPr>
        <p:spPr>
          <a:xfrm>
            <a:off x="1042100" y="1307575"/>
            <a:ext cx="3977100" cy="3522300"/>
          </a:xfrm>
          <a:prstGeom prst="rect">
            <a:avLst/>
          </a:prstGeom>
        </p:spPr>
        <p:txBody>
          <a:bodyPr anchorCtr="0" anchor="t" bIns="91425" lIns="274300" spcFirstLastPara="1" rIns="91425" wrap="square" tIns="27430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cxnSp>
        <p:nvCxnSpPr>
          <p:cNvPr id="598" name="Google Shape;598;p27"/>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599" name="Google Shape;599;p2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00" name="Google Shape;600;p2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01" name="Google Shape;601;p27"/>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602" name="Google Shape;602;p27"/>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603" name="Google Shape;603;p27"/>
          <p:cNvSpPr txBox="1"/>
          <p:nvPr>
            <p:ph type="title"/>
          </p:nvPr>
        </p:nvSpPr>
        <p:spPr>
          <a:xfrm flipH="1">
            <a:off x="1040750" y="334850"/>
            <a:ext cx="7581900" cy="88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3200"/>
              <a:buFont typeface="Gowun Batang"/>
              <a:buNone/>
              <a:defRPr/>
            </a:lvl1pPr>
            <a:lvl2pPr lvl="1">
              <a:spcBef>
                <a:spcPts val="0"/>
              </a:spcBef>
              <a:spcAft>
                <a:spcPts val="0"/>
              </a:spcAft>
              <a:buClr>
                <a:schemeClr val="lt1"/>
              </a:buClr>
              <a:buSzPts val="3200"/>
              <a:buFont typeface="Gowun Batang"/>
              <a:buNone/>
              <a:defRPr/>
            </a:lvl2pPr>
            <a:lvl3pPr lvl="2">
              <a:spcBef>
                <a:spcPts val="0"/>
              </a:spcBef>
              <a:spcAft>
                <a:spcPts val="0"/>
              </a:spcAft>
              <a:buClr>
                <a:schemeClr val="lt1"/>
              </a:buClr>
              <a:buSzPts val="3200"/>
              <a:buFont typeface="Gowun Batang"/>
              <a:buNone/>
              <a:defRPr/>
            </a:lvl3pPr>
            <a:lvl4pPr lvl="3">
              <a:spcBef>
                <a:spcPts val="0"/>
              </a:spcBef>
              <a:spcAft>
                <a:spcPts val="0"/>
              </a:spcAft>
              <a:buClr>
                <a:schemeClr val="lt1"/>
              </a:buClr>
              <a:buSzPts val="3200"/>
              <a:buFont typeface="Gowun Batang"/>
              <a:buNone/>
              <a:defRPr/>
            </a:lvl4pPr>
            <a:lvl5pPr lvl="4">
              <a:spcBef>
                <a:spcPts val="0"/>
              </a:spcBef>
              <a:spcAft>
                <a:spcPts val="0"/>
              </a:spcAft>
              <a:buClr>
                <a:schemeClr val="lt1"/>
              </a:buClr>
              <a:buSzPts val="3200"/>
              <a:buFont typeface="Gowun Batang"/>
              <a:buNone/>
              <a:defRPr/>
            </a:lvl5pPr>
            <a:lvl6pPr lvl="5">
              <a:spcBef>
                <a:spcPts val="0"/>
              </a:spcBef>
              <a:spcAft>
                <a:spcPts val="0"/>
              </a:spcAft>
              <a:buClr>
                <a:schemeClr val="lt1"/>
              </a:buClr>
              <a:buSzPts val="3200"/>
              <a:buFont typeface="Gowun Batang"/>
              <a:buNone/>
              <a:defRPr/>
            </a:lvl6pPr>
            <a:lvl7pPr lvl="6">
              <a:spcBef>
                <a:spcPts val="0"/>
              </a:spcBef>
              <a:spcAft>
                <a:spcPts val="0"/>
              </a:spcAft>
              <a:buClr>
                <a:schemeClr val="lt1"/>
              </a:buClr>
              <a:buSzPts val="3200"/>
              <a:buFont typeface="Gowun Batang"/>
              <a:buNone/>
              <a:defRPr/>
            </a:lvl7pPr>
            <a:lvl8pPr lvl="7">
              <a:spcBef>
                <a:spcPts val="0"/>
              </a:spcBef>
              <a:spcAft>
                <a:spcPts val="0"/>
              </a:spcAft>
              <a:buClr>
                <a:schemeClr val="lt1"/>
              </a:buClr>
              <a:buSzPts val="3200"/>
              <a:buFont typeface="Gowun Batang"/>
              <a:buNone/>
              <a:defRPr/>
            </a:lvl8pPr>
            <a:lvl9pPr lvl="8">
              <a:spcBef>
                <a:spcPts val="0"/>
              </a:spcBef>
              <a:spcAft>
                <a:spcPts val="0"/>
              </a:spcAft>
              <a:buClr>
                <a:schemeClr val="lt1"/>
              </a:buClr>
              <a:buSzPts val="3200"/>
              <a:buFont typeface="Gowun Batang"/>
              <a:buNone/>
              <a:defRPr/>
            </a:lvl9pPr>
          </a:lstStyle>
          <a:p/>
        </p:txBody>
      </p:sp>
      <p:cxnSp>
        <p:nvCxnSpPr>
          <p:cNvPr id="604" name="Google Shape;604;p27"/>
          <p:cNvCxnSpPr/>
          <p:nvPr/>
        </p:nvCxnSpPr>
        <p:spPr>
          <a:xfrm>
            <a:off x="1042100" y="1217450"/>
            <a:ext cx="81024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BLANK_1">
    <p:bg>
      <p:bgPr>
        <a:solidFill>
          <a:schemeClr val="lt2"/>
        </a:solidFill>
      </p:bgPr>
    </p:bg>
    <p:spTree>
      <p:nvGrpSpPr>
        <p:cNvPr id="605" name="Shape 605"/>
        <p:cNvGrpSpPr/>
        <p:nvPr/>
      </p:nvGrpSpPr>
      <p:grpSpPr>
        <a:xfrm>
          <a:off x="0" y="0"/>
          <a:ext cx="0" cy="0"/>
          <a:chOff x="0" y="0"/>
          <a:chExt cx="0" cy="0"/>
        </a:xfrm>
      </p:grpSpPr>
      <p:sp>
        <p:nvSpPr>
          <p:cNvPr id="606" name="Google Shape;606;p28"/>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607" name="Google Shape;607;p28"/>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608" name="Google Shape;608;p28"/>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609" name="Google Shape;609;p2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10" name="Google Shape;610;p2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11" name="Google Shape;611;p28"/>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ALT 1">
  <p:cSld name="BLANK_1_6">
    <p:bg>
      <p:bgPr>
        <a:solidFill>
          <a:schemeClr val="lt2"/>
        </a:solidFill>
      </p:bgPr>
    </p:bg>
    <p:spTree>
      <p:nvGrpSpPr>
        <p:cNvPr id="612" name="Shape 612"/>
        <p:cNvGrpSpPr/>
        <p:nvPr/>
      </p:nvGrpSpPr>
      <p:grpSpPr>
        <a:xfrm>
          <a:off x="0" y="0"/>
          <a:ext cx="0" cy="0"/>
          <a:chOff x="0" y="0"/>
          <a:chExt cx="0" cy="0"/>
        </a:xfrm>
      </p:grpSpPr>
      <p:sp>
        <p:nvSpPr>
          <p:cNvPr id="613" name="Google Shape;613;p29"/>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614" name="Google Shape;614;p29"/>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615" name="Google Shape;615;p29"/>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616" name="Google Shape;616;p2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17" name="Google Shape;617;p2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618" name="Google Shape;618;p29"/>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619" name="Google Shape;619;p29"/>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620" name="Google Shape;620;p29"/>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621" name="Google Shape;621;p29"/>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3">
  <p:cSld name="BLANK_3">
    <p:bg>
      <p:bgPr>
        <a:solidFill>
          <a:schemeClr val="dk2"/>
        </a:solidFill>
      </p:bgPr>
    </p:bg>
    <p:spTree>
      <p:nvGrpSpPr>
        <p:cNvPr id="622" name="Shape 622"/>
        <p:cNvGrpSpPr/>
        <p:nvPr/>
      </p:nvGrpSpPr>
      <p:grpSpPr>
        <a:xfrm>
          <a:off x="0" y="0"/>
          <a:ext cx="0" cy="0"/>
          <a:chOff x="0" y="0"/>
          <a:chExt cx="0" cy="0"/>
        </a:xfrm>
      </p:grpSpPr>
      <p:grpSp>
        <p:nvGrpSpPr>
          <p:cNvPr id="623" name="Google Shape;623;p30"/>
          <p:cNvGrpSpPr/>
          <p:nvPr/>
        </p:nvGrpSpPr>
        <p:grpSpPr>
          <a:xfrm>
            <a:off x="-800" y="-150"/>
            <a:ext cx="9145250" cy="5144250"/>
            <a:chOff x="-800" y="-150"/>
            <a:chExt cx="9145250" cy="5144250"/>
          </a:xfrm>
        </p:grpSpPr>
        <p:cxnSp>
          <p:nvCxnSpPr>
            <p:cNvPr id="624" name="Google Shape;624;p30"/>
            <p:cNvCxnSpPr/>
            <p:nvPr/>
          </p:nvCxnSpPr>
          <p:spPr>
            <a:xfrm>
              <a:off x="514575" y="-15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625" name="Google Shape;625;p30"/>
            <p:cNvCxnSpPr/>
            <p:nvPr/>
          </p:nvCxnSpPr>
          <p:spPr>
            <a:xfrm rot="10800000">
              <a:off x="-800" y="52112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26" name="Google Shape;626;p30"/>
            <p:cNvCxnSpPr/>
            <p:nvPr/>
          </p:nvCxnSpPr>
          <p:spPr>
            <a:xfrm>
              <a:off x="7228800" y="450"/>
              <a:ext cx="0" cy="521400"/>
            </a:xfrm>
            <a:prstGeom prst="straightConnector1">
              <a:avLst/>
            </a:prstGeom>
            <a:noFill/>
            <a:ln cap="flat" cmpd="sng" w="9525">
              <a:solidFill>
                <a:schemeClr val="accent6"/>
              </a:solidFill>
              <a:prstDash val="solid"/>
              <a:round/>
              <a:headEnd len="sm" w="sm" type="none"/>
              <a:tailEnd len="sm" w="sm" type="none"/>
            </a:ln>
          </p:spPr>
        </p:cxnSp>
        <p:cxnSp>
          <p:nvCxnSpPr>
            <p:cNvPr id="627" name="Google Shape;627;p30"/>
            <p:cNvCxnSpPr/>
            <p:nvPr/>
          </p:nvCxnSpPr>
          <p:spPr>
            <a:xfrm>
              <a:off x="8622600" y="528"/>
              <a:ext cx="0" cy="5143200"/>
            </a:xfrm>
            <a:prstGeom prst="straightConnector1">
              <a:avLst/>
            </a:prstGeom>
            <a:noFill/>
            <a:ln cap="flat" cmpd="sng" w="9525">
              <a:solidFill>
                <a:schemeClr val="accent6"/>
              </a:solidFill>
              <a:prstDash val="solid"/>
              <a:round/>
              <a:headEnd len="sm" w="sm" type="none"/>
              <a:tailEnd len="sm" w="sm" type="none"/>
            </a:ln>
          </p:spPr>
        </p:cxnSp>
        <p:cxnSp>
          <p:nvCxnSpPr>
            <p:cNvPr id="628" name="Google Shape;628;p30"/>
            <p:cNvCxnSpPr/>
            <p:nvPr/>
          </p:nvCxnSpPr>
          <p:spPr>
            <a:xfrm rot="10800000">
              <a:off x="-450" y="36104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29" name="Google Shape;629;p30"/>
            <p:cNvCxnSpPr/>
            <p:nvPr/>
          </p:nvCxnSpPr>
          <p:spPr>
            <a:xfrm rot="10800000">
              <a:off x="-450" y="4619575"/>
              <a:ext cx="9144900" cy="0"/>
            </a:xfrm>
            <a:prstGeom prst="straightConnector1">
              <a:avLst/>
            </a:prstGeom>
            <a:noFill/>
            <a:ln cap="flat" cmpd="sng" w="9525">
              <a:solidFill>
                <a:schemeClr val="accent6"/>
              </a:solidFill>
              <a:prstDash val="solid"/>
              <a:round/>
              <a:headEnd len="sm" w="sm" type="none"/>
              <a:tailEnd len="sm" w="sm" type="none"/>
            </a:ln>
          </p:spPr>
        </p:cxnSp>
        <p:cxnSp>
          <p:nvCxnSpPr>
            <p:cNvPr id="630" name="Google Shape;630;p30"/>
            <p:cNvCxnSpPr/>
            <p:nvPr/>
          </p:nvCxnSpPr>
          <p:spPr>
            <a:xfrm>
              <a:off x="7228850" y="3609300"/>
              <a:ext cx="0" cy="1534800"/>
            </a:xfrm>
            <a:prstGeom prst="straightConnector1">
              <a:avLst/>
            </a:prstGeom>
            <a:noFill/>
            <a:ln cap="flat" cmpd="sng" w="9525">
              <a:solidFill>
                <a:schemeClr val="accent6"/>
              </a:solidFill>
              <a:prstDash val="solid"/>
              <a:round/>
              <a:headEnd len="sm" w="sm" type="none"/>
              <a:tailEnd len="sm" w="sm" type="none"/>
            </a:ln>
          </p:spPr>
        </p:cxnSp>
      </p:grpSp>
      <p:sp>
        <p:nvSpPr>
          <p:cNvPr id="631" name="Google Shape;631;p30"/>
          <p:cNvSpPr txBox="1"/>
          <p:nvPr>
            <p:ph type="title"/>
          </p:nvPr>
        </p:nvSpPr>
        <p:spPr>
          <a:xfrm>
            <a:off x="521800" y="1251350"/>
            <a:ext cx="8100900" cy="1531500"/>
          </a:xfrm>
          <a:prstGeom prst="rect">
            <a:avLst/>
          </a:prstGeom>
        </p:spPr>
        <p:txBody>
          <a:bodyPr anchorCtr="0" anchor="t" bIns="91425" lIns="274300" spcFirstLastPara="1" rIns="182875" wrap="square" tIns="91425">
            <a:normAutofit/>
          </a:bodyPr>
          <a:lstStyle>
            <a:lvl1pPr lvl="0">
              <a:lnSpc>
                <a:spcPct val="80000"/>
              </a:lnSpc>
              <a:spcBef>
                <a:spcPts val="0"/>
              </a:spcBef>
              <a:spcAft>
                <a:spcPts val="0"/>
              </a:spcAft>
              <a:buClr>
                <a:schemeClr val="dk1"/>
              </a:buClr>
              <a:buSzPts val="4400"/>
              <a:buFont typeface="Gowun Batang"/>
              <a:buNone/>
              <a:defRPr sz="4400">
                <a:solidFill>
                  <a:schemeClr val="dk1"/>
                </a:solidFill>
              </a:defRPr>
            </a:lvl1pPr>
            <a:lvl2pPr lvl="1">
              <a:lnSpc>
                <a:spcPct val="80000"/>
              </a:lnSpc>
              <a:spcBef>
                <a:spcPts val="0"/>
              </a:spcBef>
              <a:spcAft>
                <a:spcPts val="0"/>
              </a:spcAft>
              <a:buClr>
                <a:schemeClr val="dk1"/>
              </a:buClr>
              <a:buSzPts val="4400"/>
              <a:buFont typeface="Gowun Batang"/>
              <a:buNone/>
              <a:defRPr sz="4400">
                <a:solidFill>
                  <a:schemeClr val="dk1"/>
                </a:solidFill>
              </a:defRPr>
            </a:lvl2pPr>
            <a:lvl3pPr lvl="2">
              <a:lnSpc>
                <a:spcPct val="80000"/>
              </a:lnSpc>
              <a:spcBef>
                <a:spcPts val="0"/>
              </a:spcBef>
              <a:spcAft>
                <a:spcPts val="0"/>
              </a:spcAft>
              <a:buClr>
                <a:schemeClr val="dk1"/>
              </a:buClr>
              <a:buSzPts val="4400"/>
              <a:buFont typeface="Gowun Batang"/>
              <a:buNone/>
              <a:defRPr sz="4400">
                <a:solidFill>
                  <a:schemeClr val="dk1"/>
                </a:solidFill>
              </a:defRPr>
            </a:lvl3pPr>
            <a:lvl4pPr lvl="3">
              <a:lnSpc>
                <a:spcPct val="80000"/>
              </a:lnSpc>
              <a:spcBef>
                <a:spcPts val="0"/>
              </a:spcBef>
              <a:spcAft>
                <a:spcPts val="0"/>
              </a:spcAft>
              <a:buClr>
                <a:schemeClr val="dk1"/>
              </a:buClr>
              <a:buSzPts val="4400"/>
              <a:buFont typeface="Gowun Batang"/>
              <a:buNone/>
              <a:defRPr sz="4400">
                <a:solidFill>
                  <a:schemeClr val="dk1"/>
                </a:solidFill>
              </a:defRPr>
            </a:lvl4pPr>
            <a:lvl5pPr lvl="4">
              <a:lnSpc>
                <a:spcPct val="80000"/>
              </a:lnSpc>
              <a:spcBef>
                <a:spcPts val="0"/>
              </a:spcBef>
              <a:spcAft>
                <a:spcPts val="0"/>
              </a:spcAft>
              <a:buClr>
                <a:schemeClr val="dk1"/>
              </a:buClr>
              <a:buSzPts val="4400"/>
              <a:buFont typeface="Gowun Batang"/>
              <a:buNone/>
              <a:defRPr sz="4400">
                <a:solidFill>
                  <a:schemeClr val="dk1"/>
                </a:solidFill>
              </a:defRPr>
            </a:lvl5pPr>
            <a:lvl6pPr lvl="5">
              <a:lnSpc>
                <a:spcPct val="80000"/>
              </a:lnSpc>
              <a:spcBef>
                <a:spcPts val="0"/>
              </a:spcBef>
              <a:spcAft>
                <a:spcPts val="0"/>
              </a:spcAft>
              <a:buClr>
                <a:schemeClr val="dk1"/>
              </a:buClr>
              <a:buSzPts val="4400"/>
              <a:buFont typeface="Gowun Batang"/>
              <a:buNone/>
              <a:defRPr sz="4400">
                <a:solidFill>
                  <a:schemeClr val="dk1"/>
                </a:solidFill>
              </a:defRPr>
            </a:lvl6pPr>
            <a:lvl7pPr lvl="6">
              <a:lnSpc>
                <a:spcPct val="80000"/>
              </a:lnSpc>
              <a:spcBef>
                <a:spcPts val="0"/>
              </a:spcBef>
              <a:spcAft>
                <a:spcPts val="0"/>
              </a:spcAft>
              <a:buClr>
                <a:schemeClr val="dk1"/>
              </a:buClr>
              <a:buSzPts val="4400"/>
              <a:buFont typeface="Gowun Batang"/>
              <a:buNone/>
              <a:defRPr sz="4400">
                <a:solidFill>
                  <a:schemeClr val="dk1"/>
                </a:solidFill>
              </a:defRPr>
            </a:lvl7pPr>
            <a:lvl8pPr lvl="7">
              <a:lnSpc>
                <a:spcPct val="80000"/>
              </a:lnSpc>
              <a:spcBef>
                <a:spcPts val="0"/>
              </a:spcBef>
              <a:spcAft>
                <a:spcPts val="0"/>
              </a:spcAft>
              <a:buClr>
                <a:schemeClr val="dk1"/>
              </a:buClr>
              <a:buSzPts val="4400"/>
              <a:buFont typeface="Gowun Batang"/>
              <a:buNone/>
              <a:defRPr sz="4400">
                <a:solidFill>
                  <a:schemeClr val="dk1"/>
                </a:solidFill>
              </a:defRPr>
            </a:lvl8pPr>
            <a:lvl9pPr lvl="8">
              <a:lnSpc>
                <a:spcPct val="80000"/>
              </a:lnSpc>
              <a:spcBef>
                <a:spcPts val="0"/>
              </a:spcBef>
              <a:spcAft>
                <a:spcPts val="0"/>
              </a:spcAft>
              <a:buClr>
                <a:schemeClr val="dk1"/>
              </a:buClr>
              <a:buSzPts val="4400"/>
              <a:buFont typeface="Gowun Batang"/>
              <a:buNone/>
              <a:defRPr sz="4400">
                <a:solidFill>
                  <a:schemeClr val="dk1"/>
                </a:solidFill>
              </a:defRPr>
            </a:lvl9pPr>
          </a:lstStyle>
          <a:p/>
        </p:txBody>
      </p:sp>
      <p:sp>
        <p:nvSpPr>
          <p:cNvPr id="632" name="Google Shape;632;p30"/>
          <p:cNvSpPr txBox="1"/>
          <p:nvPr>
            <p:ph idx="1" type="subTitle"/>
          </p:nvPr>
        </p:nvSpPr>
        <p:spPr>
          <a:xfrm>
            <a:off x="521800" y="2782875"/>
            <a:ext cx="8100900" cy="338700"/>
          </a:xfrm>
          <a:prstGeom prst="rect">
            <a:avLst/>
          </a:prstGeom>
        </p:spPr>
        <p:txBody>
          <a:bodyPr anchorCtr="0" anchor="t" bIns="91425" lIns="274300" spcFirstLastPara="1" rIns="182875" wrap="square" tIns="91425">
            <a:normAutofit/>
          </a:bodyPr>
          <a:lstStyle>
            <a:lvl1pPr lvl="0">
              <a:spcBef>
                <a:spcPts val="0"/>
              </a:spcBef>
              <a:spcAft>
                <a:spcPts val="0"/>
              </a:spcAft>
              <a:buClr>
                <a:schemeClr val="accent3"/>
              </a:buClr>
              <a:buSzPts val="1000"/>
              <a:buFont typeface="Inter"/>
              <a:buNone/>
              <a:defRPr sz="1000">
                <a:solidFill>
                  <a:schemeClr val="accent3"/>
                </a:solidFill>
              </a:defRPr>
            </a:lvl1pPr>
            <a:lvl2pPr lvl="1">
              <a:spcBef>
                <a:spcPts val="0"/>
              </a:spcBef>
              <a:spcAft>
                <a:spcPts val="0"/>
              </a:spcAft>
              <a:buClr>
                <a:schemeClr val="accent3"/>
              </a:buClr>
              <a:buSzPts val="1000"/>
              <a:buFont typeface="Inter"/>
              <a:buNone/>
              <a:defRPr sz="1000">
                <a:solidFill>
                  <a:schemeClr val="accent3"/>
                </a:solidFill>
              </a:defRPr>
            </a:lvl2pPr>
            <a:lvl3pPr lvl="2">
              <a:spcBef>
                <a:spcPts val="0"/>
              </a:spcBef>
              <a:spcAft>
                <a:spcPts val="0"/>
              </a:spcAft>
              <a:buClr>
                <a:schemeClr val="accent3"/>
              </a:buClr>
              <a:buSzPts val="1000"/>
              <a:buFont typeface="Inter"/>
              <a:buNone/>
              <a:defRPr sz="1000">
                <a:solidFill>
                  <a:schemeClr val="accent3"/>
                </a:solidFill>
              </a:defRPr>
            </a:lvl3pPr>
            <a:lvl4pPr lvl="3">
              <a:spcBef>
                <a:spcPts val="0"/>
              </a:spcBef>
              <a:spcAft>
                <a:spcPts val="0"/>
              </a:spcAft>
              <a:buClr>
                <a:schemeClr val="accent3"/>
              </a:buClr>
              <a:buSzPts val="1000"/>
              <a:buFont typeface="Inter"/>
              <a:buNone/>
              <a:defRPr sz="1000">
                <a:solidFill>
                  <a:schemeClr val="accent3"/>
                </a:solidFill>
              </a:defRPr>
            </a:lvl4pPr>
            <a:lvl5pPr lvl="4">
              <a:spcBef>
                <a:spcPts val="0"/>
              </a:spcBef>
              <a:spcAft>
                <a:spcPts val="0"/>
              </a:spcAft>
              <a:buClr>
                <a:schemeClr val="accent3"/>
              </a:buClr>
              <a:buSzPts val="1000"/>
              <a:buFont typeface="Inter"/>
              <a:buNone/>
              <a:defRPr sz="1000">
                <a:solidFill>
                  <a:schemeClr val="accent3"/>
                </a:solidFill>
              </a:defRPr>
            </a:lvl5pPr>
            <a:lvl6pPr lvl="5">
              <a:spcBef>
                <a:spcPts val="0"/>
              </a:spcBef>
              <a:spcAft>
                <a:spcPts val="0"/>
              </a:spcAft>
              <a:buClr>
                <a:schemeClr val="accent3"/>
              </a:buClr>
              <a:buSzPts val="1000"/>
              <a:buFont typeface="Inter"/>
              <a:buNone/>
              <a:defRPr sz="1000">
                <a:solidFill>
                  <a:schemeClr val="accent3"/>
                </a:solidFill>
              </a:defRPr>
            </a:lvl6pPr>
            <a:lvl7pPr lvl="6">
              <a:spcBef>
                <a:spcPts val="0"/>
              </a:spcBef>
              <a:spcAft>
                <a:spcPts val="0"/>
              </a:spcAft>
              <a:buClr>
                <a:schemeClr val="accent3"/>
              </a:buClr>
              <a:buSzPts val="1000"/>
              <a:buFont typeface="Inter"/>
              <a:buNone/>
              <a:defRPr sz="1000">
                <a:solidFill>
                  <a:schemeClr val="accent3"/>
                </a:solidFill>
              </a:defRPr>
            </a:lvl7pPr>
            <a:lvl8pPr lvl="7">
              <a:spcBef>
                <a:spcPts val="0"/>
              </a:spcBef>
              <a:spcAft>
                <a:spcPts val="0"/>
              </a:spcAft>
              <a:buClr>
                <a:schemeClr val="accent3"/>
              </a:buClr>
              <a:buSzPts val="1000"/>
              <a:buFont typeface="Inter"/>
              <a:buNone/>
              <a:defRPr sz="1000">
                <a:solidFill>
                  <a:schemeClr val="accent3"/>
                </a:solidFill>
              </a:defRPr>
            </a:lvl8pPr>
            <a:lvl9pPr lvl="8">
              <a:spcBef>
                <a:spcPts val="0"/>
              </a:spcBef>
              <a:spcAft>
                <a:spcPts val="0"/>
              </a:spcAft>
              <a:buClr>
                <a:schemeClr val="accent3"/>
              </a:buClr>
              <a:buSzPts val="1000"/>
              <a:buFont typeface="Inter"/>
              <a:buNone/>
              <a:defRPr sz="1000">
                <a:solidFill>
                  <a:schemeClr val="accent3"/>
                </a:solidFill>
              </a:defRPr>
            </a:lvl9pPr>
          </a:lstStyle>
          <a:p/>
        </p:txBody>
      </p:sp>
      <p:sp>
        <p:nvSpPr>
          <p:cNvPr id="633" name="Google Shape;633;p30"/>
          <p:cNvSpPr txBox="1"/>
          <p:nvPr>
            <p:ph idx="2" type="subTitle"/>
          </p:nvPr>
        </p:nvSpPr>
        <p:spPr>
          <a:xfrm>
            <a:off x="518400" y="3609525"/>
            <a:ext cx="6710400" cy="1010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
        <p:nvSpPr>
          <p:cNvPr id="634" name="Google Shape;634;p30"/>
          <p:cNvSpPr txBox="1"/>
          <p:nvPr>
            <p:ph idx="3" type="subTitle"/>
          </p:nvPr>
        </p:nvSpPr>
        <p:spPr>
          <a:xfrm>
            <a:off x="3171350" y="11075"/>
            <a:ext cx="40575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
        <p:nvSpPr>
          <p:cNvPr id="635" name="Google Shape;635;p30"/>
          <p:cNvSpPr txBox="1"/>
          <p:nvPr>
            <p:ph idx="4" type="subTitle"/>
          </p:nvPr>
        </p:nvSpPr>
        <p:spPr>
          <a:xfrm>
            <a:off x="7228800" y="11075"/>
            <a:ext cx="1393800" cy="5082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a:buNone/>
              <a:defRPr sz="1000">
                <a:solidFill>
                  <a:schemeClr val="dk1"/>
                </a:solidFill>
              </a:defRPr>
            </a:lvl1pPr>
            <a:lvl2pPr lvl="1" algn="r">
              <a:spcBef>
                <a:spcPts val="0"/>
              </a:spcBef>
              <a:spcAft>
                <a:spcPts val="0"/>
              </a:spcAft>
              <a:buClr>
                <a:schemeClr val="dk1"/>
              </a:buClr>
              <a:buSzPts val="1000"/>
              <a:buFont typeface="Inter"/>
              <a:buNone/>
              <a:defRPr sz="1000">
                <a:solidFill>
                  <a:schemeClr val="dk1"/>
                </a:solidFill>
              </a:defRPr>
            </a:lvl2pPr>
            <a:lvl3pPr lvl="2" algn="r">
              <a:spcBef>
                <a:spcPts val="0"/>
              </a:spcBef>
              <a:spcAft>
                <a:spcPts val="0"/>
              </a:spcAft>
              <a:buClr>
                <a:schemeClr val="dk1"/>
              </a:buClr>
              <a:buSzPts val="1000"/>
              <a:buFont typeface="Inter"/>
              <a:buNone/>
              <a:defRPr sz="1000">
                <a:solidFill>
                  <a:schemeClr val="dk1"/>
                </a:solidFill>
              </a:defRPr>
            </a:lvl3pPr>
            <a:lvl4pPr lvl="3" algn="r">
              <a:spcBef>
                <a:spcPts val="0"/>
              </a:spcBef>
              <a:spcAft>
                <a:spcPts val="0"/>
              </a:spcAft>
              <a:buClr>
                <a:schemeClr val="dk1"/>
              </a:buClr>
              <a:buSzPts val="1000"/>
              <a:buFont typeface="Inter"/>
              <a:buNone/>
              <a:defRPr sz="1000">
                <a:solidFill>
                  <a:schemeClr val="dk1"/>
                </a:solidFill>
              </a:defRPr>
            </a:lvl4pPr>
            <a:lvl5pPr lvl="4" algn="r">
              <a:spcBef>
                <a:spcPts val="0"/>
              </a:spcBef>
              <a:spcAft>
                <a:spcPts val="0"/>
              </a:spcAft>
              <a:buClr>
                <a:schemeClr val="dk1"/>
              </a:buClr>
              <a:buSzPts val="1000"/>
              <a:buFont typeface="Inter"/>
              <a:buNone/>
              <a:defRPr sz="1000">
                <a:solidFill>
                  <a:schemeClr val="dk1"/>
                </a:solidFill>
              </a:defRPr>
            </a:lvl5pPr>
            <a:lvl6pPr lvl="5" algn="r">
              <a:spcBef>
                <a:spcPts val="0"/>
              </a:spcBef>
              <a:spcAft>
                <a:spcPts val="0"/>
              </a:spcAft>
              <a:buClr>
                <a:schemeClr val="dk1"/>
              </a:buClr>
              <a:buSzPts val="1000"/>
              <a:buFont typeface="Inter"/>
              <a:buNone/>
              <a:defRPr sz="1000">
                <a:solidFill>
                  <a:schemeClr val="dk1"/>
                </a:solidFill>
              </a:defRPr>
            </a:lvl6pPr>
            <a:lvl7pPr lvl="6" algn="r">
              <a:spcBef>
                <a:spcPts val="0"/>
              </a:spcBef>
              <a:spcAft>
                <a:spcPts val="0"/>
              </a:spcAft>
              <a:buClr>
                <a:schemeClr val="dk1"/>
              </a:buClr>
              <a:buSzPts val="1000"/>
              <a:buFont typeface="Inter"/>
              <a:buNone/>
              <a:defRPr sz="1000">
                <a:solidFill>
                  <a:schemeClr val="dk1"/>
                </a:solidFill>
              </a:defRPr>
            </a:lvl7pPr>
            <a:lvl8pPr lvl="7" algn="r">
              <a:spcBef>
                <a:spcPts val="0"/>
              </a:spcBef>
              <a:spcAft>
                <a:spcPts val="0"/>
              </a:spcAft>
              <a:buClr>
                <a:schemeClr val="dk1"/>
              </a:buClr>
              <a:buSzPts val="1000"/>
              <a:buFont typeface="Inter"/>
              <a:buNone/>
              <a:defRPr sz="1000">
                <a:solidFill>
                  <a:schemeClr val="dk1"/>
                </a:solidFill>
              </a:defRPr>
            </a:lvl8pPr>
            <a:lvl9pPr lvl="8" algn="r">
              <a:spcBef>
                <a:spcPts val="0"/>
              </a:spcBef>
              <a:spcAft>
                <a:spcPts val="0"/>
              </a:spcAft>
              <a:buClr>
                <a:schemeClr val="dk1"/>
              </a:buClr>
              <a:buSzPts val="1000"/>
              <a:buFont typeface="Inter"/>
              <a:buNone/>
              <a:defRPr sz="1000">
                <a:solidFill>
                  <a:schemeClr val="dk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6">
  <p:cSld name="BLANK_2">
    <p:bg>
      <p:bgPr>
        <a:solidFill>
          <a:schemeClr val="dk2"/>
        </a:solidFill>
      </p:bgPr>
    </p:bg>
    <p:spTree>
      <p:nvGrpSpPr>
        <p:cNvPr id="636" name="Shape 636"/>
        <p:cNvGrpSpPr/>
        <p:nvPr/>
      </p:nvGrpSpPr>
      <p:grpSpPr>
        <a:xfrm>
          <a:off x="0" y="0"/>
          <a:ext cx="0" cy="0"/>
          <a:chOff x="0" y="0"/>
          <a:chExt cx="0" cy="0"/>
        </a:xfrm>
      </p:grpSpPr>
      <p:cxnSp>
        <p:nvCxnSpPr>
          <p:cNvPr id="637" name="Google Shape;637;p31"/>
          <p:cNvCxnSpPr/>
          <p:nvPr/>
        </p:nvCxnSpPr>
        <p:spPr>
          <a:xfrm>
            <a:off x="514575"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38" name="Google Shape;638;p31"/>
          <p:cNvCxnSpPr/>
          <p:nvPr/>
        </p:nvCxnSpPr>
        <p:spPr>
          <a:xfrm>
            <a:off x="8622600"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39" name="Google Shape;639;p31"/>
          <p:cNvCxnSpPr/>
          <p:nvPr/>
        </p:nvCxnSpPr>
        <p:spPr>
          <a:xfrm>
            <a:off x="-675" y="5211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40" name="Google Shape;640;p31"/>
          <p:cNvCxnSpPr/>
          <p:nvPr/>
        </p:nvCxnSpPr>
        <p:spPr>
          <a:xfrm>
            <a:off x="-675" y="46194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41" name="Google Shape;641;p31"/>
          <p:cNvCxnSpPr/>
          <p:nvPr/>
        </p:nvCxnSpPr>
        <p:spPr>
          <a:xfrm>
            <a:off x="-675" y="3464200"/>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42" name="Google Shape;642;p31"/>
          <p:cNvCxnSpPr/>
          <p:nvPr/>
        </p:nvCxnSpPr>
        <p:spPr>
          <a:xfrm>
            <a:off x="516375" y="4043175"/>
            <a:ext cx="8111100" cy="0"/>
          </a:xfrm>
          <a:prstGeom prst="straightConnector1">
            <a:avLst/>
          </a:prstGeom>
          <a:noFill/>
          <a:ln cap="flat" cmpd="sng" w="9525">
            <a:solidFill>
              <a:schemeClr val="accent6"/>
            </a:solidFill>
            <a:prstDash val="solid"/>
            <a:round/>
            <a:headEnd len="sm" w="sm" type="none"/>
            <a:tailEnd len="sm" w="sm" type="none"/>
          </a:ln>
        </p:spPr>
      </p:cxnSp>
      <p:cxnSp>
        <p:nvCxnSpPr>
          <p:cNvPr id="643" name="Google Shape;643;p31"/>
          <p:cNvCxnSpPr/>
          <p:nvPr/>
        </p:nvCxnSpPr>
        <p:spPr>
          <a:xfrm>
            <a:off x="4572000" y="3464200"/>
            <a:ext cx="0" cy="576300"/>
          </a:xfrm>
          <a:prstGeom prst="straightConnector1">
            <a:avLst/>
          </a:prstGeom>
          <a:noFill/>
          <a:ln cap="flat" cmpd="sng" w="9525">
            <a:solidFill>
              <a:schemeClr val="accent6"/>
            </a:solidFill>
            <a:prstDash val="solid"/>
            <a:round/>
            <a:headEnd len="sm" w="sm" type="none"/>
            <a:tailEnd len="sm" w="sm" type="none"/>
          </a:ln>
        </p:spPr>
      </p:cxnSp>
      <p:sp>
        <p:nvSpPr>
          <p:cNvPr id="644" name="Google Shape;644;p31"/>
          <p:cNvSpPr txBox="1"/>
          <p:nvPr>
            <p:ph type="title"/>
          </p:nvPr>
        </p:nvSpPr>
        <p:spPr>
          <a:xfrm>
            <a:off x="511600" y="913900"/>
            <a:ext cx="8111100" cy="1602000"/>
          </a:xfrm>
          <a:prstGeom prst="rect">
            <a:avLst/>
          </a:prstGeom>
        </p:spPr>
        <p:txBody>
          <a:bodyPr anchorCtr="0" anchor="ctr" bIns="91425" lIns="91425" spcFirstLastPara="1" rIns="91425" wrap="square" tIns="91425">
            <a:normAutofit/>
          </a:bodyPr>
          <a:lstStyle>
            <a:lvl1pPr lvl="0" algn="ctr">
              <a:lnSpc>
                <a:spcPct val="80000"/>
              </a:lnSpc>
              <a:spcBef>
                <a:spcPts val="0"/>
              </a:spcBef>
              <a:spcAft>
                <a:spcPts val="0"/>
              </a:spcAft>
              <a:buClr>
                <a:schemeClr val="dk1"/>
              </a:buClr>
              <a:buSzPts val="4400"/>
              <a:buFont typeface="Gowun Batang"/>
              <a:buNone/>
              <a:defRPr sz="4400">
                <a:solidFill>
                  <a:schemeClr val="dk1"/>
                </a:solidFill>
              </a:defRPr>
            </a:lvl1pPr>
            <a:lvl2pPr lvl="1" algn="ctr">
              <a:lnSpc>
                <a:spcPct val="80000"/>
              </a:lnSpc>
              <a:spcBef>
                <a:spcPts val="0"/>
              </a:spcBef>
              <a:spcAft>
                <a:spcPts val="0"/>
              </a:spcAft>
              <a:buClr>
                <a:schemeClr val="dk1"/>
              </a:buClr>
              <a:buSzPts val="5500"/>
              <a:buFont typeface="Gowun Batang"/>
              <a:buNone/>
              <a:defRPr sz="5500">
                <a:solidFill>
                  <a:schemeClr val="dk1"/>
                </a:solidFill>
              </a:defRPr>
            </a:lvl2pPr>
            <a:lvl3pPr lvl="2" algn="ctr">
              <a:lnSpc>
                <a:spcPct val="80000"/>
              </a:lnSpc>
              <a:spcBef>
                <a:spcPts val="0"/>
              </a:spcBef>
              <a:spcAft>
                <a:spcPts val="0"/>
              </a:spcAft>
              <a:buClr>
                <a:schemeClr val="dk1"/>
              </a:buClr>
              <a:buSzPts val="5500"/>
              <a:buFont typeface="Gowun Batang"/>
              <a:buNone/>
              <a:defRPr sz="5500">
                <a:solidFill>
                  <a:schemeClr val="dk1"/>
                </a:solidFill>
              </a:defRPr>
            </a:lvl3pPr>
            <a:lvl4pPr lvl="3" algn="ctr">
              <a:lnSpc>
                <a:spcPct val="80000"/>
              </a:lnSpc>
              <a:spcBef>
                <a:spcPts val="0"/>
              </a:spcBef>
              <a:spcAft>
                <a:spcPts val="0"/>
              </a:spcAft>
              <a:buClr>
                <a:schemeClr val="dk1"/>
              </a:buClr>
              <a:buSzPts val="5500"/>
              <a:buFont typeface="Gowun Batang"/>
              <a:buNone/>
              <a:defRPr sz="5500">
                <a:solidFill>
                  <a:schemeClr val="dk1"/>
                </a:solidFill>
              </a:defRPr>
            </a:lvl4pPr>
            <a:lvl5pPr lvl="4" algn="ctr">
              <a:lnSpc>
                <a:spcPct val="80000"/>
              </a:lnSpc>
              <a:spcBef>
                <a:spcPts val="0"/>
              </a:spcBef>
              <a:spcAft>
                <a:spcPts val="0"/>
              </a:spcAft>
              <a:buClr>
                <a:schemeClr val="dk1"/>
              </a:buClr>
              <a:buSzPts val="5500"/>
              <a:buFont typeface="Gowun Batang"/>
              <a:buNone/>
              <a:defRPr sz="5500">
                <a:solidFill>
                  <a:schemeClr val="dk1"/>
                </a:solidFill>
              </a:defRPr>
            </a:lvl5pPr>
            <a:lvl6pPr lvl="5" algn="ctr">
              <a:lnSpc>
                <a:spcPct val="80000"/>
              </a:lnSpc>
              <a:spcBef>
                <a:spcPts val="0"/>
              </a:spcBef>
              <a:spcAft>
                <a:spcPts val="0"/>
              </a:spcAft>
              <a:buClr>
                <a:schemeClr val="dk1"/>
              </a:buClr>
              <a:buSzPts val="5500"/>
              <a:buFont typeface="Gowun Batang"/>
              <a:buNone/>
              <a:defRPr sz="5500">
                <a:solidFill>
                  <a:schemeClr val="dk1"/>
                </a:solidFill>
              </a:defRPr>
            </a:lvl6pPr>
            <a:lvl7pPr lvl="6" algn="ctr">
              <a:lnSpc>
                <a:spcPct val="80000"/>
              </a:lnSpc>
              <a:spcBef>
                <a:spcPts val="0"/>
              </a:spcBef>
              <a:spcAft>
                <a:spcPts val="0"/>
              </a:spcAft>
              <a:buClr>
                <a:schemeClr val="dk1"/>
              </a:buClr>
              <a:buSzPts val="5500"/>
              <a:buFont typeface="Gowun Batang"/>
              <a:buNone/>
              <a:defRPr sz="5500">
                <a:solidFill>
                  <a:schemeClr val="dk1"/>
                </a:solidFill>
              </a:defRPr>
            </a:lvl7pPr>
            <a:lvl8pPr lvl="7" algn="ctr">
              <a:lnSpc>
                <a:spcPct val="80000"/>
              </a:lnSpc>
              <a:spcBef>
                <a:spcPts val="0"/>
              </a:spcBef>
              <a:spcAft>
                <a:spcPts val="0"/>
              </a:spcAft>
              <a:buClr>
                <a:schemeClr val="dk1"/>
              </a:buClr>
              <a:buSzPts val="5500"/>
              <a:buFont typeface="Gowun Batang"/>
              <a:buNone/>
              <a:defRPr sz="5500">
                <a:solidFill>
                  <a:schemeClr val="dk1"/>
                </a:solidFill>
              </a:defRPr>
            </a:lvl8pPr>
            <a:lvl9pPr lvl="8" algn="ctr">
              <a:lnSpc>
                <a:spcPct val="80000"/>
              </a:lnSpc>
              <a:spcBef>
                <a:spcPts val="0"/>
              </a:spcBef>
              <a:spcAft>
                <a:spcPts val="0"/>
              </a:spcAft>
              <a:buClr>
                <a:schemeClr val="dk1"/>
              </a:buClr>
              <a:buSzPts val="5500"/>
              <a:buFont typeface="Gowun Batang"/>
              <a:buNone/>
              <a:defRPr sz="5500">
                <a:solidFill>
                  <a:schemeClr val="dk1"/>
                </a:solidFill>
              </a:defRPr>
            </a:lvl9pPr>
          </a:lstStyle>
          <a:p/>
        </p:txBody>
      </p:sp>
      <p:sp>
        <p:nvSpPr>
          <p:cNvPr id="645" name="Google Shape;645;p31"/>
          <p:cNvSpPr txBox="1"/>
          <p:nvPr>
            <p:ph idx="1" type="subTitle"/>
          </p:nvPr>
        </p:nvSpPr>
        <p:spPr>
          <a:xfrm>
            <a:off x="511500" y="2515913"/>
            <a:ext cx="8111100" cy="3693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accent3"/>
              </a:buClr>
              <a:buSzPts val="1200"/>
              <a:buFont typeface="Inter"/>
              <a:buNone/>
              <a:defRPr>
                <a:solidFill>
                  <a:schemeClr val="accent3"/>
                </a:solidFill>
              </a:defRPr>
            </a:lvl1pPr>
            <a:lvl2pPr lvl="1" algn="ctr">
              <a:spcBef>
                <a:spcPts val="0"/>
              </a:spcBef>
              <a:spcAft>
                <a:spcPts val="0"/>
              </a:spcAft>
              <a:buClr>
                <a:schemeClr val="accent3"/>
              </a:buClr>
              <a:buSzPts val="1200"/>
              <a:buFont typeface="Inter"/>
              <a:buNone/>
              <a:defRPr>
                <a:solidFill>
                  <a:schemeClr val="accent3"/>
                </a:solidFill>
              </a:defRPr>
            </a:lvl2pPr>
            <a:lvl3pPr lvl="2" algn="ctr">
              <a:spcBef>
                <a:spcPts val="0"/>
              </a:spcBef>
              <a:spcAft>
                <a:spcPts val="0"/>
              </a:spcAft>
              <a:buClr>
                <a:schemeClr val="accent3"/>
              </a:buClr>
              <a:buSzPts val="1200"/>
              <a:buFont typeface="Inter"/>
              <a:buNone/>
              <a:defRPr>
                <a:solidFill>
                  <a:schemeClr val="accent3"/>
                </a:solidFill>
              </a:defRPr>
            </a:lvl3pPr>
            <a:lvl4pPr lvl="3" algn="ctr">
              <a:spcBef>
                <a:spcPts val="0"/>
              </a:spcBef>
              <a:spcAft>
                <a:spcPts val="0"/>
              </a:spcAft>
              <a:buClr>
                <a:schemeClr val="accent3"/>
              </a:buClr>
              <a:buSzPts val="1200"/>
              <a:buFont typeface="Inter"/>
              <a:buNone/>
              <a:defRPr>
                <a:solidFill>
                  <a:schemeClr val="accent3"/>
                </a:solidFill>
              </a:defRPr>
            </a:lvl4pPr>
            <a:lvl5pPr lvl="4" algn="ctr">
              <a:spcBef>
                <a:spcPts val="0"/>
              </a:spcBef>
              <a:spcAft>
                <a:spcPts val="0"/>
              </a:spcAft>
              <a:buClr>
                <a:schemeClr val="accent3"/>
              </a:buClr>
              <a:buSzPts val="1200"/>
              <a:buFont typeface="Inter"/>
              <a:buNone/>
              <a:defRPr>
                <a:solidFill>
                  <a:schemeClr val="accent3"/>
                </a:solidFill>
              </a:defRPr>
            </a:lvl5pPr>
            <a:lvl6pPr lvl="5" algn="ctr">
              <a:spcBef>
                <a:spcPts val="0"/>
              </a:spcBef>
              <a:spcAft>
                <a:spcPts val="0"/>
              </a:spcAft>
              <a:buClr>
                <a:schemeClr val="accent3"/>
              </a:buClr>
              <a:buSzPts val="1200"/>
              <a:buFont typeface="Inter"/>
              <a:buNone/>
              <a:defRPr>
                <a:solidFill>
                  <a:schemeClr val="accent3"/>
                </a:solidFill>
              </a:defRPr>
            </a:lvl6pPr>
            <a:lvl7pPr lvl="6" algn="ctr">
              <a:spcBef>
                <a:spcPts val="0"/>
              </a:spcBef>
              <a:spcAft>
                <a:spcPts val="0"/>
              </a:spcAft>
              <a:buClr>
                <a:schemeClr val="accent3"/>
              </a:buClr>
              <a:buSzPts val="1200"/>
              <a:buFont typeface="Inter"/>
              <a:buNone/>
              <a:defRPr>
                <a:solidFill>
                  <a:schemeClr val="accent3"/>
                </a:solidFill>
              </a:defRPr>
            </a:lvl7pPr>
            <a:lvl8pPr lvl="7" algn="ctr">
              <a:spcBef>
                <a:spcPts val="0"/>
              </a:spcBef>
              <a:spcAft>
                <a:spcPts val="0"/>
              </a:spcAft>
              <a:buClr>
                <a:schemeClr val="accent3"/>
              </a:buClr>
              <a:buSzPts val="1200"/>
              <a:buFont typeface="Inter"/>
              <a:buNone/>
              <a:defRPr>
                <a:solidFill>
                  <a:schemeClr val="accent3"/>
                </a:solidFill>
              </a:defRPr>
            </a:lvl8pPr>
            <a:lvl9pPr lvl="8" algn="ctr">
              <a:spcBef>
                <a:spcPts val="0"/>
              </a:spcBef>
              <a:spcAft>
                <a:spcPts val="0"/>
              </a:spcAft>
              <a:buClr>
                <a:schemeClr val="accent3"/>
              </a:buClr>
              <a:buSzPts val="1200"/>
              <a:buFont typeface="Inter"/>
              <a:buNone/>
              <a:defRPr>
                <a:solidFill>
                  <a:schemeClr val="accent3"/>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ALT 4">
  <p:cSld name="BLANK_2_2">
    <p:bg>
      <p:bgPr>
        <a:solidFill>
          <a:schemeClr val="dk2"/>
        </a:solidFill>
      </p:bgPr>
    </p:bg>
    <p:spTree>
      <p:nvGrpSpPr>
        <p:cNvPr id="646" name="Shape 646"/>
        <p:cNvGrpSpPr/>
        <p:nvPr/>
      </p:nvGrpSpPr>
      <p:grpSpPr>
        <a:xfrm>
          <a:off x="0" y="0"/>
          <a:ext cx="0" cy="0"/>
          <a:chOff x="0" y="0"/>
          <a:chExt cx="0" cy="0"/>
        </a:xfrm>
      </p:grpSpPr>
      <p:sp>
        <p:nvSpPr>
          <p:cNvPr id="647" name="Google Shape;647;p32"/>
          <p:cNvSpPr txBox="1"/>
          <p:nvPr>
            <p:ph idx="1" type="subTitle"/>
          </p:nvPr>
        </p:nvSpPr>
        <p:spPr>
          <a:xfrm>
            <a:off x="514575" y="3467000"/>
            <a:ext cx="4057500" cy="576300"/>
          </a:xfrm>
          <a:prstGeom prst="rect">
            <a:avLst/>
          </a:prstGeom>
          <a:ln cap="flat" cmpd="sng" w="9525">
            <a:solidFill>
              <a:schemeClr val="accent6"/>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648" name="Google Shape;648;p32"/>
          <p:cNvSpPr txBox="1"/>
          <p:nvPr>
            <p:ph idx="2" type="subTitle"/>
          </p:nvPr>
        </p:nvSpPr>
        <p:spPr>
          <a:xfrm>
            <a:off x="4572000" y="3467000"/>
            <a:ext cx="40575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649" name="Google Shape;649;p32"/>
          <p:cNvSpPr txBox="1"/>
          <p:nvPr>
            <p:ph idx="3" type="subTitle"/>
          </p:nvPr>
        </p:nvSpPr>
        <p:spPr>
          <a:xfrm>
            <a:off x="518400" y="4043175"/>
            <a:ext cx="81111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cxnSp>
        <p:nvCxnSpPr>
          <p:cNvPr id="650" name="Google Shape;650;p32"/>
          <p:cNvCxnSpPr/>
          <p:nvPr/>
        </p:nvCxnSpPr>
        <p:spPr>
          <a:xfrm>
            <a:off x="514575"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51" name="Google Shape;651;p32"/>
          <p:cNvCxnSpPr/>
          <p:nvPr/>
        </p:nvCxnSpPr>
        <p:spPr>
          <a:xfrm>
            <a:off x="8622600"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52" name="Google Shape;652;p32"/>
          <p:cNvCxnSpPr/>
          <p:nvPr/>
        </p:nvCxnSpPr>
        <p:spPr>
          <a:xfrm>
            <a:off x="-675" y="5211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53" name="Google Shape;653;p32"/>
          <p:cNvCxnSpPr/>
          <p:nvPr/>
        </p:nvCxnSpPr>
        <p:spPr>
          <a:xfrm>
            <a:off x="-675" y="46194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54" name="Google Shape;654;p32"/>
          <p:cNvCxnSpPr/>
          <p:nvPr/>
        </p:nvCxnSpPr>
        <p:spPr>
          <a:xfrm>
            <a:off x="-675" y="3464200"/>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55" name="Google Shape;655;p32"/>
          <p:cNvCxnSpPr/>
          <p:nvPr/>
        </p:nvCxnSpPr>
        <p:spPr>
          <a:xfrm>
            <a:off x="516375" y="4043175"/>
            <a:ext cx="8111100" cy="0"/>
          </a:xfrm>
          <a:prstGeom prst="straightConnector1">
            <a:avLst/>
          </a:prstGeom>
          <a:noFill/>
          <a:ln cap="flat" cmpd="sng" w="9525">
            <a:solidFill>
              <a:schemeClr val="accent6"/>
            </a:solidFill>
            <a:prstDash val="solid"/>
            <a:round/>
            <a:headEnd len="sm" w="sm" type="none"/>
            <a:tailEnd len="sm" w="sm" type="none"/>
          </a:ln>
        </p:spPr>
      </p:cxnSp>
      <p:cxnSp>
        <p:nvCxnSpPr>
          <p:cNvPr id="656" name="Google Shape;656;p32"/>
          <p:cNvCxnSpPr/>
          <p:nvPr/>
        </p:nvCxnSpPr>
        <p:spPr>
          <a:xfrm>
            <a:off x="4572000" y="3464200"/>
            <a:ext cx="0" cy="576300"/>
          </a:xfrm>
          <a:prstGeom prst="straightConnector1">
            <a:avLst/>
          </a:prstGeom>
          <a:noFill/>
          <a:ln cap="flat" cmpd="sng" w="9525">
            <a:solidFill>
              <a:schemeClr val="accent6"/>
            </a:solidFill>
            <a:prstDash val="solid"/>
            <a:round/>
            <a:headEnd len="sm" w="sm" type="none"/>
            <a:tailEnd len="sm" w="sm" type="none"/>
          </a:ln>
        </p:spPr>
      </p:cxnSp>
      <p:sp>
        <p:nvSpPr>
          <p:cNvPr id="657" name="Google Shape;657;p32"/>
          <p:cNvSpPr txBox="1"/>
          <p:nvPr>
            <p:ph type="title"/>
          </p:nvPr>
        </p:nvSpPr>
        <p:spPr>
          <a:xfrm>
            <a:off x="511600" y="913900"/>
            <a:ext cx="8111100" cy="1602000"/>
          </a:xfrm>
          <a:prstGeom prst="rect">
            <a:avLst/>
          </a:prstGeom>
        </p:spPr>
        <p:txBody>
          <a:bodyPr anchorCtr="0" anchor="ctr" bIns="91425" lIns="91425" spcFirstLastPara="1" rIns="91425" wrap="square" tIns="91425">
            <a:normAutofit/>
          </a:bodyPr>
          <a:lstStyle>
            <a:lvl1pPr lvl="0" algn="ctr">
              <a:lnSpc>
                <a:spcPct val="80000"/>
              </a:lnSpc>
              <a:spcBef>
                <a:spcPts val="0"/>
              </a:spcBef>
              <a:spcAft>
                <a:spcPts val="0"/>
              </a:spcAft>
              <a:buClr>
                <a:schemeClr val="dk1"/>
              </a:buClr>
              <a:buSzPts val="4400"/>
              <a:buFont typeface="Gowun Batang"/>
              <a:buNone/>
              <a:defRPr sz="4400">
                <a:solidFill>
                  <a:schemeClr val="dk1"/>
                </a:solidFill>
              </a:defRPr>
            </a:lvl1pPr>
            <a:lvl2pPr lvl="1" algn="ctr">
              <a:lnSpc>
                <a:spcPct val="80000"/>
              </a:lnSpc>
              <a:spcBef>
                <a:spcPts val="0"/>
              </a:spcBef>
              <a:spcAft>
                <a:spcPts val="0"/>
              </a:spcAft>
              <a:buClr>
                <a:schemeClr val="dk1"/>
              </a:buClr>
              <a:buSzPts val="5500"/>
              <a:buFont typeface="Gowun Batang"/>
              <a:buNone/>
              <a:defRPr sz="5500">
                <a:solidFill>
                  <a:schemeClr val="dk1"/>
                </a:solidFill>
              </a:defRPr>
            </a:lvl2pPr>
            <a:lvl3pPr lvl="2" algn="ctr">
              <a:lnSpc>
                <a:spcPct val="80000"/>
              </a:lnSpc>
              <a:spcBef>
                <a:spcPts val="0"/>
              </a:spcBef>
              <a:spcAft>
                <a:spcPts val="0"/>
              </a:spcAft>
              <a:buClr>
                <a:schemeClr val="dk1"/>
              </a:buClr>
              <a:buSzPts val="5500"/>
              <a:buFont typeface="Gowun Batang"/>
              <a:buNone/>
              <a:defRPr sz="5500">
                <a:solidFill>
                  <a:schemeClr val="dk1"/>
                </a:solidFill>
              </a:defRPr>
            </a:lvl3pPr>
            <a:lvl4pPr lvl="3" algn="ctr">
              <a:lnSpc>
                <a:spcPct val="80000"/>
              </a:lnSpc>
              <a:spcBef>
                <a:spcPts val="0"/>
              </a:spcBef>
              <a:spcAft>
                <a:spcPts val="0"/>
              </a:spcAft>
              <a:buClr>
                <a:schemeClr val="dk1"/>
              </a:buClr>
              <a:buSzPts val="5500"/>
              <a:buFont typeface="Gowun Batang"/>
              <a:buNone/>
              <a:defRPr sz="5500">
                <a:solidFill>
                  <a:schemeClr val="dk1"/>
                </a:solidFill>
              </a:defRPr>
            </a:lvl4pPr>
            <a:lvl5pPr lvl="4" algn="ctr">
              <a:lnSpc>
                <a:spcPct val="80000"/>
              </a:lnSpc>
              <a:spcBef>
                <a:spcPts val="0"/>
              </a:spcBef>
              <a:spcAft>
                <a:spcPts val="0"/>
              </a:spcAft>
              <a:buClr>
                <a:schemeClr val="dk1"/>
              </a:buClr>
              <a:buSzPts val="5500"/>
              <a:buFont typeface="Gowun Batang"/>
              <a:buNone/>
              <a:defRPr sz="5500">
                <a:solidFill>
                  <a:schemeClr val="dk1"/>
                </a:solidFill>
              </a:defRPr>
            </a:lvl5pPr>
            <a:lvl6pPr lvl="5" algn="ctr">
              <a:lnSpc>
                <a:spcPct val="80000"/>
              </a:lnSpc>
              <a:spcBef>
                <a:spcPts val="0"/>
              </a:spcBef>
              <a:spcAft>
                <a:spcPts val="0"/>
              </a:spcAft>
              <a:buClr>
                <a:schemeClr val="dk1"/>
              </a:buClr>
              <a:buSzPts val="5500"/>
              <a:buFont typeface="Gowun Batang"/>
              <a:buNone/>
              <a:defRPr sz="5500">
                <a:solidFill>
                  <a:schemeClr val="dk1"/>
                </a:solidFill>
              </a:defRPr>
            </a:lvl6pPr>
            <a:lvl7pPr lvl="6" algn="ctr">
              <a:lnSpc>
                <a:spcPct val="80000"/>
              </a:lnSpc>
              <a:spcBef>
                <a:spcPts val="0"/>
              </a:spcBef>
              <a:spcAft>
                <a:spcPts val="0"/>
              </a:spcAft>
              <a:buClr>
                <a:schemeClr val="dk1"/>
              </a:buClr>
              <a:buSzPts val="5500"/>
              <a:buFont typeface="Gowun Batang"/>
              <a:buNone/>
              <a:defRPr sz="5500">
                <a:solidFill>
                  <a:schemeClr val="dk1"/>
                </a:solidFill>
              </a:defRPr>
            </a:lvl7pPr>
            <a:lvl8pPr lvl="7" algn="ctr">
              <a:lnSpc>
                <a:spcPct val="80000"/>
              </a:lnSpc>
              <a:spcBef>
                <a:spcPts val="0"/>
              </a:spcBef>
              <a:spcAft>
                <a:spcPts val="0"/>
              </a:spcAft>
              <a:buClr>
                <a:schemeClr val="dk1"/>
              </a:buClr>
              <a:buSzPts val="5500"/>
              <a:buFont typeface="Gowun Batang"/>
              <a:buNone/>
              <a:defRPr sz="5500">
                <a:solidFill>
                  <a:schemeClr val="dk1"/>
                </a:solidFill>
              </a:defRPr>
            </a:lvl8pPr>
            <a:lvl9pPr lvl="8" algn="ctr">
              <a:lnSpc>
                <a:spcPct val="80000"/>
              </a:lnSpc>
              <a:spcBef>
                <a:spcPts val="0"/>
              </a:spcBef>
              <a:spcAft>
                <a:spcPts val="0"/>
              </a:spcAft>
              <a:buClr>
                <a:schemeClr val="dk1"/>
              </a:buClr>
              <a:buSzPts val="5500"/>
              <a:buFont typeface="Gowun Batang"/>
              <a:buNone/>
              <a:defRPr sz="5500">
                <a:solidFill>
                  <a:schemeClr val="dk1"/>
                </a:solidFill>
              </a:defRPr>
            </a:lvl9pPr>
          </a:lstStyle>
          <a:p/>
        </p:txBody>
      </p:sp>
      <p:sp>
        <p:nvSpPr>
          <p:cNvPr id="658" name="Google Shape;658;p32"/>
          <p:cNvSpPr txBox="1"/>
          <p:nvPr>
            <p:ph idx="4" type="subTitle"/>
          </p:nvPr>
        </p:nvSpPr>
        <p:spPr>
          <a:xfrm>
            <a:off x="511500" y="2515913"/>
            <a:ext cx="8111100" cy="3693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accent3"/>
              </a:buClr>
              <a:buSzPts val="1200"/>
              <a:buFont typeface="Inter"/>
              <a:buNone/>
              <a:defRPr>
                <a:solidFill>
                  <a:schemeClr val="accent3"/>
                </a:solidFill>
              </a:defRPr>
            </a:lvl1pPr>
            <a:lvl2pPr lvl="1" algn="ctr">
              <a:spcBef>
                <a:spcPts val="0"/>
              </a:spcBef>
              <a:spcAft>
                <a:spcPts val="0"/>
              </a:spcAft>
              <a:buClr>
                <a:schemeClr val="accent3"/>
              </a:buClr>
              <a:buSzPts val="1200"/>
              <a:buFont typeface="Inter"/>
              <a:buNone/>
              <a:defRPr>
                <a:solidFill>
                  <a:schemeClr val="accent3"/>
                </a:solidFill>
              </a:defRPr>
            </a:lvl2pPr>
            <a:lvl3pPr lvl="2" algn="ctr">
              <a:spcBef>
                <a:spcPts val="0"/>
              </a:spcBef>
              <a:spcAft>
                <a:spcPts val="0"/>
              </a:spcAft>
              <a:buClr>
                <a:schemeClr val="accent3"/>
              </a:buClr>
              <a:buSzPts val="1200"/>
              <a:buFont typeface="Inter"/>
              <a:buNone/>
              <a:defRPr>
                <a:solidFill>
                  <a:schemeClr val="accent3"/>
                </a:solidFill>
              </a:defRPr>
            </a:lvl3pPr>
            <a:lvl4pPr lvl="3" algn="ctr">
              <a:spcBef>
                <a:spcPts val="0"/>
              </a:spcBef>
              <a:spcAft>
                <a:spcPts val="0"/>
              </a:spcAft>
              <a:buClr>
                <a:schemeClr val="accent3"/>
              </a:buClr>
              <a:buSzPts val="1200"/>
              <a:buFont typeface="Inter"/>
              <a:buNone/>
              <a:defRPr>
                <a:solidFill>
                  <a:schemeClr val="accent3"/>
                </a:solidFill>
              </a:defRPr>
            </a:lvl4pPr>
            <a:lvl5pPr lvl="4" algn="ctr">
              <a:spcBef>
                <a:spcPts val="0"/>
              </a:spcBef>
              <a:spcAft>
                <a:spcPts val="0"/>
              </a:spcAft>
              <a:buClr>
                <a:schemeClr val="accent3"/>
              </a:buClr>
              <a:buSzPts val="1200"/>
              <a:buFont typeface="Inter"/>
              <a:buNone/>
              <a:defRPr>
                <a:solidFill>
                  <a:schemeClr val="accent3"/>
                </a:solidFill>
              </a:defRPr>
            </a:lvl5pPr>
            <a:lvl6pPr lvl="5" algn="ctr">
              <a:spcBef>
                <a:spcPts val="0"/>
              </a:spcBef>
              <a:spcAft>
                <a:spcPts val="0"/>
              </a:spcAft>
              <a:buClr>
                <a:schemeClr val="accent3"/>
              </a:buClr>
              <a:buSzPts val="1200"/>
              <a:buFont typeface="Inter"/>
              <a:buNone/>
              <a:defRPr>
                <a:solidFill>
                  <a:schemeClr val="accent3"/>
                </a:solidFill>
              </a:defRPr>
            </a:lvl6pPr>
            <a:lvl7pPr lvl="6" algn="ctr">
              <a:spcBef>
                <a:spcPts val="0"/>
              </a:spcBef>
              <a:spcAft>
                <a:spcPts val="0"/>
              </a:spcAft>
              <a:buClr>
                <a:schemeClr val="accent3"/>
              </a:buClr>
              <a:buSzPts val="1200"/>
              <a:buFont typeface="Inter"/>
              <a:buNone/>
              <a:defRPr>
                <a:solidFill>
                  <a:schemeClr val="accent3"/>
                </a:solidFill>
              </a:defRPr>
            </a:lvl7pPr>
            <a:lvl8pPr lvl="7" algn="ctr">
              <a:spcBef>
                <a:spcPts val="0"/>
              </a:spcBef>
              <a:spcAft>
                <a:spcPts val="0"/>
              </a:spcAft>
              <a:buClr>
                <a:schemeClr val="accent3"/>
              </a:buClr>
              <a:buSzPts val="1200"/>
              <a:buFont typeface="Inter"/>
              <a:buNone/>
              <a:defRPr>
                <a:solidFill>
                  <a:schemeClr val="accent3"/>
                </a:solidFill>
              </a:defRPr>
            </a:lvl8pPr>
            <a:lvl9pPr lvl="8" algn="ctr">
              <a:spcBef>
                <a:spcPts val="0"/>
              </a:spcBef>
              <a:spcAft>
                <a:spcPts val="0"/>
              </a:spcAft>
              <a:buClr>
                <a:schemeClr val="accent3"/>
              </a:buClr>
              <a:buSzPts val="1200"/>
              <a:buFont typeface="Inter"/>
              <a:buNone/>
              <a:defRPr>
                <a:solidFill>
                  <a:schemeClr val="accent3"/>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5">
  <p:cSld name="BLANK_2_1">
    <p:bg>
      <p:bgPr>
        <a:solidFill>
          <a:schemeClr val="lt1"/>
        </a:solidFill>
      </p:bgPr>
    </p:bg>
    <p:spTree>
      <p:nvGrpSpPr>
        <p:cNvPr id="659" name="Shape 659"/>
        <p:cNvGrpSpPr/>
        <p:nvPr/>
      </p:nvGrpSpPr>
      <p:grpSpPr>
        <a:xfrm>
          <a:off x="0" y="0"/>
          <a:ext cx="0" cy="0"/>
          <a:chOff x="0" y="0"/>
          <a:chExt cx="0" cy="0"/>
        </a:xfrm>
      </p:grpSpPr>
      <p:cxnSp>
        <p:nvCxnSpPr>
          <p:cNvPr id="660" name="Google Shape;660;p33"/>
          <p:cNvCxnSpPr/>
          <p:nvPr/>
        </p:nvCxnSpPr>
        <p:spPr>
          <a:xfrm>
            <a:off x="514575"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61" name="Google Shape;661;p33"/>
          <p:cNvCxnSpPr/>
          <p:nvPr/>
        </p:nvCxnSpPr>
        <p:spPr>
          <a:xfrm>
            <a:off x="8622600" y="521125"/>
            <a:ext cx="0" cy="4098300"/>
          </a:xfrm>
          <a:prstGeom prst="straightConnector1">
            <a:avLst/>
          </a:prstGeom>
          <a:noFill/>
          <a:ln cap="flat" cmpd="sng" w="9525">
            <a:solidFill>
              <a:schemeClr val="accent6"/>
            </a:solidFill>
            <a:prstDash val="solid"/>
            <a:round/>
            <a:headEnd len="sm" w="sm" type="none"/>
            <a:tailEnd len="sm" w="sm" type="none"/>
          </a:ln>
        </p:spPr>
      </p:cxnSp>
      <p:cxnSp>
        <p:nvCxnSpPr>
          <p:cNvPr id="662" name="Google Shape;662;p33"/>
          <p:cNvCxnSpPr/>
          <p:nvPr/>
        </p:nvCxnSpPr>
        <p:spPr>
          <a:xfrm>
            <a:off x="-675" y="5211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63" name="Google Shape;663;p33"/>
          <p:cNvCxnSpPr/>
          <p:nvPr/>
        </p:nvCxnSpPr>
        <p:spPr>
          <a:xfrm>
            <a:off x="-675" y="4619425"/>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64" name="Google Shape;664;p33"/>
          <p:cNvCxnSpPr/>
          <p:nvPr/>
        </p:nvCxnSpPr>
        <p:spPr>
          <a:xfrm>
            <a:off x="-675" y="3464200"/>
            <a:ext cx="9145200" cy="0"/>
          </a:xfrm>
          <a:prstGeom prst="straightConnector1">
            <a:avLst/>
          </a:prstGeom>
          <a:noFill/>
          <a:ln cap="flat" cmpd="sng" w="9525">
            <a:solidFill>
              <a:schemeClr val="accent6"/>
            </a:solidFill>
            <a:prstDash val="solid"/>
            <a:round/>
            <a:headEnd len="sm" w="sm" type="none"/>
            <a:tailEnd len="sm" w="sm" type="none"/>
          </a:ln>
        </p:spPr>
      </p:cxnSp>
      <p:cxnSp>
        <p:nvCxnSpPr>
          <p:cNvPr id="665" name="Google Shape;665;p33"/>
          <p:cNvCxnSpPr/>
          <p:nvPr/>
        </p:nvCxnSpPr>
        <p:spPr>
          <a:xfrm>
            <a:off x="516375" y="4043175"/>
            <a:ext cx="8111100" cy="0"/>
          </a:xfrm>
          <a:prstGeom prst="straightConnector1">
            <a:avLst/>
          </a:prstGeom>
          <a:noFill/>
          <a:ln cap="flat" cmpd="sng" w="9525">
            <a:solidFill>
              <a:schemeClr val="dk1"/>
            </a:solidFill>
            <a:prstDash val="solid"/>
            <a:round/>
            <a:headEnd len="sm" w="sm" type="none"/>
            <a:tailEnd len="sm" w="sm" type="none"/>
          </a:ln>
        </p:spPr>
      </p:cxnSp>
      <p:sp>
        <p:nvSpPr>
          <p:cNvPr id="666" name="Google Shape;666;p33"/>
          <p:cNvSpPr txBox="1"/>
          <p:nvPr>
            <p:ph type="title"/>
          </p:nvPr>
        </p:nvSpPr>
        <p:spPr>
          <a:xfrm>
            <a:off x="511600" y="913900"/>
            <a:ext cx="8111100" cy="1602000"/>
          </a:xfrm>
          <a:prstGeom prst="rect">
            <a:avLst/>
          </a:prstGeom>
        </p:spPr>
        <p:txBody>
          <a:bodyPr anchorCtr="0" anchor="ctr" bIns="91425" lIns="91425" spcFirstLastPara="1" rIns="91425" wrap="square" tIns="91425">
            <a:normAutofit/>
          </a:bodyPr>
          <a:lstStyle>
            <a:lvl1pPr lvl="0" algn="ctr">
              <a:lnSpc>
                <a:spcPct val="80000"/>
              </a:lnSpc>
              <a:spcBef>
                <a:spcPts val="0"/>
              </a:spcBef>
              <a:spcAft>
                <a:spcPts val="0"/>
              </a:spcAft>
              <a:buClr>
                <a:schemeClr val="dk1"/>
              </a:buClr>
              <a:buSzPts val="4400"/>
              <a:buFont typeface="Gowun Batang"/>
              <a:buNone/>
              <a:defRPr sz="4400">
                <a:solidFill>
                  <a:schemeClr val="dk1"/>
                </a:solidFill>
              </a:defRPr>
            </a:lvl1pPr>
            <a:lvl2pPr lvl="1" algn="ctr">
              <a:lnSpc>
                <a:spcPct val="80000"/>
              </a:lnSpc>
              <a:spcBef>
                <a:spcPts val="0"/>
              </a:spcBef>
              <a:spcAft>
                <a:spcPts val="0"/>
              </a:spcAft>
              <a:buClr>
                <a:schemeClr val="dk1"/>
              </a:buClr>
              <a:buSzPts val="5500"/>
              <a:buFont typeface="Gowun Batang"/>
              <a:buNone/>
              <a:defRPr sz="5500">
                <a:solidFill>
                  <a:schemeClr val="dk1"/>
                </a:solidFill>
              </a:defRPr>
            </a:lvl2pPr>
            <a:lvl3pPr lvl="2" algn="ctr">
              <a:lnSpc>
                <a:spcPct val="80000"/>
              </a:lnSpc>
              <a:spcBef>
                <a:spcPts val="0"/>
              </a:spcBef>
              <a:spcAft>
                <a:spcPts val="0"/>
              </a:spcAft>
              <a:buClr>
                <a:schemeClr val="dk1"/>
              </a:buClr>
              <a:buSzPts val="5500"/>
              <a:buFont typeface="Gowun Batang"/>
              <a:buNone/>
              <a:defRPr sz="5500">
                <a:solidFill>
                  <a:schemeClr val="dk1"/>
                </a:solidFill>
              </a:defRPr>
            </a:lvl3pPr>
            <a:lvl4pPr lvl="3" algn="ctr">
              <a:lnSpc>
                <a:spcPct val="80000"/>
              </a:lnSpc>
              <a:spcBef>
                <a:spcPts val="0"/>
              </a:spcBef>
              <a:spcAft>
                <a:spcPts val="0"/>
              </a:spcAft>
              <a:buClr>
                <a:schemeClr val="dk1"/>
              </a:buClr>
              <a:buSzPts val="5500"/>
              <a:buFont typeface="Gowun Batang"/>
              <a:buNone/>
              <a:defRPr sz="5500">
                <a:solidFill>
                  <a:schemeClr val="dk1"/>
                </a:solidFill>
              </a:defRPr>
            </a:lvl4pPr>
            <a:lvl5pPr lvl="4" algn="ctr">
              <a:lnSpc>
                <a:spcPct val="80000"/>
              </a:lnSpc>
              <a:spcBef>
                <a:spcPts val="0"/>
              </a:spcBef>
              <a:spcAft>
                <a:spcPts val="0"/>
              </a:spcAft>
              <a:buClr>
                <a:schemeClr val="dk1"/>
              </a:buClr>
              <a:buSzPts val="5500"/>
              <a:buFont typeface="Gowun Batang"/>
              <a:buNone/>
              <a:defRPr sz="5500">
                <a:solidFill>
                  <a:schemeClr val="dk1"/>
                </a:solidFill>
              </a:defRPr>
            </a:lvl5pPr>
            <a:lvl6pPr lvl="5" algn="ctr">
              <a:lnSpc>
                <a:spcPct val="80000"/>
              </a:lnSpc>
              <a:spcBef>
                <a:spcPts val="0"/>
              </a:spcBef>
              <a:spcAft>
                <a:spcPts val="0"/>
              </a:spcAft>
              <a:buClr>
                <a:schemeClr val="dk1"/>
              </a:buClr>
              <a:buSzPts val="5500"/>
              <a:buFont typeface="Gowun Batang"/>
              <a:buNone/>
              <a:defRPr sz="5500">
                <a:solidFill>
                  <a:schemeClr val="dk1"/>
                </a:solidFill>
              </a:defRPr>
            </a:lvl6pPr>
            <a:lvl7pPr lvl="6" algn="ctr">
              <a:lnSpc>
                <a:spcPct val="80000"/>
              </a:lnSpc>
              <a:spcBef>
                <a:spcPts val="0"/>
              </a:spcBef>
              <a:spcAft>
                <a:spcPts val="0"/>
              </a:spcAft>
              <a:buClr>
                <a:schemeClr val="dk1"/>
              </a:buClr>
              <a:buSzPts val="5500"/>
              <a:buFont typeface="Gowun Batang"/>
              <a:buNone/>
              <a:defRPr sz="5500">
                <a:solidFill>
                  <a:schemeClr val="dk1"/>
                </a:solidFill>
              </a:defRPr>
            </a:lvl7pPr>
            <a:lvl8pPr lvl="7" algn="ctr">
              <a:lnSpc>
                <a:spcPct val="80000"/>
              </a:lnSpc>
              <a:spcBef>
                <a:spcPts val="0"/>
              </a:spcBef>
              <a:spcAft>
                <a:spcPts val="0"/>
              </a:spcAft>
              <a:buClr>
                <a:schemeClr val="dk1"/>
              </a:buClr>
              <a:buSzPts val="5500"/>
              <a:buFont typeface="Gowun Batang"/>
              <a:buNone/>
              <a:defRPr sz="5500">
                <a:solidFill>
                  <a:schemeClr val="dk1"/>
                </a:solidFill>
              </a:defRPr>
            </a:lvl8pPr>
            <a:lvl9pPr lvl="8" algn="ctr">
              <a:lnSpc>
                <a:spcPct val="80000"/>
              </a:lnSpc>
              <a:spcBef>
                <a:spcPts val="0"/>
              </a:spcBef>
              <a:spcAft>
                <a:spcPts val="0"/>
              </a:spcAft>
              <a:buClr>
                <a:schemeClr val="dk1"/>
              </a:buClr>
              <a:buSzPts val="5500"/>
              <a:buFont typeface="Gowun Batang"/>
              <a:buNone/>
              <a:defRPr sz="5500">
                <a:solidFill>
                  <a:schemeClr val="dk1"/>
                </a:solidFill>
              </a:defRPr>
            </a:lvl9pPr>
          </a:lstStyle>
          <a:p/>
        </p:txBody>
      </p:sp>
      <p:sp>
        <p:nvSpPr>
          <p:cNvPr id="667" name="Google Shape;667;p33"/>
          <p:cNvSpPr txBox="1"/>
          <p:nvPr>
            <p:ph idx="1" type="subTitle"/>
          </p:nvPr>
        </p:nvSpPr>
        <p:spPr>
          <a:xfrm>
            <a:off x="511500" y="2515913"/>
            <a:ext cx="8111100" cy="3693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accent6"/>
              </a:buClr>
              <a:buSzPts val="1200"/>
              <a:buFont typeface="Inter"/>
              <a:buNone/>
              <a:defRPr>
                <a:solidFill>
                  <a:schemeClr val="accent6"/>
                </a:solidFill>
              </a:defRPr>
            </a:lvl1pPr>
            <a:lvl2pPr lvl="1" algn="ctr">
              <a:spcBef>
                <a:spcPts val="0"/>
              </a:spcBef>
              <a:spcAft>
                <a:spcPts val="0"/>
              </a:spcAft>
              <a:buClr>
                <a:schemeClr val="accent4"/>
              </a:buClr>
              <a:buSzPts val="1200"/>
              <a:buFont typeface="Inter"/>
              <a:buNone/>
              <a:defRPr>
                <a:solidFill>
                  <a:schemeClr val="accent4"/>
                </a:solidFill>
              </a:defRPr>
            </a:lvl2pPr>
            <a:lvl3pPr lvl="2" algn="ctr">
              <a:spcBef>
                <a:spcPts val="0"/>
              </a:spcBef>
              <a:spcAft>
                <a:spcPts val="0"/>
              </a:spcAft>
              <a:buClr>
                <a:schemeClr val="accent4"/>
              </a:buClr>
              <a:buSzPts val="1200"/>
              <a:buFont typeface="Inter"/>
              <a:buNone/>
              <a:defRPr>
                <a:solidFill>
                  <a:schemeClr val="accent4"/>
                </a:solidFill>
              </a:defRPr>
            </a:lvl3pPr>
            <a:lvl4pPr lvl="3" algn="ctr">
              <a:spcBef>
                <a:spcPts val="0"/>
              </a:spcBef>
              <a:spcAft>
                <a:spcPts val="0"/>
              </a:spcAft>
              <a:buClr>
                <a:schemeClr val="accent4"/>
              </a:buClr>
              <a:buSzPts val="1200"/>
              <a:buFont typeface="Inter"/>
              <a:buNone/>
              <a:defRPr>
                <a:solidFill>
                  <a:schemeClr val="accent4"/>
                </a:solidFill>
              </a:defRPr>
            </a:lvl4pPr>
            <a:lvl5pPr lvl="4" algn="ctr">
              <a:spcBef>
                <a:spcPts val="0"/>
              </a:spcBef>
              <a:spcAft>
                <a:spcPts val="0"/>
              </a:spcAft>
              <a:buClr>
                <a:schemeClr val="accent4"/>
              </a:buClr>
              <a:buSzPts val="1200"/>
              <a:buFont typeface="Inter"/>
              <a:buNone/>
              <a:defRPr>
                <a:solidFill>
                  <a:schemeClr val="accent4"/>
                </a:solidFill>
              </a:defRPr>
            </a:lvl5pPr>
            <a:lvl6pPr lvl="5" algn="ctr">
              <a:spcBef>
                <a:spcPts val="0"/>
              </a:spcBef>
              <a:spcAft>
                <a:spcPts val="0"/>
              </a:spcAft>
              <a:buClr>
                <a:schemeClr val="accent4"/>
              </a:buClr>
              <a:buSzPts val="1200"/>
              <a:buFont typeface="Inter"/>
              <a:buNone/>
              <a:defRPr>
                <a:solidFill>
                  <a:schemeClr val="accent4"/>
                </a:solidFill>
              </a:defRPr>
            </a:lvl6pPr>
            <a:lvl7pPr lvl="6" algn="ctr">
              <a:spcBef>
                <a:spcPts val="0"/>
              </a:spcBef>
              <a:spcAft>
                <a:spcPts val="0"/>
              </a:spcAft>
              <a:buClr>
                <a:schemeClr val="accent4"/>
              </a:buClr>
              <a:buSzPts val="1200"/>
              <a:buFont typeface="Inter"/>
              <a:buNone/>
              <a:defRPr>
                <a:solidFill>
                  <a:schemeClr val="accent4"/>
                </a:solidFill>
              </a:defRPr>
            </a:lvl7pPr>
            <a:lvl8pPr lvl="7" algn="ctr">
              <a:spcBef>
                <a:spcPts val="0"/>
              </a:spcBef>
              <a:spcAft>
                <a:spcPts val="0"/>
              </a:spcAft>
              <a:buClr>
                <a:schemeClr val="accent4"/>
              </a:buClr>
              <a:buSzPts val="1200"/>
              <a:buFont typeface="Inter"/>
              <a:buNone/>
              <a:defRPr>
                <a:solidFill>
                  <a:schemeClr val="accent4"/>
                </a:solidFill>
              </a:defRPr>
            </a:lvl8pPr>
            <a:lvl9pPr lvl="8" algn="ctr">
              <a:spcBef>
                <a:spcPts val="0"/>
              </a:spcBef>
              <a:spcAft>
                <a:spcPts val="0"/>
              </a:spcAft>
              <a:buClr>
                <a:schemeClr val="accent4"/>
              </a:buClr>
              <a:buSzPts val="1200"/>
              <a:buFont typeface="Inter"/>
              <a:buNone/>
              <a:defRPr>
                <a:solidFill>
                  <a:schemeClr val="accent4"/>
                </a:solidFill>
              </a:defRPr>
            </a:lvl9pPr>
          </a:lstStyle>
          <a:p/>
        </p:txBody>
      </p:sp>
      <p:sp>
        <p:nvSpPr>
          <p:cNvPr id="668" name="Google Shape;668;p33"/>
          <p:cNvSpPr txBox="1"/>
          <p:nvPr>
            <p:ph idx="2" type="subTitle"/>
          </p:nvPr>
        </p:nvSpPr>
        <p:spPr>
          <a:xfrm>
            <a:off x="514575" y="3467000"/>
            <a:ext cx="40575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669" name="Google Shape;669;p33"/>
          <p:cNvSpPr txBox="1"/>
          <p:nvPr>
            <p:ph idx="3" type="subTitle"/>
          </p:nvPr>
        </p:nvSpPr>
        <p:spPr>
          <a:xfrm>
            <a:off x="4572000" y="3467000"/>
            <a:ext cx="4057500" cy="576300"/>
          </a:xfrm>
          <a:prstGeom prst="rect">
            <a:avLst/>
          </a:prstGeom>
          <a:ln cap="flat" cmpd="sng" w="9525">
            <a:solidFill>
              <a:schemeClr val="accent6"/>
            </a:solidFill>
            <a:prstDash val="solid"/>
            <a:round/>
            <a:headEnd len="sm" w="sm" type="none"/>
            <a:tailEnd len="sm" w="sm" type="none"/>
          </a:ln>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sp>
        <p:nvSpPr>
          <p:cNvPr id="670" name="Google Shape;670;p33"/>
          <p:cNvSpPr txBox="1"/>
          <p:nvPr>
            <p:ph idx="4" type="subTitle"/>
          </p:nvPr>
        </p:nvSpPr>
        <p:spPr>
          <a:xfrm>
            <a:off x="518400" y="4043175"/>
            <a:ext cx="8111100" cy="576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000"/>
              <a:buFont typeface="Inter"/>
              <a:buNone/>
              <a:defRPr sz="1000">
                <a:solidFill>
                  <a:schemeClr val="dk1"/>
                </a:solidFill>
              </a:defRPr>
            </a:lvl1pPr>
            <a:lvl2pPr lvl="1" algn="ctr">
              <a:spcBef>
                <a:spcPts val="0"/>
              </a:spcBef>
              <a:spcAft>
                <a:spcPts val="0"/>
              </a:spcAft>
              <a:buClr>
                <a:schemeClr val="dk1"/>
              </a:buClr>
              <a:buSzPts val="1000"/>
              <a:buFont typeface="Inter"/>
              <a:buNone/>
              <a:defRPr sz="1000">
                <a:solidFill>
                  <a:schemeClr val="dk1"/>
                </a:solidFill>
              </a:defRPr>
            </a:lvl2pPr>
            <a:lvl3pPr lvl="2" algn="ctr">
              <a:spcBef>
                <a:spcPts val="0"/>
              </a:spcBef>
              <a:spcAft>
                <a:spcPts val="0"/>
              </a:spcAft>
              <a:buClr>
                <a:schemeClr val="dk1"/>
              </a:buClr>
              <a:buSzPts val="1000"/>
              <a:buFont typeface="Inter"/>
              <a:buNone/>
              <a:defRPr sz="1000">
                <a:solidFill>
                  <a:schemeClr val="dk1"/>
                </a:solidFill>
              </a:defRPr>
            </a:lvl3pPr>
            <a:lvl4pPr lvl="3" algn="ctr">
              <a:spcBef>
                <a:spcPts val="0"/>
              </a:spcBef>
              <a:spcAft>
                <a:spcPts val="0"/>
              </a:spcAft>
              <a:buClr>
                <a:schemeClr val="dk1"/>
              </a:buClr>
              <a:buSzPts val="1000"/>
              <a:buFont typeface="Inter"/>
              <a:buNone/>
              <a:defRPr sz="1000">
                <a:solidFill>
                  <a:schemeClr val="dk1"/>
                </a:solidFill>
              </a:defRPr>
            </a:lvl4pPr>
            <a:lvl5pPr lvl="4" algn="ctr">
              <a:spcBef>
                <a:spcPts val="0"/>
              </a:spcBef>
              <a:spcAft>
                <a:spcPts val="0"/>
              </a:spcAft>
              <a:buClr>
                <a:schemeClr val="dk1"/>
              </a:buClr>
              <a:buSzPts val="1000"/>
              <a:buFont typeface="Inter"/>
              <a:buNone/>
              <a:defRPr sz="1000">
                <a:solidFill>
                  <a:schemeClr val="dk1"/>
                </a:solidFill>
              </a:defRPr>
            </a:lvl5pPr>
            <a:lvl6pPr lvl="5" algn="ctr">
              <a:spcBef>
                <a:spcPts val="0"/>
              </a:spcBef>
              <a:spcAft>
                <a:spcPts val="0"/>
              </a:spcAft>
              <a:buClr>
                <a:schemeClr val="dk1"/>
              </a:buClr>
              <a:buSzPts val="1000"/>
              <a:buFont typeface="Inter"/>
              <a:buNone/>
              <a:defRPr sz="1000">
                <a:solidFill>
                  <a:schemeClr val="dk1"/>
                </a:solidFill>
              </a:defRPr>
            </a:lvl6pPr>
            <a:lvl7pPr lvl="6" algn="ctr">
              <a:spcBef>
                <a:spcPts val="0"/>
              </a:spcBef>
              <a:spcAft>
                <a:spcPts val="0"/>
              </a:spcAft>
              <a:buClr>
                <a:schemeClr val="dk1"/>
              </a:buClr>
              <a:buSzPts val="1000"/>
              <a:buFont typeface="Inter"/>
              <a:buNone/>
              <a:defRPr sz="1000">
                <a:solidFill>
                  <a:schemeClr val="dk1"/>
                </a:solidFill>
              </a:defRPr>
            </a:lvl7pPr>
            <a:lvl8pPr lvl="7" algn="ctr">
              <a:spcBef>
                <a:spcPts val="0"/>
              </a:spcBef>
              <a:spcAft>
                <a:spcPts val="0"/>
              </a:spcAft>
              <a:buClr>
                <a:schemeClr val="dk1"/>
              </a:buClr>
              <a:buSzPts val="1000"/>
              <a:buFont typeface="Inter"/>
              <a:buNone/>
              <a:defRPr sz="1000">
                <a:solidFill>
                  <a:schemeClr val="dk1"/>
                </a:solidFill>
              </a:defRPr>
            </a:lvl8pPr>
            <a:lvl9pPr lvl="8" algn="ctr">
              <a:spcBef>
                <a:spcPts val="0"/>
              </a:spcBef>
              <a:spcAft>
                <a:spcPts val="0"/>
              </a:spcAft>
              <a:buClr>
                <a:schemeClr val="dk1"/>
              </a:buClr>
              <a:buSzPts val="1000"/>
              <a:buFont typeface="Inter"/>
              <a:buNone/>
              <a:defRPr sz="1000">
                <a:solidFill>
                  <a:schemeClr val="dk1"/>
                </a:solidFill>
              </a:defRPr>
            </a:lvl9pPr>
          </a:lstStyle>
          <a:p/>
        </p:txBody>
      </p:sp>
      <p:cxnSp>
        <p:nvCxnSpPr>
          <p:cNvPr id="671" name="Google Shape;671;p33"/>
          <p:cNvCxnSpPr/>
          <p:nvPr/>
        </p:nvCxnSpPr>
        <p:spPr>
          <a:xfrm>
            <a:off x="4572000" y="3464200"/>
            <a:ext cx="0" cy="576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Dark ALT">
  <p:cSld name="BLANK_1_5">
    <p:bg>
      <p:bgPr>
        <a:solidFill>
          <a:schemeClr val="lt1"/>
        </a:solidFill>
      </p:bgPr>
    </p:bg>
    <p:spTree>
      <p:nvGrpSpPr>
        <p:cNvPr id="672" name="Shape 672"/>
        <p:cNvGrpSpPr/>
        <p:nvPr/>
      </p:nvGrpSpPr>
      <p:grpSpPr>
        <a:xfrm>
          <a:off x="0" y="0"/>
          <a:ext cx="0" cy="0"/>
          <a:chOff x="0" y="0"/>
          <a:chExt cx="0" cy="0"/>
        </a:xfrm>
      </p:grpSpPr>
      <p:sp>
        <p:nvSpPr>
          <p:cNvPr id="673" name="Google Shape;673;p34"/>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674" name="Google Shape;674;p34"/>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675" name="Google Shape;675;p34"/>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676" name="Google Shape;676;p34"/>
          <p:cNvSpPr txBox="1"/>
          <p:nvPr>
            <p:ph type="title"/>
          </p:nvPr>
        </p:nvSpPr>
        <p:spPr>
          <a:xfrm flipH="1">
            <a:off x="524150" y="334900"/>
            <a:ext cx="8098500" cy="510000"/>
          </a:xfrm>
          <a:prstGeom prst="rect">
            <a:avLst/>
          </a:prstGeom>
        </p:spPr>
        <p:txBody>
          <a:bodyPr anchorCtr="0" anchor="ctr" bIns="91425" lIns="274300" spcFirstLastPara="1" rIns="91425" wrap="square" tIns="91425">
            <a:no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cxnSp>
        <p:nvCxnSpPr>
          <p:cNvPr id="677" name="Google Shape;677;p34"/>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678" name="Google Shape;678;p34"/>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679" name="Google Shape;679;p34"/>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680" name="Google Shape;680;p34"/>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681" name="Google Shape;681;p34"/>
          <p:cNvCxnSpPr/>
          <p:nvPr/>
        </p:nvCxnSpPr>
        <p:spPr>
          <a:xfrm>
            <a:off x="521250" y="841675"/>
            <a:ext cx="86232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cutive Team Intro - ALT 2">
  <p:cSld name="BLANK_1_3">
    <p:bg>
      <p:bgPr>
        <a:solidFill>
          <a:schemeClr val="lt2"/>
        </a:solidFill>
      </p:bgPr>
    </p:bg>
    <p:spTree>
      <p:nvGrpSpPr>
        <p:cNvPr id="682" name="Shape 682"/>
        <p:cNvGrpSpPr/>
        <p:nvPr/>
      </p:nvGrpSpPr>
      <p:grpSpPr>
        <a:xfrm>
          <a:off x="0" y="0"/>
          <a:ext cx="0" cy="0"/>
          <a:chOff x="0" y="0"/>
          <a:chExt cx="0" cy="0"/>
        </a:xfrm>
      </p:grpSpPr>
      <p:sp>
        <p:nvSpPr>
          <p:cNvPr id="683" name="Google Shape;683;p35"/>
          <p:cNvSpPr txBox="1"/>
          <p:nvPr>
            <p:ph idx="1" type="body"/>
          </p:nvPr>
        </p:nvSpPr>
        <p:spPr>
          <a:xfrm>
            <a:off x="4684025" y="3361000"/>
            <a:ext cx="20901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Char char="●"/>
              <a:defRPr sz="1000"/>
            </a:lvl1pPr>
            <a:lvl2pPr indent="-292100" lvl="1" marL="914400" algn="ctr">
              <a:spcBef>
                <a:spcPts val="0"/>
              </a:spcBef>
              <a:spcAft>
                <a:spcPts val="0"/>
              </a:spcAft>
              <a:buClr>
                <a:schemeClr val="lt1"/>
              </a:buClr>
              <a:buSzPts val="1000"/>
              <a:buChar char="○"/>
              <a:defRPr sz="1000"/>
            </a:lvl2pPr>
            <a:lvl3pPr indent="-292100" lvl="2" marL="1371600" algn="ctr">
              <a:spcBef>
                <a:spcPts val="0"/>
              </a:spcBef>
              <a:spcAft>
                <a:spcPts val="0"/>
              </a:spcAft>
              <a:buClr>
                <a:schemeClr val="lt1"/>
              </a:buClr>
              <a:buSzPts val="1000"/>
              <a:buChar char="■"/>
              <a:defRPr sz="1000"/>
            </a:lvl3pPr>
            <a:lvl4pPr indent="-292100" lvl="3" marL="1828800" algn="ctr">
              <a:spcBef>
                <a:spcPts val="0"/>
              </a:spcBef>
              <a:spcAft>
                <a:spcPts val="0"/>
              </a:spcAft>
              <a:buClr>
                <a:schemeClr val="lt1"/>
              </a:buClr>
              <a:buSzPts val="1000"/>
              <a:buChar char="●"/>
              <a:defRPr sz="1000"/>
            </a:lvl4pPr>
            <a:lvl5pPr indent="-292100" lvl="4" marL="2286000" algn="ctr">
              <a:spcBef>
                <a:spcPts val="0"/>
              </a:spcBef>
              <a:spcAft>
                <a:spcPts val="0"/>
              </a:spcAft>
              <a:buClr>
                <a:schemeClr val="lt1"/>
              </a:buClr>
              <a:buSzPts val="1000"/>
              <a:buChar char="○"/>
              <a:defRPr sz="1000"/>
            </a:lvl5pPr>
            <a:lvl6pPr indent="-292100" lvl="5" marL="2743200" algn="ctr">
              <a:spcBef>
                <a:spcPts val="0"/>
              </a:spcBef>
              <a:spcAft>
                <a:spcPts val="0"/>
              </a:spcAft>
              <a:buClr>
                <a:schemeClr val="lt1"/>
              </a:buClr>
              <a:buSzPts val="1000"/>
              <a:buChar char="■"/>
              <a:defRPr sz="1000"/>
            </a:lvl6pPr>
            <a:lvl7pPr indent="-292100" lvl="6" marL="3200400" algn="ctr">
              <a:spcBef>
                <a:spcPts val="0"/>
              </a:spcBef>
              <a:spcAft>
                <a:spcPts val="0"/>
              </a:spcAft>
              <a:buClr>
                <a:schemeClr val="lt1"/>
              </a:buClr>
              <a:buSzPts val="1000"/>
              <a:buChar char="●"/>
              <a:defRPr sz="1000"/>
            </a:lvl7pPr>
            <a:lvl8pPr indent="-292100" lvl="7" marL="3657600" algn="ctr">
              <a:spcBef>
                <a:spcPts val="0"/>
              </a:spcBef>
              <a:spcAft>
                <a:spcPts val="0"/>
              </a:spcAft>
              <a:buClr>
                <a:schemeClr val="lt1"/>
              </a:buClr>
              <a:buSzPts val="1000"/>
              <a:buChar char="○"/>
              <a:defRPr sz="1000"/>
            </a:lvl8pPr>
            <a:lvl9pPr indent="-292100" lvl="8" marL="4114800" algn="ctr">
              <a:spcBef>
                <a:spcPts val="0"/>
              </a:spcBef>
              <a:spcAft>
                <a:spcPts val="0"/>
              </a:spcAft>
              <a:buClr>
                <a:schemeClr val="lt1"/>
              </a:buClr>
              <a:buSzPts val="1000"/>
              <a:buChar char="■"/>
              <a:defRPr sz="1000"/>
            </a:lvl9pPr>
          </a:lstStyle>
          <a:p/>
        </p:txBody>
      </p:sp>
      <p:sp>
        <p:nvSpPr>
          <p:cNvPr id="684" name="Google Shape;684;p35"/>
          <p:cNvSpPr txBox="1"/>
          <p:nvPr>
            <p:ph idx="2" type="body"/>
          </p:nvPr>
        </p:nvSpPr>
        <p:spPr>
          <a:xfrm>
            <a:off x="6774125" y="3361250"/>
            <a:ext cx="23706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Char char="●"/>
              <a:defRPr sz="1000"/>
            </a:lvl1pPr>
            <a:lvl2pPr indent="-292100" lvl="1" marL="914400" algn="ctr">
              <a:spcBef>
                <a:spcPts val="0"/>
              </a:spcBef>
              <a:spcAft>
                <a:spcPts val="0"/>
              </a:spcAft>
              <a:buClr>
                <a:schemeClr val="lt1"/>
              </a:buClr>
              <a:buSzPts val="1000"/>
              <a:buChar char="○"/>
              <a:defRPr sz="1000"/>
            </a:lvl2pPr>
            <a:lvl3pPr indent="-292100" lvl="2" marL="1371600" algn="ctr">
              <a:spcBef>
                <a:spcPts val="0"/>
              </a:spcBef>
              <a:spcAft>
                <a:spcPts val="0"/>
              </a:spcAft>
              <a:buClr>
                <a:schemeClr val="lt1"/>
              </a:buClr>
              <a:buSzPts val="1000"/>
              <a:buChar char="■"/>
              <a:defRPr sz="1000"/>
            </a:lvl3pPr>
            <a:lvl4pPr indent="-292100" lvl="3" marL="1828800" algn="ctr">
              <a:spcBef>
                <a:spcPts val="0"/>
              </a:spcBef>
              <a:spcAft>
                <a:spcPts val="0"/>
              </a:spcAft>
              <a:buClr>
                <a:schemeClr val="lt1"/>
              </a:buClr>
              <a:buSzPts val="1000"/>
              <a:buChar char="●"/>
              <a:defRPr sz="1000"/>
            </a:lvl4pPr>
            <a:lvl5pPr indent="-292100" lvl="4" marL="2286000" algn="ctr">
              <a:spcBef>
                <a:spcPts val="0"/>
              </a:spcBef>
              <a:spcAft>
                <a:spcPts val="0"/>
              </a:spcAft>
              <a:buClr>
                <a:schemeClr val="lt1"/>
              </a:buClr>
              <a:buSzPts val="1000"/>
              <a:buChar char="○"/>
              <a:defRPr sz="1000"/>
            </a:lvl5pPr>
            <a:lvl6pPr indent="-292100" lvl="5" marL="2743200" algn="ctr">
              <a:spcBef>
                <a:spcPts val="0"/>
              </a:spcBef>
              <a:spcAft>
                <a:spcPts val="0"/>
              </a:spcAft>
              <a:buClr>
                <a:schemeClr val="lt1"/>
              </a:buClr>
              <a:buSzPts val="1000"/>
              <a:buChar char="■"/>
              <a:defRPr sz="1000"/>
            </a:lvl6pPr>
            <a:lvl7pPr indent="-292100" lvl="6" marL="3200400" algn="ctr">
              <a:spcBef>
                <a:spcPts val="0"/>
              </a:spcBef>
              <a:spcAft>
                <a:spcPts val="0"/>
              </a:spcAft>
              <a:buClr>
                <a:schemeClr val="lt1"/>
              </a:buClr>
              <a:buSzPts val="1000"/>
              <a:buChar char="●"/>
              <a:defRPr sz="1000"/>
            </a:lvl7pPr>
            <a:lvl8pPr indent="-292100" lvl="7" marL="3657600" algn="ctr">
              <a:spcBef>
                <a:spcPts val="0"/>
              </a:spcBef>
              <a:spcAft>
                <a:spcPts val="0"/>
              </a:spcAft>
              <a:buClr>
                <a:schemeClr val="lt1"/>
              </a:buClr>
              <a:buSzPts val="1000"/>
              <a:buChar char="○"/>
              <a:defRPr sz="1000"/>
            </a:lvl8pPr>
            <a:lvl9pPr indent="-292100" lvl="8" marL="4114800" algn="ctr">
              <a:spcBef>
                <a:spcPts val="0"/>
              </a:spcBef>
              <a:spcAft>
                <a:spcPts val="0"/>
              </a:spcAft>
              <a:buClr>
                <a:schemeClr val="lt1"/>
              </a:buClr>
              <a:buSzPts val="1000"/>
              <a:buChar char="■"/>
              <a:defRPr sz="1000"/>
            </a:lvl9pPr>
          </a:lstStyle>
          <a:p/>
        </p:txBody>
      </p:sp>
      <p:sp>
        <p:nvSpPr>
          <p:cNvPr id="685" name="Google Shape;685;p35"/>
          <p:cNvSpPr txBox="1"/>
          <p:nvPr>
            <p:ph idx="3" type="body"/>
          </p:nvPr>
        </p:nvSpPr>
        <p:spPr>
          <a:xfrm>
            <a:off x="2597175" y="3361000"/>
            <a:ext cx="20868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Char char="●"/>
              <a:defRPr sz="1000"/>
            </a:lvl1pPr>
            <a:lvl2pPr indent="-292100" lvl="1" marL="914400" algn="ctr">
              <a:spcBef>
                <a:spcPts val="800"/>
              </a:spcBef>
              <a:spcAft>
                <a:spcPts val="0"/>
              </a:spcAft>
              <a:buClr>
                <a:schemeClr val="lt1"/>
              </a:buClr>
              <a:buSzPts val="1000"/>
              <a:buChar char="○"/>
              <a:defRPr sz="1000"/>
            </a:lvl2pPr>
            <a:lvl3pPr indent="-292100" lvl="2" marL="1371600" algn="ctr">
              <a:spcBef>
                <a:spcPts val="800"/>
              </a:spcBef>
              <a:spcAft>
                <a:spcPts val="0"/>
              </a:spcAft>
              <a:buClr>
                <a:schemeClr val="lt1"/>
              </a:buClr>
              <a:buSzPts val="1000"/>
              <a:buChar char="■"/>
              <a:defRPr sz="1000"/>
            </a:lvl3pPr>
            <a:lvl4pPr indent="-292100" lvl="3" marL="1828800" algn="ctr">
              <a:spcBef>
                <a:spcPts val="800"/>
              </a:spcBef>
              <a:spcAft>
                <a:spcPts val="0"/>
              </a:spcAft>
              <a:buClr>
                <a:schemeClr val="lt1"/>
              </a:buClr>
              <a:buSzPts val="1000"/>
              <a:buChar char="●"/>
              <a:defRPr sz="1000"/>
            </a:lvl4pPr>
            <a:lvl5pPr indent="-292100" lvl="4" marL="2286000" algn="ctr">
              <a:spcBef>
                <a:spcPts val="800"/>
              </a:spcBef>
              <a:spcAft>
                <a:spcPts val="0"/>
              </a:spcAft>
              <a:buClr>
                <a:schemeClr val="lt1"/>
              </a:buClr>
              <a:buSzPts val="1000"/>
              <a:buChar char="○"/>
              <a:defRPr sz="1000"/>
            </a:lvl5pPr>
            <a:lvl6pPr indent="-292100" lvl="5" marL="2743200" algn="ctr">
              <a:spcBef>
                <a:spcPts val="800"/>
              </a:spcBef>
              <a:spcAft>
                <a:spcPts val="0"/>
              </a:spcAft>
              <a:buClr>
                <a:schemeClr val="lt1"/>
              </a:buClr>
              <a:buSzPts val="1000"/>
              <a:buChar char="■"/>
              <a:defRPr sz="1000"/>
            </a:lvl6pPr>
            <a:lvl7pPr indent="-292100" lvl="6" marL="3200400" algn="ctr">
              <a:spcBef>
                <a:spcPts val="800"/>
              </a:spcBef>
              <a:spcAft>
                <a:spcPts val="0"/>
              </a:spcAft>
              <a:buClr>
                <a:schemeClr val="lt1"/>
              </a:buClr>
              <a:buSzPts val="1000"/>
              <a:buChar char="●"/>
              <a:defRPr sz="1000"/>
            </a:lvl7pPr>
            <a:lvl8pPr indent="-292100" lvl="7" marL="3657600" algn="ctr">
              <a:spcBef>
                <a:spcPts val="800"/>
              </a:spcBef>
              <a:spcAft>
                <a:spcPts val="0"/>
              </a:spcAft>
              <a:buClr>
                <a:schemeClr val="lt1"/>
              </a:buClr>
              <a:buSzPts val="1000"/>
              <a:buChar char="○"/>
              <a:defRPr sz="1000"/>
            </a:lvl8pPr>
            <a:lvl9pPr indent="-292100" lvl="8" marL="4114800" algn="ctr">
              <a:spcBef>
                <a:spcPts val="800"/>
              </a:spcBef>
              <a:spcAft>
                <a:spcPts val="800"/>
              </a:spcAft>
              <a:buClr>
                <a:schemeClr val="lt1"/>
              </a:buClr>
              <a:buSzPts val="1000"/>
              <a:buChar char="■"/>
              <a:defRPr sz="1000"/>
            </a:lvl9pPr>
          </a:lstStyle>
          <a:p/>
        </p:txBody>
      </p:sp>
      <p:sp>
        <p:nvSpPr>
          <p:cNvPr id="686" name="Google Shape;686;p35"/>
          <p:cNvSpPr txBox="1"/>
          <p:nvPr>
            <p:ph idx="4" type="body"/>
          </p:nvPr>
        </p:nvSpPr>
        <p:spPr>
          <a:xfrm>
            <a:off x="520425" y="3361000"/>
            <a:ext cx="2077500" cy="1611300"/>
          </a:xfrm>
          <a:prstGeom prst="rect">
            <a:avLst/>
          </a:prstGeom>
        </p:spPr>
        <p:txBody>
          <a:bodyPr anchorCtr="0" anchor="ctr" bIns="91425" lIns="274300" spcFirstLastPara="1" rIns="274300" wrap="square" tIns="91425">
            <a:normAutofit/>
          </a:bodyPr>
          <a:lstStyle>
            <a:lvl1pPr indent="-292100" lvl="0" marL="457200" algn="ctr">
              <a:spcBef>
                <a:spcPts val="0"/>
              </a:spcBef>
              <a:spcAft>
                <a:spcPts val="0"/>
              </a:spcAft>
              <a:buClr>
                <a:schemeClr val="lt1"/>
              </a:buClr>
              <a:buSzPts val="1000"/>
              <a:buFont typeface="Inter"/>
              <a:buChar char="●"/>
              <a:defRPr sz="1000"/>
            </a:lvl1pPr>
            <a:lvl2pPr indent="-292100" lvl="1" marL="914400" algn="ctr">
              <a:spcBef>
                <a:spcPts val="0"/>
              </a:spcBef>
              <a:spcAft>
                <a:spcPts val="0"/>
              </a:spcAft>
              <a:buClr>
                <a:schemeClr val="lt1"/>
              </a:buClr>
              <a:buSzPts val="1000"/>
              <a:buFont typeface="Inter"/>
              <a:buChar char="○"/>
              <a:defRPr sz="1000"/>
            </a:lvl2pPr>
            <a:lvl3pPr indent="-292100" lvl="2" marL="1371600" algn="ctr">
              <a:spcBef>
                <a:spcPts val="0"/>
              </a:spcBef>
              <a:spcAft>
                <a:spcPts val="0"/>
              </a:spcAft>
              <a:buClr>
                <a:schemeClr val="lt1"/>
              </a:buClr>
              <a:buSzPts val="1000"/>
              <a:buFont typeface="Inter"/>
              <a:buChar char="■"/>
              <a:defRPr sz="1000"/>
            </a:lvl3pPr>
            <a:lvl4pPr indent="-292100" lvl="3" marL="1828800" algn="ctr">
              <a:spcBef>
                <a:spcPts val="0"/>
              </a:spcBef>
              <a:spcAft>
                <a:spcPts val="0"/>
              </a:spcAft>
              <a:buClr>
                <a:schemeClr val="lt1"/>
              </a:buClr>
              <a:buSzPts val="1000"/>
              <a:buFont typeface="Inter"/>
              <a:buChar char="●"/>
              <a:defRPr sz="1000"/>
            </a:lvl4pPr>
            <a:lvl5pPr indent="-292100" lvl="4" marL="2286000" algn="ctr">
              <a:spcBef>
                <a:spcPts val="0"/>
              </a:spcBef>
              <a:spcAft>
                <a:spcPts val="0"/>
              </a:spcAft>
              <a:buClr>
                <a:schemeClr val="lt1"/>
              </a:buClr>
              <a:buSzPts val="1000"/>
              <a:buFont typeface="Inter"/>
              <a:buChar char="○"/>
              <a:defRPr sz="1000"/>
            </a:lvl5pPr>
            <a:lvl6pPr indent="-292100" lvl="5" marL="2743200" algn="ctr">
              <a:spcBef>
                <a:spcPts val="0"/>
              </a:spcBef>
              <a:spcAft>
                <a:spcPts val="0"/>
              </a:spcAft>
              <a:buClr>
                <a:schemeClr val="lt1"/>
              </a:buClr>
              <a:buSzPts val="1000"/>
              <a:buFont typeface="Inter"/>
              <a:buChar char="■"/>
              <a:defRPr sz="1000"/>
            </a:lvl6pPr>
            <a:lvl7pPr indent="-292100" lvl="6" marL="3200400" algn="ctr">
              <a:spcBef>
                <a:spcPts val="0"/>
              </a:spcBef>
              <a:spcAft>
                <a:spcPts val="0"/>
              </a:spcAft>
              <a:buClr>
                <a:schemeClr val="lt1"/>
              </a:buClr>
              <a:buSzPts val="1000"/>
              <a:buFont typeface="Inter"/>
              <a:buChar char="●"/>
              <a:defRPr sz="1000"/>
            </a:lvl7pPr>
            <a:lvl8pPr indent="-292100" lvl="7" marL="3657600" algn="ctr">
              <a:spcBef>
                <a:spcPts val="0"/>
              </a:spcBef>
              <a:spcAft>
                <a:spcPts val="0"/>
              </a:spcAft>
              <a:buClr>
                <a:schemeClr val="lt1"/>
              </a:buClr>
              <a:buSzPts val="1000"/>
              <a:buFont typeface="Inter"/>
              <a:buChar char="○"/>
              <a:defRPr sz="1000"/>
            </a:lvl8pPr>
            <a:lvl9pPr indent="-292100" lvl="8" marL="4114800" algn="ctr">
              <a:spcBef>
                <a:spcPts val="0"/>
              </a:spcBef>
              <a:spcAft>
                <a:spcPts val="0"/>
              </a:spcAft>
              <a:buClr>
                <a:schemeClr val="lt1"/>
              </a:buClr>
              <a:buSzPts val="1000"/>
              <a:buFont typeface="Inter"/>
              <a:buChar char="■"/>
              <a:defRPr sz="1000"/>
            </a:lvl9pPr>
          </a:lstStyle>
          <a:p/>
        </p:txBody>
      </p:sp>
      <p:sp>
        <p:nvSpPr>
          <p:cNvPr id="687" name="Google Shape;687;p35"/>
          <p:cNvSpPr/>
          <p:nvPr/>
        </p:nvSpPr>
        <p:spPr>
          <a:xfrm rot="-5400000">
            <a:off x="7573550" y="1789950"/>
            <a:ext cx="771000" cy="237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688" name="Google Shape;688;p35"/>
          <p:cNvSpPr/>
          <p:nvPr/>
        </p:nvSpPr>
        <p:spPr>
          <a:xfrm rot="-5400000">
            <a:off x="5343575" y="1930200"/>
            <a:ext cx="771000" cy="20901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689" name="Google Shape;689;p35"/>
          <p:cNvSpPr/>
          <p:nvPr/>
        </p:nvSpPr>
        <p:spPr>
          <a:xfrm rot="-5400000">
            <a:off x="3255125" y="1931850"/>
            <a:ext cx="771000" cy="20868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690" name="Google Shape;690;p35"/>
          <p:cNvSpPr/>
          <p:nvPr/>
        </p:nvSpPr>
        <p:spPr>
          <a:xfrm rot="-5400000">
            <a:off x="1173425" y="1936950"/>
            <a:ext cx="771000" cy="2076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sp>
        <p:nvSpPr>
          <p:cNvPr id="691" name="Google Shape;691;p35"/>
          <p:cNvSpPr txBox="1"/>
          <p:nvPr>
            <p:ph idx="5" type="subTitle"/>
          </p:nvPr>
        </p:nvSpPr>
        <p:spPr>
          <a:xfrm>
            <a:off x="520425" y="2589750"/>
            <a:ext cx="20901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692" name="Google Shape;692;p35"/>
          <p:cNvSpPr txBox="1"/>
          <p:nvPr>
            <p:ph idx="6" type="subTitle"/>
          </p:nvPr>
        </p:nvSpPr>
        <p:spPr>
          <a:xfrm>
            <a:off x="2597225" y="2589750"/>
            <a:ext cx="20766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693" name="Google Shape;693;p35"/>
          <p:cNvSpPr txBox="1"/>
          <p:nvPr>
            <p:ph idx="7" type="subTitle"/>
          </p:nvPr>
        </p:nvSpPr>
        <p:spPr>
          <a:xfrm>
            <a:off x="4685675" y="2589750"/>
            <a:ext cx="20901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694" name="Google Shape;694;p35"/>
          <p:cNvSpPr txBox="1"/>
          <p:nvPr>
            <p:ph idx="8" type="subTitle"/>
          </p:nvPr>
        </p:nvSpPr>
        <p:spPr>
          <a:xfrm>
            <a:off x="6773425" y="2589750"/>
            <a:ext cx="2370600" cy="771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1pPr>
            <a:lvl2pPr lvl="1"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2pPr>
            <a:lvl3pPr lvl="2"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3pPr>
            <a:lvl4pPr lvl="3"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4pPr>
            <a:lvl5pPr lvl="4"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5pPr>
            <a:lvl6pPr lvl="5"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6pPr>
            <a:lvl7pPr lvl="6"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7pPr>
            <a:lvl8pPr lvl="7"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8pPr>
            <a:lvl9pPr lvl="8" algn="ctr">
              <a:spcBef>
                <a:spcPts val="0"/>
              </a:spcBef>
              <a:spcAft>
                <a:spcPts val="0"/>
              </a:spcAft>
              <a:buClr>
                <a:schemeClr val="lt1"/>
              </a:buClr>
              <a:buSzPts val="1000"/>
              <a:buFont typeface="Inter Medium"/>
              <a:buNone/>
              <a:defRPr sz="1000">
                <a:latin typeface="Inter Medium"/>
                <a:ea typeface="Inter Medium"/>
                <a:cs typeface="Inter Medium"/>
                <a:sym typeface="Inter Medium"/>
              </a:defRPr>
            </a:lvl9pPr>
          </a:lstStyle>
          <a:p/>
        </p:txBody>
      </p:sp>
      <p:sp>
        <p:nvSpPr>
          <p:cNvPr id="695" name="Google Shape;695;p35"/>
          <p:cNvSpPr/>
          <p:nvPr>
            <p:ph idx="9" type="pic"/>
          </p:nvPr>
        </p:nvSpPr>
        <p:spPr>
          <a:xfrm>
            <a:off x="6773402" y="841675"/>
            <a:ext cx="2370600" cy="1748700"/>
          </a:xfrm>
          <a:prstGeom prst="rect">
            <a:avLst/>
          </a:prstGeom>
          <a:noFill/>
          <a:ln>
            <a:noFill/>
          </a:ln>
        </p:spPr>
      </p:sp>
      <p:sp>
        <p:nvSpPr>
          <p:cNvPr id="696" name="Google Shape;696;p35"/>
          <p:cNvSpPr/>
          <p:nvPr>
            <p:ph idx="13" type="pic"/>
          </p:nvPr>
        </p:nvSpPr>
        <p:spPr>
          <a:xfrm>
            <a:off x="4685838" y="841675"/>
            <a:ext cx="2086800" cy="1748700"/>
          </a:xfrm>
          <a:prstGeom prst="rect">
            <a:avLst/>
          </a:prstGeom>
          <a:noFill/>
          <a:ln>
            <a:noFill/>
          </a:ln>
        </p:spPr>
      </p:sp>
      <p:sp>
        <p:nvSpPr>
          <p:cNvPr id="697" name="Google Shape;697;p35"/>
          <p:cNvSpPr/>
          <p:nvPr>
            <p:ph idx="14" type="pic"/>
          </p:nvPr>
        </p:nvSpPr>
        <p:spPr>
          <a:xfrm>
            <a:off x="2597225" y="841675"/>
            <a:ext cx="2086800" cy="1748700"/>
          </a:xfrm>
          <a:prstGeom prst="rect">
            <a:avLst/>
          </a:prstGeom>
          <a:noFill/>
          <a:ln>
            <a:noFill/>
          </a:ln>
        </p:spPr>
      </p:sp>
      <p:sp>
        <p:nvSpPr>
          <p:cNvPr id="698" name="Google Shape;698;p35"/>
          <p:cNvSpPr/>
          <p:nvPr>
            <p:ph idx="15" type="pic"/>
          </p:nvPr>
        </p:nvSpPr>
        <p:spPr>
          <a:xfrm>
            <a:off x="520725" y="841675"/>
            <a:ext cx="2076600" cy="1748700"/>
          </a:xfrm>
          <a:prstGeom prst="rect">
            <a:avLst/>
          </a:prstGeom>
          <a:noFill/>
          <a:ln>
            <a:noFill/>
          </a:ln>
        </p:spPr>
      </p:sp>
      <p:cxnSp>
        <p:nvCxnSpPr>
          <p:cNvPr id="699" name="Google Shape;699;p35"/>
          <p:cNvCxnSpPr/>
          <p:nvPr/>
        </p:nvCxnSpPr>
        <p:spPr>
          <a:xfrm>
            <a:off x="2598000" y="842050"/>
            <a:ext cx="0" cy="4301700"/>
          </a:xfrm>
          <a:prstGeom prst="straightConnector1">
            <a:avLst/>
          </a:prstGeom>
          <a:noFill/>
          <a:ln cap="flat" cmpd="sng" w="9525">
            <a:solidFill>
              <a:schemeClr val="lt1"/>
            </a:solidFill>
            <a:prstDash val="solid"/>
            <a:round/>
            <a:headEnd len="sm" w="sm" type="none"/>
            <a:tailEnd len="sm" w="sm" type="none"/>
          </a:ln>
        </p:spPr>
      </p:cxnSp>
      <p:cxnSp>
        <p:nvCxnSpPr>
          <p:cNvPr id="700" name="Google Shape;700;p35"/>
          <p:cNvCxnSpPr/>
          <p:nvPr/>
        </p:nvCxnSpPr>
        <p:spPr>
          <a:xfrm>
            <a:off x="6773750" y="841675"/>
            <a:ext cx="0" cy="4301700"/>
          </a:xfrm>
          <a:prstGeom prst="straightConnector1">
            <a:avLst/>
          </a:prstGeom>
          <a:noFill/>
          <a:ln cap="flat" cmpd="sng" w="9525">
            <a:solidFill>
              <a:schemeClr val="lt1"/>
            </a:solidFill>
            <a:prstDash val="solid"/>
            <a:round/>
            <a:headEnd len="sm" w="sm" type="none"/>
            <a:tailEnd len="sm" w="sm" type="none"/>
          </a:ln>
        </p:spPr>
      </p:cxnSp>
      <p:cxnSp>
        <p:nvCxnSpPr>
          <p:cNvPr id="701" name="Google Shape;701;p35"/>
          <p:cNvCxnSpPr/>
          <p:nvPr/>
        </p:nvCxnSpPr>
        <p:spPr>
          <a:xfrm>
            <a:off x="4684713" y="842026"/>
            <a:ext cx="0" cy="4301700"/>
          </a:xfrm>
          <a:prstGeom prst="straightConnector1">
            <a:avLst/>
          </a:prstGeom>
          <a:noFill/>
          <a:ln cap="flat" cmpd="sng" w="9525">
            <a:solidFill>
              <a:schemeClr val="lt1"/>
            </a:solidFill>
            <a:prstDash val="solid"/>
            <a:round/>
            <a:headEnd len="sm" w="sm" type="none"/>
            <a:tailEnd len="sm" w="sm" type="none"/>
          </a:ln>
        </p:spPr>
      </p:cxnSp>
      <p:cxnSp>
        <p:nvCxnSpPr>
          <p:cNvPr id="702" name="Google Shape;702;p35"/>
          <p:cNvCxnSpPr/>
          <p:nvPr/>
        </p:nvCxnSpPr>
        <p:spPr>
          <a:xfrm rot="10800000">
            <a:off x="520800" y="3361000"/>
            <a:ext cx="8623200" cy="0"/>
          </a:xfrm>
          <a:prstGeom prst="straightConnector1">
            <a:avLst/>
          </a:prstGeom>
          <a:noFill/>
          <a:ln cap="flat" cmpd="sng" w="9525">
            <a:solidFill>
              <a:schemeClr val="lt1"/>
            </a:solidFill>
            <a:prstDash val="solid"/>
            <a:round/>
            <a:headEnd len="sm" w="sm" type="none"/>
            <a:tailEnd len="sm" w="sm" type="none"/>
          </a:ln>
        </p:spPr>
      </p:cxnSp>
      <p:cxnSp>
        <p:nvCxnSpPr>
          <p:cNvPr id="703" name="Google Shape;703;p35"/>
          <p:cNvCxnSpPr/>
          <p:nvPr/>
        </p:nvCxnSpPr>
        <p:spPr>
          <a:xfrm rot="10800000">
            <a:off x="520800" y="2590425"/>
            <a:ext cx="8623200" cy="0"/>
          </a:xfrm>
          <a:prstGeom prst="straightConnector1">
            <a:avLst/>
          </a:prstGeom>
          <a:noFill/>
          <a:ln cap="flat" cmpd="sng" w="9525">
            <a:solidFill>
              <a:schemeClr val="lt1"/>
            </a:solidFill>
            <a:prstDash val="solid"/>
            <a:round/>
            <a:headEnd len="sm" w="sm" type="none"/>
            <a:tailEnd len="sm" w="sm" type="none"/>
          </a:ln>
        </p:spPr>
      </p:cxnSp>
      <p:sp>
        <p:nvSpPr>
          <p:cNvPr id="704" name="Google Shape;704;p35"/>
          <p:cNvSpPr txBox="1"/>
          <p:nvPr>
            <p:ph idx="16"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05" name="Google Shape;705;p35"/>
          <p:cNvSpPr txBox="1"/>
          <p:nvPr>
            <p:ph idx="17"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706" name="Google Shape;706;p35"/>
          <p:cNvSpPr txBox="1"/>
          <p:nvPr>
            <p:ph idx="1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707" name="Google Shape;707;p35"/>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08" name="Google Shape;708;p35"/>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709" name="Google Shape;709;p3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10" name="Google Shape;710;p35"/>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11" name="Google Shape;711;p35"/>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712" name="Google Shape;712;p35"/>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2">
    <p:bg>
      <p:bgPr>
        <a:solidFill>
          <a:schemeClr val="lt1"/>
        </a:solidFill>
      </p:bgPr>
    </p:bg>
    <p:spTree>
      <p:nvGrpSpPr>
        <p:cNvPr id="713" name="Shape 713"/>
        <p:cNvGrpSpPr/>
        <p:nvPr/>
      </p:nvGrpSpPr>
      <p:grpSpPr>
        <a:xfrm>
          <a:off x="0" y="0"/>
          <a:ext cx="0" cy="0"/>
          <a:chOff x="0" y="0"/>
          <a:chExt cx="0" cy="0"/>
        </a:xfrm>
      </p:grpSpPr>
      <p:grpSp>
        <p:nvGrpSpPr>
          <p:cNvPr id="714" name="Google Shape;714;p36"/>
          <p:cNvGrpSpPr/>
          <p:nvPr/>
        </p:nvGrpSpPr>
        <p:grpSpPr>
          <a:xfrm rot="5400000">
            <a:off x="593777" y="660623"/>
            <a:ext cx="369896" cy="333900"/>
            <a:chOff x="96076" y="654376"/>
            <a:chExt cx="369896" cy="333900"/>
          </a:xfrm>
        </p:grpSpPr>
        <p:cxnSp>
          <p:nvCxnSpPr>
            <p:cNvPr id="715" name="Google Shape;715;p36"/>
            <p:cNvCxnSpPr/>
            <p:nvPr/>
          </p:nvCxnSpPr>
          <p:spPr>
            <a:xfrm rot="5400000">
              <a:off x="113975" y="821326"/>
              <a:ext cx="333900" cy="0"/>
            </a:xfrm>
            <a:prstGeom prst="straightConnector1">
              <a:avLst/>
            </a:prstGeom>
            <a:noFill/>
            <a:ln cap="flat" cmpd="sng" w="19050">
              <a:solidFill>
                <a:schemeClr val="accent6"/>
              </a:solidFill>
              <a:prstDash val="solid"/>
              <a:round/>
              <a:headEnd len="sm" w="sm" type="none"/>
              <a:tailEnd len="sm" w="sm" type="none"/>
            </a:ln>
          </p:spPr>
        </p:cxnSp>
        <p:sp>
          <p:nvSpPr>
            <p:cNvPr id="716" name="Google Shape;716;p3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17" name="Google Shape;717;p3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718" name="Google Shape;718;p36"/>
          <p:cNvSpPr txBox="1"/>
          <p:nvPr>
            <p:ph type="title"/>
          </p:nvPr>
        </p:nvSpPr>
        <p:spPr>
          <a:xfrm flipH="1">
            <a:off x="1040750" y="334850"/>
            <a:ext cx="7581900" cy="88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3200"/>
              <a:buFont typeface="Gowun Batang"/>
              <a:buNone/>
              <a:defRPr>
                <a:solidFill>
                  <a:schemeClr val="dk1"/>
                </a:solidFill>
              </a:defRPr>
            </a:lvl1pPr>
            <a:lvl2pPr lvl="1">
              <a:spcBef>
                <a:spcPts val="0"/>
              </a:spcBef>
              <a:spcAft>
                <a:spcPts val="0"/>
              </a:spcAft>
              <a:buClr>
                <a:schemeClr val="dk1"/>
              </a:buClr>
              <a:buSzPts val="4400"/>
              <a:buFont typeface="Gowun Batang"/>
              <a:buNone/>
              <a:defRPr sz="4400">
                <a:solidFill>
                  <a:schemeClr val="dk1"/>
                </a:solidFill>
              </a:defRPr>
            </a:lvl2pPr>
            <a:lvl3pPr lvl="2">
              <a:spcBef>
                <a:spcPts val="0"/>
              </a:spcBef>
              <a:spcAft>
                <a:spcPts val="0"/>
              </a:spcAft>
              <a:buClr>
                <a:schemeClr val="dk1"/>
              </a:buClr>
              <a:buSzPts val="4400"/>
              <a:buFont typeface="Gowun Batang"/>
              <a:buNone/>
              <a:defRPr sz="4400">
                <a:solidFill>
                  <a:schemeClr val="dk1"/>
                </a:solidFill>
              </a:defRPr>
            </a:lvl3pPr>
            <a:lvl4pPr lvl="3">
              <a:spcBef>
                <a:spcPts val="0"/>
              </a:spcBef>
              <a:spcAft>
                <a:spcPts val="0"/>
              </a:spcAft>
              <a:buClr>
                <a:schemeClr val="dk1"/>
              </a:buClr>
              <a:buSzPts val="4400"/>
              <a:buFont typeface="Gowun Batang"/>
              <a:buNone/>
              <a:defRPr sz="4400">
                <a:solidFill>
                  <a:schemeClr val="dk1"/>
                </a:solidFill>
              </a:defRPr>
            </a:lvl4pPr>
            <a:lvl5pPr lvl="4">
              <a:spcBef>
                <a:spcPts val="0"/>
              </a:spcBef>
              <a:spcAft>
                <a:spcPts val="0"/>
              </a:spcAft>
              <a:buClr>
                <a:schemeClr val="dk1"/>
              </a:buClr>
              <a:buSzPts val="4400"/>
              <a:buFont typeface="Gowun Batang"/>
              <a:buNone/>
              <a:defRPr sz="4400">
                <a:solidFill>
                  <a:schemeClr val="dk1"/>
                </a:solidFill>
              </a:defRPr>
            </a:lvl5pPr>
            <a:lvl6pPr lvl="5">
              <a:spcBef>
                <a:spcPts val="0"/>
              </a:spcBef>
              <a:spcAft>
                <a:spcPts val="0"/>
              </a:spcAft>
              <a:buClr>
                <a:schemeClr val="dk1"/>
              </a:buClr>
              <a:buSzPts val="4400"/>
              <a:buFont typeface="Gowun Batang"/>
              <a:buNone/>
              <a:defRPr sz="4400">
                <a:solidFill>
                  <a:schemeClr val="dk1"/>
                </a:solidFill>
              </a:defRPr>
            </a:lvl6pPr>
            <a:lvl7pPr lvl="6">
              <a:spcBef>
                <a:spcPts val="0"/>
              </a:spcBef>
              <a:spcAft>
                <a:spcPts val="0"/>
              </a:spcAft>
              <a:buClr>
                <a:schemeClr val="dk1"/>
              </a:buClr>
              <a:buSzPts val="4400"/>
              <a:buFont typeface="Gowun Batang"/>
              <a:buNone/>
              <a:defRPr sz="4400">
                <a:solidFill>
                  <a:schemeClr val="dk1"/>
                </a:solidFill>
              </a:defRPr>
            </a:lvl7pPr>
            <a:lvl8pPr lvl="7">
              <a:spcBef>
                <a:spcPts val="0"/>
              </a:spcBef>
              <a:spcAft>
                <a:spcPts val="0"/>
              </a:spcAft>
              <a:buClr>
                <a:schemeClr val="dk1"/>
              </a:buClr>
              <a:buSzPts val="4400"/>
              <a:buFont typeface="Gowun Batang"/>
              <a:buNone/>
              <a:defRPr sz="4400">
                <a:solidFill>
                  <a:schemeClr val="dk1"/>
                </a:solidFill>
              </a:defRPr>
            </a:lvl8pPr>
            <a:lvl9pPr lvl="8">
              <a:spcBef>
                <a:spcPts val="0"/>
              </a:spcBef>
              <a:spcAft>
                <a:spcPts val="0"/>
              </a:spcAft>
              <a:buClr>
                <a:schemeClr val="dk1"/>
              </a:buClr>
              <a:buSzPts val="4400"/>
              <a:buFont typeface="Gowun Batang"/>
              <a:buNone/>
              <a:defRPr sz="4400">
                <a:solidFill>
                  <a:schemeClr val="dk1"/>
                </a:solidFill>
              </a:defRPr>
            </a:lvl9pPr>
          </a:lstStyle>
          <a:p/>
        </p:txBody>
      </p:sp>
      <p:sp>
        <p:nvSpPr>
          <p:cNvPr id="719" name="Google Shape;719;p36"/>
          <p:cNvSpPr txBox="1"/>
          <p:nvPr>
            <p:ph idx="1" type="body"/>
          </p:nvPr>
        </p:nvSpPr>
        <p:spPr>
          <a:xfrm>
            <a:off x="1042100" y="1307575"/>
            <a:ext cx="3977100" cy="3522300"/>
          </a:xfrm>
          <a:prstGeom prst="rect">
            <a:avLst/>
          </a:prstGeom>
        </p:spPr>
        <p:txBody>
          <a:bodyPr anchorCtr="0" anchor="t" bIns="91425" lIns="274300" spcFirstLastPara="1" rIns="91425" wrap="square" tIns="274300">
            <a:normAutofit/>
          </a:bodyPr>
          <a:lstStyle>
            <a:lvl1pPr indent="-292100" lvl="0" marL="457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1pPr>
            <a:lvl2pPr indent="-292100" lvl="1" marL="9144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2pPr>
            <a:lvl3pPr indent="-292100" lvl="2" marL="13716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3pPr>
            <a:lvl4pPr indent="-292100" lvl="3" marL="18288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4pPr>
            <a:lvl5pPr indent="-292100" lvl="4" marL="22860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5pPr>
            <a:lvl6pPr indent="-292100" lvl="5" marL="2743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6pPr>
            <a:lvl7pPr indent="-292100" lvl="6" marL="32004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7pPr>
            <a:lvl8pPr indent="-292100" lvl="7" marL="36576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8pPr>
            <a:lvl9pPr indent="-292100" lvl="8" marL="41148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9pPr>
          </a:lstStyle>
          <a:p/>
        </p:txBody>
      </p:sp>
      <p:sp>
        <p:nvSpPr>
          <p:cNvPr id="720" name="Google Shape;720;p36"/>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721" name="Google Shape;721;p36"/>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722" name="Google Shape;722;p36"/>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723" name="Google Shape;723;p36"/>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724" name="Google Shape;724;p36"/>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725" name="Google Shape;725;p36"/>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726" name="Google Shape;726;p36"/>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727" name="Google Shape;727;p36"/>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728" name="Google Shape;728;p36"/>
          <p:cNvCxnSpPr/>
          <p:nvPr/>
        </p:nvCxnSpPr>
        <p:spPr>
          <a:xfrm>
            <a:off x="1042100" y="1217450"/>
            <a:ext cx="81024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BLANK_1_1_1">
    <p:bg>
      <p:bgPr>
        <a:solidFill>
          <a:schemeClr val="lt2"/>
        </a:solidFill>
      </p:bgPr>
    </p:bg>
    <p:spTree>
      <p:nvGrpSpPr>
        <p:cNvPr id="729" name="Shape 729"/>
        <p:cNvGrpSpPr/>
        <p:nvPr/>
      </p:nvGrpSpPr>
      <p:grpSpPr>
        <a:xfrm>
          <a:off x="0" y="0"/>
          <a:ext cx="0" cy="0"/>
          <a:chOff x="0" y="0"/>
          <a:chExt cx="0" cy="0"/>
        </a:xfrm>
      </p:grpSpPr>
      <p:grpSp>
        <p:nvGrpSpPr>
          <p:cNvPr id="730" name="Google Shape;730;p37"/>
          <p:cNvGrpSpPr/>
          <p:nvPr/>
        </p:nvGrpSpPr>
        <p:grpSpPr>
          <a:xfrm rot="5400000">
            <a:off x="593777" y="654575"/>
            <a:ext cx="369896" cy="333900"/>
            <a:chOff x="96076" y="654376"/>
            <a:chExt cx="369896" cy="333900"/>
          </a:xfrm>
        </p:grpSpPr>
        <p:cxnSp>
          <p:nvCxnSpPr>
            <p:cNvPr id="731" name="Google Shape;731;p3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32" name="Google Shape;732;p3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33" name="Google Shape;733;p3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734" name="Google Shape;734;p37"/>
          <p:cNvCxnSpPr/>
          <p:nvPr/>
        </p:nvCxnSpPr>
        <p:spPr>
          <a:xfrm>
            <a:off x="5019250" y="1307650"/>
            <a:ext cx="0" cy="3851400"/>
          </a:xfrm>
          <a:prstGeom prst="straightConnector1">
            <a:avLst/>
          </a:prstGeom>
          <a:noFill/>
          <a:ln cap="flat" cmpd="sng" w="9525">
            <a:solidFill>
              <a:schemeClr val="lt1"/>
            </a:solidFill>
            <a:prstDash val="solid"/>
            <a:round/>
            <a:headEnd len="sm" w="sm" type="none"/>
            <a:tailEnd len="sm" w="sm" type="none"/>
          </a:ln>
        </p:spPr>
      </p:cxnSp>
      <p:cxnSp>
        <p:nvCxnSpPr>
          <p:cNvPr id="735" name="Google Shape;735;p37"/>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36" name="Google Shape;736;p3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37" name="Google Shape;737;p3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38" name="Google Shape;738;p37"/>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39" name="Google Shape;739;p37"/>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40" name="Google Shape;740;p37"/>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741" name="Google Shape;741;p37"/>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742" name="Google Shape;742;p37"/>
          <p:cNvSpPr txBox="1"/>
          <p:nvPr>
            <p:ph idx="2" type="body"/>
          </p:nvPr>
        </p:nvSpPr>
        <p:spPr>
          <a:xfrm>
            <a:off x="501925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743" name="Google Shape;743;p37"/>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_2">
    <p:bg>
      <p:bgPr>
        <a:solidFill>
          <a:schemeClr val="lt2"/>
        </a:solidFill>
      </p:bgPr>
    </p:bg>
    <p:spTree>
      <p:nvGrpSpPr>
        <p:cNvPr id="744" name="Shape 744"/>
        <p:cNvGrpSpPr/>
        <p:nvPr/>
      </p:nvGrpSpPr>
      <p:grpSpPr>
        <a:xfrm>
          <a:off x="0" y="0"/>
          <a:ext cx="0" cy="0"/>
          <a:chOff x="0" y="0"/>
          <a:chExt cx="0" cy="0"/>
        </a:xfrm>
      </p:grpSpPr>
      <p:grpSp>
        <p:nvGrpSpPr>
          <p:cNvPr id="745" name="Google Shape;745;p38"/>
          <p:cNvGrpSpPr/>
          <p:nvPr/>
        </p:nvGrpSpPr>
        <p:grpSpPr>
          <a:xfrm rot="5400000">
            <a:off x="593777" y="658085"/>
            <a:ext cx="369896" cy="333900"/>
            <a:chOff x="96076" y="654376"/>
            <a:chExt cx="369896" cy="333900"/>
          </a:xfrm>
        </p:grpSpPr>
        <p:cxnSp>
          <p:nvCxnSpPr>
            <p:cNvPr id="746" name="Google Shape;746;p3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47" name="Google Shape;747;p3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48" name="Google Shape;748;p3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cxnSp>
        <p:nvCxnSpPr>
          <p:cNvPr id="749" name="Google Shape;749;p38"/>
          <p:cNvCxnSpPr/>
          <p:nvPr/>
        </p:nvCxnSpPr>
        <p:spPr>
          <a:xfrm>
            <a:off x="5019250" y="1307650"/>
            <a:ext cx="0" cy="3851400"/>
          </a:xfrm>
          <a:prstGeom prst="straightConnector1">
            <a:avLst/>
          </a:prstGeom>
          <a:noFill/>
          <a:ln cap="flat" cmpd="sng" w="9525">
            <a:solidFill>
              <a:schemeClr val="lt1"/>
            </a:solidFill>
            <a:prstDash val="solid"/>
            <a:round/>
            <a:headEnd len="sm" w="sm" type="none"/>
            <a:tailEnd len="sm" w="sm" type="none"/>
          </a:ln>
        </p:spPr>
      </p:cxnSp>
      <p:cxnSp>
        <p:nvCxnSpPr>
          <p:cNvPr id="750" name="Google Shape;750;p38"/>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51" name="Google Shape;751;p3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52" name="Google Shape;752;p3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53" name="Google Shape;753;p38"/>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54" name="Google Shape;754;p38"/>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55" name="Google Shape;755;p38"/>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756" name="Google Shape;756;p38"/>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sp>
        <p:nvSpPr>
          <p:cNvPr id="757" name="Google Shape;757;p38"/>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758" name="Google Shape;758;p38"/>
          <p:cNvSpPr txBox="1"/>
          <p:nvPr>
            <p:ph idx="2" type="body"/>
          </p:nvPr>
        </p:nvSpPr>
        <p:spPr>
          <a:xfrm>
            <a:off x="501925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759" name="Google Shape;759;p38"/>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60" name="Google Shape;760;p38"/>
          <p:cNvSpPr txBox="1"/>
          <p:nvPr>
            <p:ph idx="4"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761" name="Google Shape;761;p38"/>
          <p:cNvSpPr txBox="1"/>
          <p:nvPr>
            <p:ph idx="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62" name="Google Shape;762;p38"/>
          <p:cNvSpPr txBox="1"/>
          <p:nvPr>
            <p:ph idx="6" type="title"/>
          </p:nvPr>
        </p:nvSpPr>
        <p:spPr>
          <a:xfrm>
            <a:off x="1042100" y="130770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
        <p:nvSpPr>
          <p:cNvPr id="763" name="Google Shape;763;p38"/>
          <p:cNvSpPr txBox="1"/>
          <p:nvPr>
            <p:ph idx="7" type="title"/>
          </p:nvPr>
        </p:nvSpPr>
        <p:spPr>
          <a:xfrm>
            <a:off x="5019250" y="130770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LANK_1_1_1_1">
    <p:bg>
      <p:bgPr>
        <a:solidFill>
          <a:schemeClr val="lt2"/>
        </a:solidFill>
      </p:bgPr>
    </p:bg>
    <p:spTree>
      <p:nvGrpSpPr>
        <p:cNvPr id="764" name="Shape 764"/>
        <p:cNvGrpSpPr/>
        <p:nvPr/>
      </p:nvGrpSpPr>
      <p:grpSpPr>
        <a:xfrm>
          <a:off x="0" y="0"/>
          <a:ext cx="0" cy="0"/>
          <a:chOff x="0" y="0"/>
          <a:chExt cx="0" cy="0"/>
        </a:xfrm>
      </p:grpSpPr>
      <p:grpSp>
        <p:nvGrpSpPr>
          <p:cNvPr id="765" name="Google Shape;765;p39"/>
          <p:cNvGrpSpPr/>
          <p:nvPr/>
        </p:nvGrpSpPr>
        <p:grpSpPr>
          <a:xfrm rot="5400000">
            <a:off x="593777" y="658085"/>
            <a:ext cx="369896" cy="333900"/>
            <a:chOff x="96076" y="654376"/>
            <a:chExt cx="369896" cy="333900"/>
          </a:xfrm>
        </p:grpSpPr>
        <p:cxnSp>
          <p:nvCxnSpPr>
            <p:cNvPr id="766" name="Google Shape;766;p39"/>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67" name="Google Shape;767;p39"/>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68" name="Google Shape;768;p39"/>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769" name="Google Shape;769;p39"/>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770" name="Google Shape;770;p39"/>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71" name="Google Shape;771;p3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72" name="Google Shape;772;p3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73" name="Google Shape;773;p39"/>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74" name="Google Shape;774;p39"/>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75" name="Google Shape;775;p39"/>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_2">
    <p:bg>
      <p:bgPr>
        <a:solidFill>
          <a:schemeClr val="lt2"/>
        </a:solidFill>
      </p:bgPr>
    </p:bg>
    <p:spTree>
      <p:nvGrpSpPr>
        <p:cNvPr id="776" name="Shape 776"/>
        <p:cNvGrpSpPr/>
        <p:nvPr/>
      </p:nvGrpSpPr>
      <p:grpSpPr>
        <a:xfrm>
          <a:off x="0" y="0"/>
          <a:ext cx="0" cy="0"/>
          <a:chOff x="0" y="0"/>
          <a:chExt cx="0" cy="0"/>
        </a:xfrm>
      </p:grpSpPr>
      <p:grpSp>
        <p:nvGrpSpPr>
          <p:cNvPr id="777" name="Google Shape;777;p40"/>
          <p:cNvGrpSpPr/>
          <p:nvPr/>
        </p:nvGrpSpPr>
        <p:grpSpPr>
          <a:xfrm rot="5400000">
            <a:off x="593777" y="658085"/>
            <a:ext cx="369896" cy="333900"/>
            <a:chOff x="96076" y="654376"/>
            <a:chExt cx="369896" cy="333900"/>
          </a:xfrm>
        </p:grpSpPr>
        <p:cxnSp>
          <p:nvCxnSpPr>
            <p:cNvPr id="778" name="Google Shape;778;p40"/>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79" name="Google Shape;779;p40"/>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80" name="Google Shape;780;p40"/>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781" name="Google Shape;781;p40"/>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782" name="Google Shape;782;p40"/>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83" name="Google Shape;783;p4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84" name="Google Shape;784;p4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85" name="Google Shape;785;p40"/>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86" name="Google Shape;786;p40"/>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787" name="Google Shape;787;p40"/>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788" name="Google Shape;788;p40"/>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789" name="Google Shape;789;p40"/>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790" name="Google Shape;790;p40"/>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BLANK_1_1_1_1_1">
    <p:bg>
      <p:bgPr>
        <a:solidFill>
          <a:schemeClr val="lt2"/>
        </a:solidFill>
      </p:bgPr>
    </p:bg>
    <p:spTree>
      <p:nvGrpSpPr>
        <p:cNvPr id="791" name="Shape 791"/>
        <p:cNvGrpSpPr/>
        <p:nvPr/>
      </p:nvGrpSpPr>
      <p:grpSpPr>
        <a:xfrm>
          <a:off x="0" y="0"/>
          <a:ext cx="0" cy="0"/>
          <a:chOff x="0" y="0"/>
          <a:chExt cx="0" cy="0"/>
        </a:xfrm>
      </p:grpSpPr>
      <p:grpSp>
        <p:nvGrpSpPr>
          <p:cNvPr id="792" name="Google Shape;792;p41"/>
          <p:cNvGrpSpPr/>
          <p:nvPr/>
        </p:nvGrpSpPr>
        <p:grpSpPr>
          <a:xfrm rot="5400000">
            <a:off x="593777" y="658085"/>
            <a:ext cx="369896" cy="333900"/>
            <a:chOff x="96076" y="654376"/>
            <a:chExt cx="369896" cy="333900"/>
          </a:xfrm>
        </p:grpSpPr>
        <p:cxnSp>
          <p:nvCxnSpPr>
            <p:cNvPr id="793" name="Google Shape;793;p41"/>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794" name="Google Shape;794;p41"/>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795" name="Google Shape;795;p41"/>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796" name="Google Shape;796;p41"/>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797" name="Google Shape;797;p41"/>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798" name="Google Shape;798;p4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799" name="Google Shape;799;p4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00" name="Google Shape;800;p41"/>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01" name="Google Shape;801;p41"/>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02" name="Google Shape;802;p41"/>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803" name="Google Shape;803;p41"/>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ALT 1">
  <p:cSld name="BLANK_1_1_1_1_1_2">
    <p:bg>
      <p:bgPr>
        <a:solidFill>
          <a:schemeClr val="lt2"/>
        </a:solidFill>
      </p:bgPr>
    </p:bg>
    <p:spTree>
      <p:nvGrpSpPr>
        <p:cNvPr id="804" name="Shape 804"/>
        <p:cNvGrpSpPr/>
        <p:nvPr/>
      </p:nvGrpSpPr>
      <p:grpSpPr>
        <a:xfrm>
          <a:off x="0" y="0"/>
          <a:ext cx="0" cy="0"/>
          <a:chOff x="0" y="0"/>
          <a:chExt cx="0" cy="0"/>
        </a:xfrm>
      </p:grpSpPr>
      <p:grpSp>
        <p:nvGrpSpPr>
          <p:cNvPr id="805" name="Google Shape;805;p42"/>
          <p:cNvGrpSpPr/>
          <p:nvPr/>
        </p:nvGrpSpPr>
        <p:grpSpPr>
          <a:xfrm rot="5400000">
            <a:off x="593777" y="658085"/>
            <a:ext cx="369896" cy="333900"/>
            <a:chOff x="96076" y="654376"/>
            <a:chExt cx="369896" cy="333900"/>
          </a:xfrm>
        </p:grpSpPr>
        <p:cxnSp>
          <p:nvCxnSpPr>
            <p:cNvPr id="806" name="Google Shape;806;p42"/>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807" name="Google Shape;807;p42"/>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808" name="Google Shape;808;p42"/>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809" name="Google Shape;809;p42"/>
          <p:cNvSpPr txBox="1"/>
          <p:nvPr>
            <p:ph type="title"/>
          </p:nvPr>
        </p:nvSpPr>
        <p:spPr>
          <a:xfrm flipH="1">
            <a:off x="1040750" y="334850"/>
            <a:ext cx="7581900" cy="9726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4400"/>
              <a:buFont typeface="Gowun Batang"/>
              <a:buNone/>
              <a:defRPr sz="4400"/>
            </a:lvl1pPr>
            <a:lvl2pPr lvl="1">
              <a:spcBef>
                <a:spcPts val="0"/>
              </a:spcBef>
              <a:spcAft>
                <a:spcPts val="0"/>
              </a:spcAft>
              <a:buClr>
                <a:schemeClr val="lt1"/>
              </a:buClr>
              <a:buSzPts val="4400"/>
              <a:buFont typeface="Gowun Batang"/>
              <a:buNone/>
              <a:defRPr sz="4400"/>
            </a:lvl2pPr>
            <a:lvl3pPr lvl="2">
              <a:spcBef>
                <a:spcPts val="0"/>
              </a:spcBef>
              <a:spcAft>
                <a:spcPts val="0"/>
              </a:spcAft>
              <a:buClr>
                <a:schemeClr val="lt1"/>
              </a:buClr>
              <a:buSzPts val="4400"/>
              <a:buFont typeface="Gowun Batang"/>
              <a:buNone/>
              <a:defRPr sz="4400"/>
            </a:lvl3pPr>
            <a:lvl4pPr lvl="3">
              <a:spcBef>
                <a:spcPts val="0"/>
              </a:spcBef>
              <a:spcAft>
                <a:spcPts val="0"/>
              </a:spcAft>
              <a:buClr>
                <a:schemeClr val="lt1"/>
              </a:buClr>
              <a:buSzPts val="4400"/>
              <a:buFont typeface="Gowun Batang"/>
              <a:buNone/>
              <a:defRPr sz="4400"/>
            </a:lvl4pPr>
            <a:lvl5pPr lvl="4">
              <a:spcBef>
                <a:spcPts val="0"/>
              </a:spcBef>
              <a:spcAft>
                <a:spcPts val="0"/>
              </a:spcAft>
              <a:buClr>
                <a:schemeClr val="lt1"/>
              </a:buClr>
              <a:buSzPts val="4400"/>
              <a:buFont typeface="Gowun Batang"/>
              <a:buNone/>
              <a:defRPr sz="4400"/>
            </a:lvl5pPr>
            <a:lvl6pPr lvl="5">
              <a:spcBef>
                <a:spcPts val="0"/>
              </a:spcBef>
              <a:spcAft>
                <a:spcPts val="0"/>
              </a:spcAft>
              <a:buClr>
                <a:schemeClr val="lt1"/>
              </a:buClr>
              <a:buSzPts val="4400"/>
              <a:buFont typeface="Gowun Batang"/>
              <a:buNone/>
              <a:defRPr sz="4400"/>
            </a:lvl6pPr>
            <a:lvl7pPr lvl="6">
              <a:spcBef>
                <a:spcPts val="0"/>
              </a:spcBef>
              <a:spcAft>
                <a:spcPts val="0"/>
              </a:spcAft>
              <a:buClr>
                <a:schemeClr val="lt1"/>
              </a:buClr>
              <a:buSzPts val="4400"/>
              <a:buFont typeface="Gowun Batang"/>
              <a:buNone/>
              <a:defRPr sz="4400"/>
            </a:lvl7pPr>
            <a:lvl8pPr lvl="7">
              <a:spcBef>
                <a:spcPts val="0"/>
              </a:spcBef>
              <a:spcAft>
                <a:spcPts val="0"/>
              </a:spcAft>
              <a:buClr>
                <a:schemeClr val="lt1"/>
              </a:buClr>
              <a:buSzPts val="4400"/>
              <a:buFont typeface="Gowun Batang"/>
              <a:buNone/>
              <a:defRPr sz="4400"/>
            </a:lvl8pPr>
            <a:lvl9pPr lvl="8">
              <a:spcBef>
                <a:spcPts val="0"/>
              </a:spcBef>
              <a:spcAft>
                <a:spcPts val="0"/>
              </a:spcAft>
              <a:buClr>
                <a:schemeClr val="lt1"/>
              </a:buClr>
              <a:buSzPts val="4400"/>
              <a:buFont typeface="Gowun Batang"/>
              <a:buNone/>
              <a:defRPr sz="4400"/>
            </a:lvl9pPr>
          </a:lstStyle>
          <a:p/>
        </p:txBody>
      </p:sp>
      <p:cxnSp>
        <p:nvCxnSpPr>
          <p:cNvPr id="810" name="Google Shape;810;p42"/>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811" name="Google Shape;811;p4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12" name="Google Shape;812;p4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13" name="Google Shape;813;p42"/>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14" name="Google Shape;814;p42"/>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15" name="Google Shape;815;p42"/>
          <p:cNvCxnSpPr/>
          <p:nvPr/>
        </p:nvCxnSpPr>
        <p:spPr>
          <a:xfrm>
            <a:off x="1042100" y="1307575"/>
            <a:ext cx="8102400" cy="0"/>
          </a:xfrm>
          <a:prstGeom prst="straightConnector1">
            <a:avLst/>
          </a:prstGeom>
          <a:noFill/>
          <a:ln cap="flat" cmpd="sng" w="9525">
            <a:solidFill>
              <a:schemeClr val="lt1"/>
            </a:solidFill>
            <a:prstDash val="solid"/>
            <a:round/>
            <a:headEnd len="sm" w="sm" type="none"/>
            <a:tailEnd len="sm" w="sm" type="none"/>
          </a:ln>
        </p:spPr>
      </p:cxnSp>
      <p:sp>
        <p:nvSpPr>
          <p:cNvPr id="816" name="Google Shape;816;p42"/>
          <p:cNvSpPr txBox="1"/>
          <p:nvPr>
            <p:ph idx="1" type="body"/>
          </p:nvPr>
        </p:nvSpPr>
        <p:spPr>
          <a:xfrm>
            <a:off x="1042100" y="1860050"/>
            <a:ext cx="3614400" cy="29697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817" name="Google Shape;817;p42"/>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18" name="Google Shape;818;p42"/>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19" name="Google Shape;819;p42"/>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20" name="Google Shape;820;p42"/>
          <p:cNvSpPr txBox="1"/>
          <p:nvPr>
            <p:ph idx="5" type="title"/>
          </p:nvPr>
        </p:nvSpPr>
        <p:spPr>
          <a:xfrm>
            <a:off x="1042100" y="130770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solidFill>
          <a:schemeClr val="lt2"/>
        </a:solidFill>
      </p:bgPr>
    </p:bg>
    <p:spTree>
      <p:nvGrpSpPr>
        <p:cNvPr id="821" name="Shape 821"/>
        <p:cNvGrpSpPr/>
        <p:nvPr/>
      </p:nvGrpSpPr>
      <p:grpSpPr>
        <a:xfrm>
          <a:off x="0" y="0"/>
          <a:ext cx="0" cy="0"/>
          <a:chOff x="0" y="0"/>
          <a:chExt cx="0" cy="0"/>
        </a:xfrm>
      </p:grpSpPr>
      <p:cxnSp>
        <p:nvCxnSpPr>
          <p:cNvPr id="822" name="Google Shape;822;p43"/>
          <p:cNvCxnSpPr/>
          <p:nvPr/>
        </p:nvCxnSpPr>
        <p:spPr>
          <a:xfrm>
            <a:off x="514575" y="521125"/>
            <a:ext cx="0" cy="4098300"/>
          </a:xfrm>
          <a:prstGeom prst="straightConnector1">
            <a:avLst/>
          </a:prstGeom>
          <a:noFill/>
          <a:ln cap="flat" cmpd="sng" w="9525">
            <a:solidFill>
              <a:schemeClr val="lt1"/>
            </a:solidFill>
            <a:prstDash val="solid"/>
            <a:round/>
            <a:headEnd len="sm" w="sm" type="none"/>
            <a:tailEnd len="sm" w="sm" type="none"/>
          </a:ln>
        </p:spPr>
      </p:cxnSp>
      <p:cxnSp>
        <p:nvCxnSpPr>
          <p:cNvPr id="823" name="Google Shape;823;p43"/>
          <p:cNvCxnSpPr/>
          <p:nvPr/>
        </p:nvCxnSpPr>
        <p:spPr>
          <a:xfrm>
            <a:off x="8622600" y="521125"/>
            <a:ext cx="0" cy="4098300"/>
          </a:xfrm>
          <a:prstGeom prst="straightConnector1">
            <a:avLst/>
          </a:prstGeom>
          <a:noFill/>
          <a:ln cap="flat" cmpd="sng" w="9525">
            <a:solidFill>
              <a:schemeClr val="lt1"/>
            </a:solidFill>
            <a:prstDash val="solid"/>
            <a:round/>
            <a:headEnd len="sm" w="sm" type="none"/>
            <a:tailEnd len="sm" w="sm" type="none"/>
          </a:ln>
        </p:spPr>
      </p:cxnSp>
      <p:cxnSp>
        <p:nvCxnSpPr>
          <p:cNvPr id="824" name="Google Shape;824;p43"/>
          <p:cNvCxnSpPr/>
          <p:nvPr/>
        </p:nvCxnSpPr>
        <p:spPr>
          <a:xfrm>
            <a:off x="-675" y="521125"/>
            <a:ext cx="9145200" cy="0"/>
          </a:xfrm>
          <a:prstGeom prst="straightConnector1">
            <a:avLst/>
          </a:prstGeom>
          <a:noFill/>
          <a:ln cap="flat" cmpd="sng" w="9525">
            <a:solidFill>
              <a:schemeClr val="lt1"/>
            </a:solidFill>
            <a:prstDash val="solid"/>
            <a:round/>
            <a:headEnd len="sm" w="sm" type="none"/>
            <a:tailEnd len="sm" w="sm" type="none"/>
          </a:ln>
        </p:spPr>
      </p:cxnSp>
      <p:cxnSp>
        <p:nvCxnSpPr>
          <p:cNvPr id="825" name="Google Shape;825;p43"/>
          <p:cNvCxnSpPr/>
          <p:nvPr/>
        </p:nvCxnSpPr>
        <p:spPr>
          <a:xfrm>
            <a:off x="-675" y="4619425"/>
            <a:ext cx="9145200" cy="0"/>
          </a:xfrm>
          <a:prstGeom prst="straightConnector1">
            <a:avLst/>
          </a:prstGeom>
          <a:noFill/>
          <a:ln cap="flat" cmpd="sng" w="9525">
            <a:solidFill>
              <a:schemeClr val="lt1"/>
            </a:solidFill>
            <a:prstDash val="solid"/>
            <a:round/>
            <a:headEnd len="sm" w="sm" type="none"/>
            <a:tailEnd len="sm" w="sm" type="none"/>
          </a:ln>
        </p:spPr>
      </p:cxnSp>
      <p:sp>
        <p:nvSpPr>
          <p:cNvPr id="826" name="Google Shape;826;p43"/>
          <p:cNvSpPr txBox="1"/>
          <p:nvPr>
            <p:ph type="title"/>
          </p:nvPr>
        </p:nvSpPr>
        <p:spPr>
          <a:xfrm>
            <a:off x="511600" y="1703125"/>
            <a:ext cx="8111100" cy="1734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400"/>
              <a:buFont typeface="Gowun Batang"/>
              <a:buNone/>
              <a:defRPr sz="4400"/>
            </a:lvl1pPr>
            <a:lvl2pPr lvl="1" algn="ctr">
              <a:spcBef>
                <a:spcPts val="0"/>
              </a:spcBef>
              <a:spcAft>
                <a:spcPts val="0"/>
              </a:spcAft>
              <a:buClr>
                <a:schemeClr val="lt1"/>
              </a:buClr>
              <a:buSzPts val="5500"/>
              <a:buFont typeface="Gowun Batang"/>
              <a:buNone/>
              <a:defRPr sz="5500"/>
            </a:lvl2pPr>
            <a:lvl3pPr lvl="2" algn="ctr">
              <a:spcBef>
                <a:spcPts val="0"/>
              </a:spcBef>
              <a:spcAft>
                <a:spcPts val="0"/>
              </a:spcAft>
              <a:buClr>
                <a:schemeClr val="lt1"/>
              </a:buClr>
              <a:buSzPts val="5500"/>
              <a:buFont typeface="Gowun Batang"/>
              <a:buNone/>
              <a:defRPr sz="5500"/>
            </a:lvl3pPr>
            <a:lvl4pPr lvl="3" algn="ctr">
              <a:spcBef>
                <a:spcPts val="0"/>
              </a:spcBef>
              <a:spcAft>
                <a:spcPts val="0"/>
              </a:spcAft>
              <a:buClr>
                <a:schemeClr val="lt1"/>
              </a:buClr>
              <a:buSzPts val="5500"/>
              <a:buFont typeface="Gowun Batang"/>
              <a:buNone/>
              <a:defRPr sz="5500"/>
            </a:lvl4pPr>
            <a:lvl5pPr lvl="4" algn="ctr">
              <a:spcBef>
                <a:spcPts val="0"/>
              </a:spcBef>
              <a:spcAft>
                <a:spcPts val="0"/>
              </a:spcAft>
              <a:buClr>
                <a:schemeClr val="lt1"/>
              </a:buClr>
              <a:buSzPts val="5500"/>
              <a:buFont typeface="Gowun Batang"/>
              <a:buNone/>
              <a:defRPr sz="5500"/>
            </a:lvl5pPr>
            <a:lvl6pPr lvl="5" algn="ctr">
              <a:spcBef>
                <a:spcPts val="0"/>
              </a:spcBef>
              <a:spcAft>
                <a:spcPts val="0"/>
              </a:spcAft>
              <a:buClr>
                <a:schemeClr val="lt1"/>
              </a:buClr>
              <a:buSzPts val="5500"/>
              <a:buFont typeface="Gowun Batang"/>
              <a:buNone/>
              <a:defRPr sz="5500"/>
            </a:lvl6pPr>
            <a:lvl7pPr lvl="6" algn="ctr">
              <a:spcBef>
                <a:spcPts val="0"/>
              </a:spcBef>
              <a:spcAft>
                <a:spcPts val="0"/>
              </a:spcAft>
              <a:buClr>
                <a:schemeClr val="lt1"/>
              </a:buClr>
              <a:buSzPts val="5500"/>
              <a:buFont typeface="Gowun Batang"/>
              <a:buNone/>
              <a:defRPr sz="5500"/>
            </a:lvl7pPr>
            <a:lvl8pPr lvl="7" algn="ctr">
              <a:spcBef>
                <a:spcPts val="0"/>
              </a:spcBef>
              <a:spcAft>
                <a:spcPts val="0"/>
              </a:spcAft>
              <a:buClr>
                <a:schemeClr val="lt1"/>
              </a:buClr>
              <a:buSzPts val="5500"/>
              <a:buFont typeface="Gowun Batang"/>
              <a:buNone/>
              <a:defRPr sz="5500"/>
            </a:lvl8pPr>
            <a:lvl9pPr lvl="8" algn="ctr">
              <a:spcBef>
                <a:spcPts val="0"/>
              </a:spcBef>
              <a:spcAft>
                <a:spcPts val="0"/>
              </a:spcAft>
              <a:buClr>
                <a:schemeClr val="lt1"/>
              </a:buClr>
              <a:buSzPts val="5500"/>
              <a:buFont typeface="Gowun Batang"/>
              <a:buNone/>
              <a:defRPr sz="55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BLANK_1_1_1_1_1_1_1_1_2_3">
    <p:bg>
      <p:bgPr>
        <a:solidFill>
          <a:schemeClr val="lt2"/>
        </a:solidFill>
      </p:bgPr>
    </p:bg>
    <p:spTree>
      <p:nvGrpSpPr>
        <p:cNvPr id="827" name="Shape 827"/>
        <p:cNvGrpSpPr/>
        <p:nvPr/>
      </p:nvGrpSpPr>
      <p:grpSpPr>
        <a:xfrm>
          <a:off x="0" y="0"/>
          <a:ext cx="0" cy="0"/>
          <a:chOff x="0" y="0"/>
          <a:chExt cx="0" cy="0"/>
        </a:xfrm>
      </p:grpSpPr>
      <p:sp>
        <p:nvSpPr>
          <p:cNvPr id="828" name="Google Shape;828;p44"/>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cxnSp>
        <p:nvCxnSpPr>
          <p:cNvPr id="829" name="Google Shape;829;p44"/>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30" name="Google Shape;830;p44"/>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831" name="Google Shape;831;p44"/>
          <p:cNvCxnSpPr/>
          <p:nvPr/>
        </p:nvCxnSpPr>
        <p:spPr>
          <a:xfrm>
            <a:off x="67737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32" name="Google Shape;832;p4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33" name="Google Shape;833;p44"/>
          <p:cNvSpPr txBox="1"/>
          <p:nvPr>
            <p:ph idx="1" type="body"/>
          </p:nvPr>
        </p:nvSpPr>
        <p:spPr>
          <a:xfrm>
            <a:off x="6773750" y="841725"/>
            <a:ext cx="1848900" cy="40032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ALT 1">
  <p:cSld name="BLANK_1_1_1_1_1_1_1_1_2_3_1">
    <p:bg>
      <p:bgPr>
        <a:solidFill>
          <a:schemeClr val="lt2"/>
        </a:solidFill>
      </p:bgPr>
    </p:bg>
    <p:spTree>
      <p:nvGrpSpPr>
        <p:cNvPr id="834" name="Shape 834"/>
        <p:cNvGrpSpPr/>
        <p:nvPr/>
      </p:nvGrpSpPr>
      <p:grpSpPr>
        <a:xfrm>
          <a:off x="0" y="0"/>
          <a:ext cx="0" cy="0"/>
          <a:chOff x="0" y="0"/>
          <a:chExt cx="0" cy="0"/>
        </a:xfrm>
      </p:grpSpPr>
      <p:sp>
        <p:nvSpPr>
          <p:cNvPr id="835" name="Google Shape;835;p45"/>
          <p:cNvSpPr/>
          <p:nvPr/>
        </p:nvSpPr>
        <p:spPr>
          <a:xfrm>
            <a:off x="6771475" y="-25"/>
            <a:ext cx="2372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cxnSp>
        <p:nvCxnSpPr>
          <p:cNvPr id="836" name="Google Shape;836;p45"/>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37" name="Google Shape;837;p45"/>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838" name="Google Shape;838;p45"/>
          <p:cNvCxnSpPr/>
          <p:nvPr/>
        </p:nvCxnSpPr>
        <p:spPr>
          <a:xfrm>
            <a:off x="67737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39" name="Google Shape;839;p45"/>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40" name="Google Shape;840;p45"/>
          <p:cNvSpPr txBox="1"/>
          <p:nvPr>
            <p:ph idx="1" type="body"/>
          </p:nvPr>
        </p:nvSpPr>
        <p:spPr>
          <a:xfrm>
            <a:off x="6773750" y="841725"/>
            <a:ext cx="1848900" cy="40032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841" name="Google Shape;841;p45"/>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42" name="Google Shape;842;p45"/>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43" name="Google Shape;843;p45"/>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 Comment - Dark ALT">
  <p:cSld name="BLANK_1_1_1_1_1_1_1_1_2_2">
    <p:bg>
      <p:bgPr>
        <a:solidFill>
          <a:schemeClr val="dk2"/>
        </a:solidFill>
      </p:bgPr>
    </p:bg>
    <p:spTree>
      <p:nvGrpSpPr>
        <p:cNvPr id="844" name="Shape 844"/>
        <p:cNvGrpSpPr/>
        <p:nvPr/>
      </p:nvGrpSpPr>
      <p:grpSpPr>
        <a:xfrm>
          <a:off x="0" y="0"/>
          <a:ext cx="0" cy="0"/>
          <a:chOff x="0" y="0"/>
          <a:chExt cx="0" cy="0"/>
        </a:xfrm>
      </p:grpSpPr>
      <p:sp>
        <p:nvSpPr>
          <p:cNvPr id="845" name="Google Shape;845;p46"/>
          <p:cNvSpPr/>
          <p:nvPr/>
        </p:nvSpPr>
        <p:spPr>
          <a:xfrm>
            <a:off x="6771475" y="-25"/>
            <a:ext cx="23724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846" name="Google Shape;846;p46"/>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847" name="Google Shape;847;p46"/>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848" name="Google Shape;848;p46"/>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849" name="Google Shape;849;p46"/>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850" name="Google Shape;850;p46"/>
          <p:cNvCxnSpPr/>
          <p:nvPr/>
        </p:nvCxnSpPr>
        <p:spPr>
          <a:xfrm>
            <a:off x="67737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851" name="Google Shape;851;p46"/>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
        <p:nvSpPr>
          <p:cNvPr id="852" name="Google Shape;852;p46"/>
          <p:cNvSpPr txBox="1"/>
          <p:nvPr>
            <p:ph type="title"/>
          </p:nvPr>
        </p:nvSpPr>
        <p:spPr>
          <a:xfrm>
            <a:off x="6773750" y="841725"/>
            <a:ext cx="1848900" cy="364800"/>
          </a:xfrm>
          <a:prstGeom prst="rect">
            <a:avLst/>
          </a:prstGeom>
        </p:spPr>
        <p:txBody>
          <a:bodyPr anchorCtr="0" anchor="ctr" bIns="91425" lIns="182875"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853" name="Google Shape;853;p46"/>
          <p:cNvSpPr txBox="1"/>
          <p:nvPr>
            <p:ph idx="4" type="subTitle"/>
          </p:nvPr>
        </p:nvSpPr>
        <p:spPr>
          <a:xfrm>
            <a:off x="6773750" y="1252675"/>
            <a:ext cx="1848900" cy="335100"/>
          </a:xfrm>
          <a:prstGeom prst="rect">
            <a:avLst/>
          </a:prstGeom>
        </p:spPr>
        <p:txBody>
          <a:bodyPr anchorCtr="0" anchor="t" bIns="0" lIns="182875" spcFirstLastPara="1" rIns="91425" wrap="square" tIns="0">
            <a:normAutofit/>
          </a:bodyPr>
          <a:lstStyle>
            <a:lvl1pPr lvl="0">
              <a:spcBef>
                <a:spcPts val="0"/>
              </a:spcBef>
              <a:spcAft>
                <a:spcPts val="0"/>
              </a:spcAft>
              <a:buClr>
                <a:schemeClr val="dk1"/>
              </a:buClr>
              <a:buSzPts val="1000"/>
              <a:buFont typeface="Inter"/>
              <a:buNone/>
              <a:defRPr sz="1000">
                <a:solidFill>
                  <a:schemeClr val="dk1"/>
                </a:solidFill>
              </a:defRPr>
            </a:lvl1pPr>
            <a:lvl2pPr lvl="1">
              <a:spcBef>
                <a:spcPts val="0"/>
              </a:spcBef>
              <a:spcAft>
                <a:spcPts val="0"/>
              </a:spcAft>
              <a:buClr>
                <a:schemeClr val="dk1"/>
              </a:buClr>
              <a:buSzPts val="1000"/>
              <a:buFont typeface="Inter"/>
              <a:buNone/>
              <a:defRPr sz="1000">
                <a:solidFill>
                  <a:schemeClr val="dk1"/>
                </a:solidFill>
              </a:defRPr>
            </a:lvl2pPr>
            <a:lvl3pPr lvl="2">
              <a:spcBef>
                <a:spcPts val="0"/>
              </a:spcBef>
              <a:spcAft>
                <a:spcPts val="0"/>
              </a:spcAft>
              <a:buClr>
                <a:schemeClr val="dk1"/>
              </a:buClr>
              <a:buSzPts val="1000"/>
              <a:buFont typeface="Inter"/>
              <a:buNone/>
              <a:defRPr sz="1000">
                <a:solidFill>
                  <a:schemeClr val="dk1"/>
                </a:solidFill>
              </a:defRPr>
            </a:lvl3pPr>
            <a:lvl4pPr lvl="3">
              <a:spcBef>
                <a:spcPts val="0"/>
              </a:spcBef>
              <a:spcAft>
                <a:spcPts val="0"/>
              </a:spcAft>
              <a:buClr>
                <a:schemeClr val="dk1"/>
              </a:buClr>
              <a:buSzPts val="1000"/>
              <a:buFont typeface="Inter"/>
              <a:buNone/>
              <a:defRPr sz="1000">
                <a:solidFill>
                  <a:schemeClr val="dk1"/>
                </a:solidFill>
              </a:defRPr>
            </a:lvl4pPr>
            <a:lvl5pPr lvl="4">
              <a:spcBef>
                <a:spcPts val="0"/>
              </a:spcBef>
              <a:spcAft>
                <a:spcPts val="0"/>
              </a:spcAft>
              <a:buClr>
                <a:schemeClr val="dk1"/>
              </a:buClr>
              <a:buSzPts val="1000"/>
              <a:buFont typeface="Inter"/>
              <a:buNone/>
              <a:defRPr sz="1000">
                <a:solidFill>
                  <a:schemeClr val="dk1"/>
                </a:solidFill>
              </a:defRPr>
            </a:lvl5pPr>
            <a:lvl6pPr lvl="5">
              <a:spcBef>
                <a:spcPts val="0"/>
              </a:spcBef>
              <a:spcAft>
                <a:spcPts val="0"/>
              </a:spcAft>
              <a:buClr>
                <a:schemeClr val="dk1"/>
              </a:buClr>
              <a:buSzPts val="1000"/>
              <a:buFont typeface="Inter"/>
              <a:buNone/>
              <a:defRPr sz="1000">
                <a:solidFill>
                  <a:schemeClr val="dk1"/>
                </a:solidFill>
              </a:defRPr>
            </a:lvl6pPr>
            <a:lvl7pPr lvl="6">
              <a:spcBef>
                <a:spcPts val="0"/>
              </a:spcBef>
              <a:spcAft>
                <a:spcPts val="0"/>
              </a:spcAft>
              <a:buClr>
                <a:schemeClr val="dk1"/>
              </a:buClr>
              <a:buSzPts val="1000"/>
              <a:buFont typeface="Inter"/>
              <a:buNone/>
              <a:defRPr sz="1000">
                <a:solidFill>
                  <a:schemeClr val="dk1"/>
                </a:solidFill>
              </a:defRPr>
            </a:lvl7pPr>
            <a:lvl8pPr lvl="7">
              <a:spcBef>
                <a:spcPts val="0"/>
              </a:spcBef>
              <a:spcAft>
                <a:spcPts val="0"/>
              </a:spcAft>
              <a:buClr>
                <a:schemeClr val="dk1"/>
              </a:buClr>
              <a:buSzPts val="1000"/>
              <a:buFont typeface="Inter"/>
              <a:buNone/>
              <a:defRPr sz="1000">
                <a:solidFill>
                  <a:schemeClr val="dk1"/>
                </a:solidFill>
              </a:defRPr>
            </a:lvl8pPr>
            <a:lvl9pPr lvl="8">
              <a:spcBef>
                <a:spcPts val="0"/>
              </a:spcBef>
              <a:spcAft>
                <a:spcPts val="0"/>
              </a:spcAft>
              <a:buClr>
                <a:schemeClr val="dk1"/>
              </a:buClr>
              <a:buSzPts val="1000"/>
              <a:buFont typeface="Inter"/>
              <a:buNone/>
              <a:defRPr sz="1000">
                <a:solidFill>
                  <a:schemeClr val="dk1"/>
                </a:solidFill>
              </a:defRPr>
            </a:lvl9pPr>
          </a:lstStyle>
          <a:p/>
        </p:txBody>
      </p:sp>
      <p:sp>
        <p:nvSpPr>
          <p:cNvPr id="854" name="Google Shape;854;p46"/>
          <p:cNvSpPr txBox="1"/>
          <p:nvPr>
            <p:ph idx="5" type="body"/>
          </p:nvPr>
        </p:nvSpPr>
        <p:spPr>
          <a:xfrm>
            <a:off x="6773750" y="1633925"/>
            <a:ext cx="1848900" cy="32109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1pPr>
            <a:lvl2pPr indent="-292100" lvl="1" marL="914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2pPr>
            <a:lvl3pPr indent="-292100" lvl="2" marL="1371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3pPr>
            <a:lvl4pPr indent="-292100" lvl="3" marL="18288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4pPr>
            <a:lvl5pPr indent="-292100" lvl="4" marL="22860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5pPr>
            <a:lvl6pPr indent="-292100" lvl="5" marL="27432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6pPr>
            <a:lvl7pPr indent="-292100" lvl="6" marL="3200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7pPr>
            <a:lvl8pPr indent="-292100" lvl="7" marL="3657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8pPr>
            <a:lvl9pPr indent="-292100" lvl="8" marL="4114800">
              <a:spcBef>
                <a:spcPts val="800"/>
              </a:spcBef>
              <a:spcAft>
                <a:spcPts val="800"/>
              </a:spcAft>
              <a:buClr>
                <a:schemeClr val="dk1"/>
              </a:buClr>
              <a:buSzPts val="1000"/>
              <a:buFont typeface="Inter Light"/>
              <a:buChar char="■"/>
              <a:defRPr sz="1000">
                <a:solidFill>
                  <a:schemeClr val="dk1"/>
                </a:solidFill>
                <a:latin typeface="Inter Light"/>
                <a:ea typeface="Inter Light"/>
                <a:cs typeface="Inter Light"/>
                <a:sym typeface="Inter Light"/>
              </a:defRPr>
            </a:lvl9pPr>
          </a:lstStyle>
          <a:p/>
        </p:txBody>
      </p:sp>
      <p:cxnSp>
        <p:nvCxnSpPr>
          <p:cNvPr id="855" name="Google Shape;855;p46"/>
          <p:cNvCxnSpPr/>
          <p:nvPr/>
        </p:nvCxnSpPr>
        <p:spPr>
          <a:xfrm>
            <a:off x="521250" y="334900"/>
            <a:ext cx="86229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Dark ALT">
  <p:cSld name="BLANK_1_1_1_1_1_1_1_1_2_2_1">
    <p:bg>
      <p:bgPr>
        <a:solidFill>
          <a:schemeClr val="dk2"/>
        </a:solidFill>
      </p:bgPr>
    </p:bg>
    <p:spTree>
      <p:nvGrpSpPr>
        <p:cNvPr id="856" name="Shape 856"/>
        <p:cNvGrpSpPr/>
        <p:nvPr/>
      </p:nvGrpSpPr>
      <p:grpSpPr>
        <a:xfrm>
          <a:off x="0" y="0"/>
          <a:ext cx="0" cy="0"/>
          <a:chOff x="0" y="0"/>
          <a:chExt cx="0" cy="0"/>
        </a:xfrm>
      </p:grpSpPr>
      <p:sp>
        <p:nvSpPr>
          <p:cNvPr id="857" name="Google Shape;857;p47"/>
          <p:cNvSpPr/>
          <p:nvPr/>
        </p:nvSpPr>
        <p:spPr>
          <a:xfrm>
            <a:off x="6771475" y="-25"/>
            <a:ext cx="23724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858" name="Google Shape;858;p47"/>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859" name="Google Shape;859;p47"/>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860" name="Google Shape;860;p47"/>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861" name="Google Shape;861;p47"/>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862" name="Google Shape;862;p47"/>
          <p:cNvCxnSpPr/>
          <p:nvPr/>
        </p:nvCxnSpPr>
        <p:spPr>
          <a:xfrm>
            <a:off x="67737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863" name="Google Shape;863;p47"/>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864" name="Google Shape;864;p47"/>
          <p:cNvCxnSpPr/>
          <p:nvPr/>
        </p:nvCxnSpPr>
        <p:spPr>
          <a:xfrm>
            <a:off x="521250" y="334900"/>
            <a:ext cx="8622900" cy="0"/>
          </a:xfrm>
          <a:prstGeom prst="straightConnector1">
            <a:avLst/>
          </a:prstGeom>
          <a:noFill/>
          <a:ln cap="flat" cmpd="sng" w="9525">
            <a:solidFill>
              <a:schemeClr val="accent6"/>
            </a:solidFill>
            <a:prstDash val="solid"/>
            <a:round/>
            <a:headEnd len="sm" w="sm" type="none"/>
            <a:tailEnd len="sm" w="sm" type="none"/>
          </a:ln>
        </p:spPr>
      </p:cxnSp>
      <p:sp>
        <p:nvSpPr>
          <p:cNvPr id="865" name="Google Shape;865;p47"/>
          <p:cNvSpPr txBox="1"/>
          <p:nvPr>
            <p:ph idx="4" type="body"/>
          </p:nvPr>
        </p:nvSpPr>
        <p:spPr>
          <a:xfrm>
            <a:off x="6773750" y="841725"/>
            <a:ext cx="1848900" cy="4003200"/>
          </a:xfrm>
          <a:prstGeom prst="rect">
            <a:avLst/>
          </a:prstGeom>
        </p:spPr>
        <p:txBody>
          <a:bodyPr anchorCtr="0" anchor="t" bIns="146300" lIns="182875" spcFirstLastPara="1" rIns="91425" wrap="square" tIns="0">
            <a:normAutofit/>
          </a:bodyPr>
          <a:lstStyle>
            <a:lvl1pPr indent="-292100" lvl="0" marL="457200">
              <a:spcBef>
                <a:spcPts val="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1pPr>
            <a:lvl2pPr indent="-292100" lvl="1" marL="914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2pPr>
            <a:lvl3pPr indent="-292100" lvl="2" marL="1371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3pPr>
            <a:lvl4pPr indent="-292100" lvl="3" marL="18288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4pPr>
            <a:lvl5pPr indent="-292100" lvl="4" marL="22860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5pPr>
            <a:lvl6pPr indent="-292100" lvl="5" marL="27432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6pPr>
            <a:lvl7pPr indent="-292100" lvl="6" marL="32004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7pPr>
            <a:lvl8pPr indent="-292100" lvl="7" marL="3657600">
              <a:spcBef>
                <a:spcPts val="800"/>
              </a:spcBef>
              <a:spcAft>
                <a:spcPts val="0"/>
              </a:spcAft>
              <a:buClr>
                <a:schemeClr val="dk1"/>
              </a:buClr>
              <a:buSzPts val="1000"/>
              <a:buFont typeface="Inter Light"/>
              <a:buChar char="○"/>
              <a:defRPr sz="1000">
                <a:solidFill>
                  <a:schemeClr val="dk1"/>
                </a:solidFill>
                <a:latin typeface="Inter Light"/>
                <a:ea typeface="Inter Light"/>
                <a:cs typeface="Inter Light"/>
                <a:sym typeface="Inter Light"/>
              </a:defRPr>
            </a:lvl8pPr>
            <a:lvl9pPr indent="-292100" lvl="8" marL="4114800">
              <a:spcBef>
                <a:spcPts val="800"/>
              </a:spcBef>
              <a:spcAft>
                <a:spcPts val="800"/>
              </a:spcAft>
              <a:buClr>
                <a:schemeClr val="dk1"/>
              </a:buClr>
              <a:buSzPts val="1000"/>
              <a:buFont typeface="Inter Light"/>
              <a:buChar char="■"/>
              <a:defRPr sz="1000">
                <a:solidFill>
                  <a:schemeClr val="dk1"/>
                </a:solidFill>
                <a:latin typeface="Inter Light"/>
                <a:ea typeface="Inter Light"/>
                <a:cs typeface="Inter Light"/>
                <a:sym typeface="Inter Light"/>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
    <p:bg>
      <p:bgPr>
        <a:solidFill>
          <a:schemeClr val="lt2"/>
        </a:solidFill>
      </p:bgPr>
    </p:bg>
    <p:spTree>
      <p:nvGrpSpPr>
        <p:cNvPr id="866" name="Shape 866"/>
        <p:cNvGrpSpPr/>
        <p:nvPr/>
      </p:nvGrpSpPr>
      <p:grpSpPr>
        <a:xfrm>
          <a:off x="0" y="0"/>
          <a:ext cx="0" cy="0"/>
          <a:chOff x="0" y="0"/>
          <a:chExt cx="0" cy="0"/>
        </a:xfrm>
      </p:grpSpPr>
      <p:cxnSp>
        <p:nvCxnSpPr>
          <p:cNvPr id="867" name="Google Shape;867;p48"/>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68" name="Google Shape;868;p48"/>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869" name="Google Shape;869;p4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70" name="Google Shape;870;p4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71" name="Google Shape;871;p48"/>
          <p:cNvSpPr txBox="1"/>
          <p:nvPr>
            <p:ph idx="1" type="body"/>
          </p:nvPr>
        </p:nvSpPr>
        <p:spPr>
          <a:xfrm>
            <a:off x="5019300" y="1471750"/>
            <a:ext cx="3614400" cy="33576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872" name="Google Shape;872;p48"/>
          <p:cNvSpPr txBox="1"/>
          <p:nvPr>
            <p:ph type="title"/>
          </p:nvPr>
        </p:nvSpPr>
        <p:spPr>
          <a:xfrm>
            <a:off x="1428975" y="1989426"/>
            <a:ext cx="2682600" cy="137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1pPr>
            <a:lvl2pPr lvl="1"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2pPr>
            <a:lvl3pPr lvl="2"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3pPr>
            <a:lvl4pPr lvl="3"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4pPr>
            <a:lvl5pPr lvl="4"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5pPr>
            <a:lvl6pPr lvl="5"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6pPr>
            <a:lvl7pPr lvl="6"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7pPr>
            <a:lvl8pPr lvl="7"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8pPr>
            <a:lvl9pPr lvl="8"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 ALT 1">
  <p:cSld name="BLANK_1_1_1_1_1_1_1_1_1_2">
    <p:bg>
      <p:bgPr>
        <a:solidFill>
          <a:schemeClr val="lt2"/>
        </a:solidFill>
      </p:bgPr>
    </p:bg>
    <p:spTree>
      <p:nvGrpSpPr>
        <p:cNvPr id="873" name="Shape 873"/>
        <p:cNvGrpSpPr/>
        <p:nvPr/>
      </p:nvGrpSpPr>
      <p:grpSpPr>
        <a:xfrm>
          <a:off x="0" y="0"/>
          <a:ext cx="0" cy="0"/>
          <a:chOff x="0" y="0"/>
          <a:chExt cx="0" cy="0"/>
        </a:xfrm>
      </p:grpSpPr>
      <p:cxnSp>
        <p:nvCxnSpPr>
          <p:cNvPr id="874" name="Google Shape;874;p49"/>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875" name="Google Shape;875;p49"/>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876" name="Google Shape;876;p4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877" name="Google Shape;877;p4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878" name="Google Shape;878;p49"/>
          <p:cNvSpPr txBox="1"/>
          <p:nvPr>
            <p:ph idx="1" type="body"/>
          </p:nvPr>
        </p:nvSpPr>
        <p:spPr>
          <a:xfrm>
            <a:off x="5019300" y="1471750"/>
            <a:ext cx="3614400" cy="33576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879" name="Google Shape;879;p49"/>
          <p:cNvSpPr txBox="1"/>
          <p:nvPr>
            <p:ph type="title"/>
          </p:nvPr>
        </p:nvSpPr>
        <p:spPr>
          <a:xfrm>
            <a:off x="1428975" y="1989426"/>
            <a:ext cx="2682600" cy="137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1pPr>
            <a:lvl2pPr lvl="1"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2pPr>
            <a:lvl3pPr lvl="2"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3pPr>
            <a:lvl4pPr lvl="3"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4pPr>
            <a:lvl5pPr lvl="4"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5pPr>
            <a:lvl6pPr lvl="5"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6pPr>
            <a:lvl7pPr lvl="6"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7pPr>
            <a:lvl8pPr lvl="7"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8pPr>
            <a:lvl9pPr lvl="8" algn="ctr">
              <a:spcBef>
                <a:spcPts val="0"/>
              </a:spcBef>
              <a:spcAft>
                <a:spcPts val="0"/>
              </a:spcAft>
              <a:buClr>
                <a:schemeClr val="lt1"/>
              </a:buClr>
              <a:buSzPts val="5500"/>
              <a:buFont typeface="Inter SemiBold"/>
              <a:buChar char="■"/>
              <a:defRPr sz="5500">
                <a:latin typeface="Inter SemiBold"/>
                <a:ea typeface="Inter SemiBold"/>
                <a:cs typeface="Inter SemiBold"/>
                <a:sym typeface="Inter SemiBold"/>
              </a:defRPr>
            </a:lvl9pPr>
          </a:lstStyle>
          <a:p/>
        </p:txBody>
      </p:sp>
      <p:sp>
        <p:nvSpPr>
          <p:cNvPr id="880" name="Google Shape;880;p49"/>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881" name="Google Shape;881;p49"/>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82" name="Google Shape;882;p49"/>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883" name="Google Shape;883;p49"/>
          <p:cNvSpPr txBox="1"/>
          <p:nvPr>
            <p:ph idx="5" type="title"/>
          </p:nvPr>
        </p:nvSpPr>
        <p:spPr>
          <a:xfrm>
            <a:off x="5019300" y="919750"/>
            <a:ext cx="3614400" cy="552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0"/>
              </a:spcBef>
              <a:spcAft>
                <a:spcPts val="0"/>
              </a:spcAft>
              <a:buClr>
                <a:schemeClr val="accent1"/>
              </a:buClr>
              <a:buSzPts val="1500"/>
              <a:buNone/>
              <a:defRPr sz="1500">
                <a:solidFill>
                  <a:schemeClr val="accent1"/>
                </a:solidFill>
              </a:defRPr>
            </a:lvl2pPr>
            <a:lvl3pPr lvl="2">
              <a:spcBef>
                <a:spcPts val="0"/>
              </a:spcBef>
              <a:spcAft>
                <a:spcPts val="0"/>
              </a:spcAft>
              <a:buClr>
                <a:schemeClr val="accent1"/>
              </a:buClr>
              <a:buSzPts val="1500"/>
              <a:buNone/>
              <a:defRPr sz="1500">
                <a:solidFill>
                  <a:schemeClr val="accent1"/>
                </a:solidFill>
              </a:defRPr>
            </a:lvl3pPr>
            <a:lvl4pPr lvl="3">
              <a:spcBef>
                <a:spcPts val="0"/>
              </a:spcBef>
              <a:spcAft>
                <a:spcPts val="0"/>
              </a:spcAft>
              <a:buClr>
                <a:schemeClr val="accent1"/>
              </a:buClr>
              <a:buSzPts val="1500"/>
              <a:buNone/>
              <a:defRPr sz="1500">
                <a:solidFill>
                  <a:schemeClr val="accent1"/>
                </a:solidFill>
              </a:defRPr>
            </a:lvl4pPr>
            <a:lvl5pPr lvl="4">
              <a:spcBef>
                <a:spcPts val="0"/>
              </a:spcBef>
              <a:spcAft>
                <a:spcPts val="0"/>
              </a:spcAft>
              <a:buClr>
                <a:schemeClr val="accent1"/>
              </a:buClr>
              <a:buSzPts val="1500"/>
              <a:buNone/>
              <a:defRPr sz="1500">
                <a:solidFill>
                  <a:schemeClr val="accent1"/>
                </a:solidFill>
              </a:defRPr>
            </a:lvl5pPr>
            <a:lvl6pPr lvl="5">
              <a:spcBef>
                <a:spcPts val="0"/>
              </a:spcBef>
              <a:spcAft>
                <a:spcPts val="0"/>
              </a:spcAft>
              <a:buClr>
                <a:schemeClr val="accent1"/>
              </a:buClr>
              <a:buSzPts val="1500"/>
              <a:buNone/>
              <a:defRPr sz="1500">
                <a:solidFill>
                  <a:schemeClr val="accent1"/>
                </a:solidFill>
              </a:defRPr>
            </a:lvl6pPr>
            <a:lvl7pPr lvl="6">
              <a:spcBef>
                <a:spcPts val="0"/>
              </a:spcBef>
              <a:spcAft>
                <a:spcPts val="0"/>
              </a:spcAft>
              <a:buClr>
                <a:schemeClr val="accent1"/>
              </a:buClr>
              <a:buSzPts val="1500"/>
              <a:buNone/>
              <a:defRPr sz="1500">
                <a:solidFill>
                  <a:schemeClr val="accent1"/>
                </a:solidFill>
              </a:defRPr>
            </a:lvl7pPr>
            <a:lvl8pPr lvl="7">
              <a:spcBef>
                <a:spcPts val="0"/>
              </a:spcBef>
              <a:spcAft>
                <a:spcPts val="0"/>
              </a:spcAft>
              <a:buClr>
                <a:schemeClr val="accent1"/>
              </a:buClr>
              <a:buSzPts val="1500"/>
              <a:buNone/>
              <a:defRPr sz="1500">
                <a:solidFill>
                  <a:schemeClr val="accent1"/>
                </a:solidFill>
              </a:defRPr>
            </a:lvl8pPr>
            <a:lvl9pPr lvl="8">
              <a:spcBef>
                <a:spcPts val="0"/>
              </a:spcBef>
              <a:spcAft>
                <a:spcPts val="0"/>
              </a:spcAft>
              <a:buClr>
                <a:schemeClr val="accent1"/>
              </a:buClr>
              <a:buSzPts val="1500"/>
              <a:buNone/>
              <a:defRPr sz="1500">
                <a:solidFill>
                  <a:schemeClr val="accent1"/>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 - ALT 2">
  <p:cSld name="BLANK_1_1_1_1_1_1_1_1_1_1_2">
    <p:bg>
      <p:bgPr>
        <a:solidFill>
          <a:schemeClr val="lt2"/>
        </a:solidFill>
      </p:bgPr>
    </p:bg>
    <p:spTree>
      <p:nvGrpSpPr>
        <p:cNvPr id="884" name="Shape 884"/>
        <p:cNvGrpSpPr/>
        <p:nvPr/>
      </p:nvGrpSpPr>
      <p:grpSpPr>
        <a:xfrm>
          <a:off x="0" y="0"/>
          <a:ext cx="0" cy="0"/>
          <a:chOff x="0" y="0"/>
          <a:chExt cx="0" cy="0"/>
        </a:xfrm>
      </p:grpSpPr>
      <p:sp>
        <p:nvSpPr>
          <p:cNvPr id="885" name="Google Shape;885;p50"/>
          <p:cNvSpPr/>
          <p:nvPr/>
        </p:nvSpPr>
        <p:spPr>
          <a:xfrm>
            <a:off x="3456825" y="841725"/>
            <a:ext cx="2763600" cy="43014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sp>
        <p:nvSpPr>
          <p:cNvPr id="886" name="Google Shape;886;p50"/>
          <p:cNvSpPr txBox="1"/>
          <p:nvPr>
            <p:ph idx="1" type="subTitle"/>
          </p:nvPr>
        </p:nvSpPr>
        <p:spPr>
          <a:xfrm>
            <a:off x="1035375" y="4439000"/>
            <a:ext cx="1916100" cy="3420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887" name="Google Shape;887;p50"/>
          <p:cNvSpPr txBox="1"/>
          <p:nvPr>
            <p:ph idx="2" type="subTitle"/>
          </p:nvPr>
        </p:nvSpPr>
        <p:spPr>
          <a:xfrm>
            <a:off x="6725775" y="4439000"/>
            <a:ext cx="1916100" cy="3420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888" name="Google Shape;888;p50"/>
          <p:cNvSpPr txBox="1"/>
          <p:nvPr>
            <p:ph idx="3" type="subTitle"/>
          </p:nvPr>
        </p:nvSpPr>
        <p:spPr>
          <a:xfrm>
            <a:off x="3887200" y="4439000"/>
            <a:ext cx="1916100" cy="3420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sp>
        <p:nvSpPr>
          <p:cNvPr id="889" name="Google Shape;889;p50"/>
          <p:cNvSpPr txBox="1"/>
          <p:nvPr>
            <p:ph type="title"/>
          </p:nvPr>
        </p:nvSpPr>
        <p:spPr>
          <a:xfrm>
            <a:off x="2511550" y="4104025"/>
            <a:ext cx="4398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1pPr>
            <a:lvl2pPr lvl="1"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2pPr>
            <a:lvl3pPr lvl="2"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3pPr>
            <a:lvl4pPr lvl="3"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4pPr>
            <a:lvl5pPr lvl="4"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5pPr>
            <a:lvl6pPr lvl="5"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6pPr>
            <a:lvl7pPr lvl="6"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7pPr>
            <a:lvl8pPr lvl="7"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8pPr>
            <a:lvl9pPr lvl="8"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9pPr>
          </a:lstStyle>
          <a:p/>
        </p:txBody>
      </p:sp>
      <p:sp>
        <p:nvSpPr>
          <p:cNvPr id="890" name="Google Shape;890;p50"/>
          <p:cNvSpPr txBox="1"/>
          <p:nvPr>
            <p:ph idx="4" type="title"/>
          </p:nvPr>
        </p:nvSpPr>
        <p:spPr>
          <a:xfrm>
            <a:off x="8201950" y="4104025"/>
            <a:ext cx="4398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1pPr>
            <a:lvl2pPr lvl="1"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2pPr>
            <a:lvl3pPr lvl="2"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3pPr>
            <a:lvl4pPr lvl="3"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4pPr>
            <a:lvl5pPr lvl="4"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5pPr>
            <a:lvl6pPr lvl="5"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6pPr>
            <a:lvl7pPr lvl="6"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7pPr>
            <a:lvl8pPr lvl="7"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8pPr>
            <a:lvl9pPr lvl="8"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9pPr>
          </a:lstStyle>
          <a:p/>
        </p:txBody>
      </p:sp>
      <p:sp>
        <p:nvSpPr>
          <p:cNvPr id="891" name="Google Shape;891;p50"/>
          <p:cNvSpPr txBox="1"/>
          <p:nvPr>
            <p:ph idx="5" type="title"/>
          </p:nvPr>
        </p:nvSpPr>
        <p:spPr>
          <a:xfrm>
            <a:off x="1179150" y="3973850"/>
            <a:ext cx="487500" cy="335100"/>
          </a:xfrm>
          <a:prstGeom prst="rect">
            <a:avLst/>
          </a:prstGeom>
        </p:spPr>
        <p:txBody>
          <a:bodyPr anchorCtr="0" anchor="ctr" bIns="91425" lIns="91425" spcFirstLastPara="1" rIns="91425" wrap="square" tIns="91425">
            <a:spAutoFit/>
          </a:bodyPr>
          <a:lstStyle>
            <a:lvl1pPr lvl="0"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9pPr>
          </a:lstStyle>
          <a:p/>
        </p:txBody>
      </p:sp>
      <p:sp>
        <p:nvSpPr>
          <p:cNvPr id="892" name="Google Shape;892;p50"/>
          <p:cNvSpPr txBox="1"/>
          <p:nvPr>
            <p:ph idx="6" type="title"/>
          </p:nvPr>
        </p:nvSpPr>
        <p:spPr>
          <a:xfrm>
            <a:off x="6869550" y="3973850"/>
            <a:ext cx="487500" cy="335100"/>
          </a:xfrm>
          <a:prstGeom prst="rect">
            <a:avLst/>
          </a:prstGeom>
        </p:spPr>
        <p:txBody>
          <a:bodyPr anchorCtr="0" anchor="ctr" bIns="91425" lIns="91425" spcFirstLastPara="1" rIns="91425" wrap="square" tIns="91425">
            <a:spAutoFit/>
          </a:bodyPr>
          <a:lstStyle>
            <a:lvl1pPr lvl="0"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1pPr>
            <a:lvl2pPr lvl="1"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2pPr>
            <a:lvl3pPr lvl="2"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3pPr>
            <a:lvl4pPr lvl="3"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4pPr>
            <a:lvl5pPr lvl="4"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5pPr>
            <a:lvl6pPr lvl="5"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6pPr>
            <a:lvl7pPr lvl="6"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7pPr>
            <a:lvl8pPr lvl="7"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8pPr>
            <a:lvl9pPr lvl="8" algn="ctr">
              <a:spcBef>
                <a:spcPts val="0"/>
              </a:spcBef>
              <a:spcAft>
                <a:spcPts val="0"/>
              </a:spcAft>
              <a:buClr>
                <a:schemeClr val="accent1"/>
              </a:buClr>
              <a:buSzPts val="1000"/>
              <a:buFont typeface="Inter SemiBold"/>
              <a:buChar char="■"/>
              <a:defRPr sz="1000">
                <a:solidFill>
                  <a:schemeClr val="accent1"/>
                </a:solidFill>
                <a:latin typeface="Inter SemiBold"/>
                <a:ea typeface="Inter SemiBold"/>
                <a:cs typeface="Inter SemiBold"/>
                <a:sym typeface="Inter SemiBold"/>
              </a:defRPr>
            </a:lvl9pPr>
          </a:lstStyle>
          <a:p/>
        </p:txBody>
      </p:sp>
      <p:sp>
        <p:nvSpPr>
          <p:cNvPr id="893" name="Google Shape;893;p50"/>
          <p:cNvSpPr txBox="1"/>
          <p:nvPr>
            <p:ph idx="7" type="title"/>
          </p:nvPr>
        </p:nvSpPr>
        <p:spPr>
          <a:xfrm>
            <a:off x="4906000" y="3973850"/>
            <a:ext cx="487500" cy="335100"/>
          </a:xfrm>
          <a:prstGeom prst="rect">
            <a:avLst/>
          </a:prstGeom>
        </p:spPr>
        <p:txBody>
          <a:bodyPr anchorCtr="0" anchor="ctr" bIns="91425" lIns="91425" spcFirstLastPara="1" rIns="91425" wrap="square" tIns="91425">
            <a:spAutoFit/>
          </a:bodyPr>
          <a:lstStyle>
            <a:lvl1pPr lvl="0"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Char char="■"/>
              <a:defRPr sz="1000">
                <a:latin typeface="Inter SemiBold"/>
                <a:ea typeface="Inter SemiBold"/>
                <a:cs typeface="Inter SemiBold"/>
                <a:sym typeface="Inter SemiBold"/>
              </a:defRPr>
            </a:lvl9pPr>
          </a:lstStyle>
          <a:p/>
        </p:txBody>
      </p:sp>
      <p:sp>
        <p:nvSpPr>
          <p:cNvPr id="894" name="Google Shape;894;p50"/>
          <p:cNvSpPr txBox="1"/>
          <p:nvPr>
            <p:ph idx="8" type="title"/>
          </p:nvPr>
        </p:nvSpPr>
        <p:spPr>
          <a:xfrm>
            <a:off x="5363375" y="4104025"/>
            <a:ext cx="439800" cy="335100"/>
          </a:xfrm>
          <a:prstGeom prst="rect">
            <a:avLst/>
          </a:prstGeom>
        </p:spPr>
        <p:txBody>
          <a:bodyPr anchorCtr="0" anchor="ctr" bIns="91425" lIns="91425" spcFirstLastPara="1" rIns="91425" wrap="square" tIns="91425">
            <a:spAutoFit/>
          </a:bodyPr>
          <a:lstStyle>
            <a:lvl1pPr lvl="0"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1pPr>
            <a:lvl2pPr lvl="1"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2pPr>
            <a:lvl3pPr lvl="2"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3pPr>
            <a:lvl4pPr lvl="3"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4pPr>
            <a:lvl5pPr lvl="4"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5pPr>
            <a:lvl6pPr lvl="5"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6pPr>
            <a:lvl7pPr lvl="6"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7pPr>
            <a:lvl8pPr lvl="7"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8pPr>
            <a:lvl9pPr lvl="8" algn="r">
              <a:spcBef>
                <a:spcPts val="0"/>
              </a:spcBef>
              <a:spcAft>
                <a:spcPts val="0"/>
              </a:spcAft>
              <a:buClr>
                <a:schemeClr val="lt1"/>
              </a:buClr>
              <a:buSzPts val="800"/>
              <a:buFont typeface="Inter Light"/>
              <a:buChar char="■"/>
              <a:defRPr sz="800">
                <a:latin typeface="Inter Light"/>
                <a:ea typeface="Inter Light"/>
                <a:cs typeface="Inter Light"/>
                <a:sym typeface="Inter Light"/>
              </a:defRPr>
            </a:lvl9pPr>
          </a:lstStyle>
          <a:p/>
        </p:txBody>
      </p:sp>
      <p:sp>
        <p:nvSpPr>
          <p:cNvPr id="895" name="Google Shape;895;p50"/>
          <p:cNvSpPr txBox="1"/>
          <p:nvPr>
            <p:ph idx="9" type="body"/>
          </p:nvPr>
        </p:nvSpPr>
        <p:spPr>
          <a:xfrm>
            <a:off x="922250" y="2203550"/>
            <a:ext cx="2141100" cy="1649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96" name="Google Shape;896;p50"/>
          <p:cNvSpPr txBox="1"/>
          <p:nvPr>
            <p:ph idx="13" type="body"/>
          </p:nvPr>
        </p:nvSpPr>
        <p:spPr>
          <a:xfrm>
            <a:off x="6613213" y="2203550"/>
            <a:ext cx="2141100" cy="1649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97" name="Google Shape;897;p50"/>
          <p:cNvSpPr txBox="1"/>
          <p:nvPr>
            <p:ph idx="14" type="body"/>
          </p:nvPr>
        </p:nvSpPr>
        <p:spPr>
          <a:xfrm>
            <a:off x="3767726" y="2203550"/>
            <a:ext cx="2141100" cy="16491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898" name="Google Shape;898;p50"/>
          <p:cNvSpPr txBox="1"/>
          <p:nvPr>
            <p:ph idx="15" type="title"/>
          </p:nvPr>
        </p:nvSpPr>
        <p:spPr>
          <a:xfrm>
            <a:off x="922925" y="841900"/>
            <a:ext cx="2141100" cy="1361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cxnSp>
        <p:nvCxnSpPr>
          <p:cNvPr id="899" name="Google Shape;899;p50"/>
          <p:cNvCxnSpPr/>
          <p:nvPr/>
        </p:nvCxnSpPr>
        <p:spPr>
          <a:xfrm rot="10800000">
            <a:off x="1352947" y="4439001"/>
            <a:ext cx="1598400" cy="0"/>
          </a:xfrm>
          <a:prstGeom prst="straightConnector1">
            <a:avLst/>
          </a:prstGeom>
          <a:noFill/>
          <a:ln cap="flat" cmpd="sng" w="9525">
            <a:solidFill>
              <a:schemeClr val="lt1"/>
            </a:solidFill>
            <a:prstDash val="solid"/>
            <a:round/>
            <a:headEnd len="sm" w="sm" type="none"/>
            <a:tailEnd len="sm" w="sm" type="none"/>
          </a:ln>
        </p:spPr>
      </p:cxnSp>
      <p:sp>
        <p:nvSpPr>
          <p:cNvPr id="900" name="Google Shape;900;p50"/>
          <p:cNvSpPr/>
          <p:nvPr/>
        </p:nvSpPr>
        <p:spPr>
          <a:xfrm>
            <a:off x="1349465" y="4383492"/>
            <a:ext cx="105900" cy="111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cxnSp>
        <p:nvCxnSpPr>
          <p:cNvPr id="901" name="Google Shape;901;p50"/>
          <p:cNvCxnSpPr/>
          <p:nvPr/>
        </p:nvCxnSpPr>
        <p:spPr>
          <a:xfrm rot="10800000">
            <a:off x="1035365" y="4439000"/>
            <a:ext cx="317700" cy="0"/>
          </a:xfrm>
          <a:prstGeom prst="straightConnector1">
            <a:avLst/>
          </a:prstGeom>
          <a:noFill/>
          <a:ln cap="flat" cmpd="sng" w="19050">
            <a:solidFill>
              <a:schemeClr val="accent1"/>
            </a:solidFill>
            <a:prstDash val="solid"/>
            <a:round/>
            <a:headEnd len="sm" w="sm" type="none"/>
            <a:tailEnd len="sm" w="sm" type="none"/>
          </a:ln>
        </p:spPr>
      </p:cxnSp>
      <p:sp>
        <p:nvSpPr>
          <p:cNvPr id="902" name="Google Shape;902;p50"/>
          <p:cNvSpPr txBox="1"/>
          <p:nvPr>
            <p:ph idx="16"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03" name="Google Shape;903;p50"/>
          <p:cNvSpPr txBox="1"/>
          <p:nvPr>
            <p:ph idx="17"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904" name="Google Shape;904;p50"/>
          <p:cNvSpPr txBox="1"/>
          <p:nvPr>
            <p:ph idx="1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905" name="Google Shape;905;p50"/>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906" name="Google Shape;906;p50"/>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907" name="Google Shape;907;p5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08" name="Google Shape;908;p5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09" name="Google Shape;909;p50"/>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910" name="Google Shape;910;p50"/>
          <p:cNvSpPr txBox="1"/>
          <p:nvPr>
            <p:ph idx="19" type="title"/>
          </p:nvPr>
        </p:nvSpPr>
        <p:spPr>
          <a:xfrm flipH="1">
            <a:off x="524150" y="334900"/>
            <a:ext cx="62487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911" name="Google Shape;911;p50"/>
          <p:cNvCxnSpPr/>
          <p:nvPr/>
        </p:nvCxnSpPr>
        <p:spPr>
          <a:xfrm rot="10800000">
            <a:off x="7043347" y="4439001"/>
            <a:ext cx="1598400" cy="0"/>
          </a:xfrm>
          <a:prstGeom prst="straightConnector1">
            <a:avLst/>
          </a:prstGeom>
          <a:noFill/>
          <a:ln cap="flat" cmpd="sng" w="9525">
            <a:solidFill>
              <a:schemeClr val="lt1"/>
            </a:solidFill>
            <a:prstDash val="solid"/>
            <a:round/>
            <a:headEnd len="sm" w="sm" type="none"/>
            <a:tailEnd len="sm" w="sm" type="none"/>
          </a:ln>
        </p:spPr>
      </p:cxnSp>
      <p:sp>
        <p:nvSpPr>
          <p:cNvPr id="912" name="Google Shape;912;p50"/>
          <p:cNvSpPr/>
          <p:nvPr/>
        </p:nvSpPr>
        <p:spPr>
          <a:xfrm>
            <a:off x="7039865" y="4383492"/>
            <a:ext cx="105900" cy="111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cxnSp>
        <p:nvCxnSpPr>
          <p:cNvPr id="913" name="Google Shape;913;p50"/>
          <p:cNvCxnSpPr/>
          <p:nvPr/>
        </p:nvCxnSpPr>
        <p:spPr>
          <a:xfrm rot="10800000">
            <a:off x="6725765" y="4439000"/>
            <a:ext cx="317700" cy="0"/>
          </a:xfrm>
          <a:prstGeom prst="straightConnector1">
            <a:avLst/>
          </a:prstGeom>
          <a:noFill/>
          <a:ln cap="flat" cmpd="sng" w="19050">
            <a:solidFill>
              <a:schemeClr val="accent1"/>
            </a:solidFill>
            <a:prstDash val="solid"/>
            <a:round/>
            <a:headEnd len="sm" w="sm" type="none"/>
            <a:tailEnd len="sm" w="sm" type="none"/>
          </a:ln>
        </p:spPr>
      </p:cxnSp>
      <p:sp>
        <p:nvSpPr>
          <p:cNvPr id="914" name="Google Shape;914;p50"/>
          <p:cNvSpPr txBox="1"/>
          <p:nvPr>
            <p:ph idx="20" type="title"/>
          </p:nvPr>
        </p:nvSpPr>
        <p:spPr>
          <a:xfrm>
            <a:off x="6613888" y="841900"/>
            <a:ext cx="2141100" cy="1361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cxnSp>
        <p:nvCxnSpPr>
          <p:cNvPr id="915" name="Google Shape;915;p50"/>
          <p:cNvCxnSpPr/>
          <p:nvPr/>
        </p:nvCxnSpPr>
        <p:spPr>
          <a:xfrm rot="10800000">
            <a:off x="520800" y="2203225"/>
            <a:ext cx="8623200" cy="0"/>
          </a:xfrm>
          <a:prstGeom prst="straightConnector1">
            <a:avLst/>
          </a:prstGeom>
          <a:noFill/>
          <a:ln cap="flat" cmpd="sng" w="9525">
            <a:solidFill>
              <a:schemeClr val="lt1"/>
            </a:solidFill>
            <a:prstDash val="solid"/>
            <a:round/>
            <a:headEnd len="sm" w="sm" type="none"/>
            <a:tailEnd len="sm" w="sm" type="none"/>
          </a:ln>
        </p:spPr>
      </p:cxnSp>
      <p:sp>
        <p:nvSpPr>
          <p:cNvPr id="916" name="Google Shape;916;p50"/>
          <p:cNvSpPr txBox="1"/>
          <p:nvPr>
            <p:ph idx="21" type="title"/>
          </p:nvPr>
        </p:nvSpPr>
        <p:spPr>
          <a:xfrm>
            <a:off x="3768413" y="841900"/>
            <a:ext cx="2141100" cy="1361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1pPr>
            <a:lvl2pPr lvl="1"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2pPr>
            <a:lvl3pPr lvl="2"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3pPr>
            <a:lvl4pPr lvl="3"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4pPr>
            <a:lvl5pPr lvl="4"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5pPr>
            <a:lvl6pPr lvl="5"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6pPr>
            <a:lvl7pPr lvl="6"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7pPr>
            <a:lvl8pPr lvl="7"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8pPr>
            <a:lvl9pPr lvl="8" algn="ctr">
              <a:spcBef>
                <a:spcPts val="0"/>
              </a:spcBef>
              <a:spcAft>
                <a:spcPts val="0"/>
              </a:spcAft>
              <a:buClr>
                <a:schemeClr val="lt1"/>
              </a:buClr>
              <a:buSzPts val="1000"/>
              <a:buFont typeface="Inter SemiBold"/>
              <a:buNone/>
              <a:defRPr sz="1000">
                <a:latin typeface="Inter SemiBold"/>
                <a:ea typeface="Inter SemiBold"/>
                <a:cs typeface="Inter SemiBold"/>
                <a:sym typeface="Inter SemiBold"/>
              </a:defRPr>
            </a:lvl9pPr>
          </a:lstStyle>
          <a:p/>
        </p:txBody>
      </p:sp>
      <p:cxnSp>
        <p:nvCxnSpPr>
          <p:cNvPr id="917" name="Google Shape;917;p50"/>
          <p:cNvCxnSpPr/>
          <p:nvPr/>
        </p:nvCxnSpPr>
        <p:spPr>
          <a:xfrm rot="10800000">
            <a:off x="4204772" y="4439001"/>
            <a:ext cx="1598400" cy="0"/>
          </a:xfrm>
          <a:prstGeom prst="straightConnector1">
            <a:avLst/>
          </a:prstGeom>
          <a:noFill/>
          <a:ln cap="flat" cmpd="sng" w="9525">
            <a:solidFill>
              <a:schemeClr val="lt1"/>
            </a:solidFill>
            <a:prstDash val="solid"/>
            <a:round/>
            <a:headEnd len="sm" w="sm" type="none"/>
            <a:tailEnd len="sm" w="sm" type="none"/>
          </a:ln>
        </p:spPr>
      </p:cxnSp>
      <p:sp>
        <p:nvSpPr>
          <p:cNvPr id="918" name="Google Shape;918;p50"/>
          <p:cNvSpPr/>
          <p:nvPr/>
        </p:nvSpPr>
        <p:spPr>
          <a:xfrm>
            <a:off x="5076315" y="4383492"/>
            <a:ext cx="105900" cy="111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Gowun Batang"/>
              <a:ea typeface="Gowun Batang"/>
              <a:cs typeface="Gowun Batang"/>
              <a:sym typeface="Gowun Batang"/>
            </a:endParaRPr>
          </a:p>
        </p:txBody>
      </p:sp>
      <p:cxnSp>
        <p:nvCxnSpPr>
          <p:cNvPr id="919" name="Google Shape;919;p50"/>
          <p:cNvCxnSpPr/>
          <p:nvPr/>
        </p:nvCxnSpPr>
        <p:spPr>
          <a:xfrm rot="10800000">
            <a:off x="3887050" y="4439000"/>
            <a:ext cx="1212600" cy="0"/>
          </a:xfrm>
          <a:prstGeom prst="straightConnector1">
            <a:avLst/>
          </a:prstGeom>
          <a:noFill/>
          <a:ln cap="flat" cmpd="sng" w="19050">
            <a:solidFill>
              <a:schemeClr val="lt1"/>
            </a:solidFill>
            <a:prstDash val="solid"/>
            <a:round/>
            <a:headEnd len="sm" w="sm" type="none"/>
            <a:tailEnd len="sm" w="sm" type="none"/>
          </a:ln>
        </p:spPr>
      </p:cxnSp>
      <p:cxnSp>
        <p:nvCxnSpPr>
          <p:cNvPr id="920" name="Google Shape;920;p50"/>
          <p:cNvCxnSpPr/>
          <p:nvPr/>
        </p:nvCxnSpPr>
        <p:spPr>
          <a:xfrm rot="10800000">
            <a:off x="527025" y="3852400"/>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 - ALT 3">
  <p:cSld name="CUSTOM">
    <p:bg>
      <p:bgPr>
        <a:solidFill>
          <a:schemeClr val="lt1"/>
        </a:solidFill>
      </p:bgPr>
    </p:bg>
    <p:spTree>
      <p:nvGrpSpPr>
        <p:cNvPr id="921" name="Shape 921"/>
        <p:cNvGrpSpPr/>
        <p:nvPr/>
      </p:nvGrpSpPr>
      <p:grpSpPr>
        <a:xfrm>
          <a:off x="0" y="0"/>
          <a:ext cx="0" cy="0"/>
          <a:chOff x="0" y="0"/>
          <a:chExt cx="0" cy="0"/>
        </a:xfrm>
      </p:grpSpPr>
      <p:grpSp>
        <p:nvGrpSpPr>
          <p:cNvPr id="922" name="Google Shape;922;p51"/>
          <p:cNvGrpSpPr/>
          <p:nvPr/>
        </p:nvGrpSpPr>
        <p:grpSpPr>
          <a:xfrm rot="5400000">
            <a:off x="593777" y="658085"/>
            <a:ext cx="369896" cy="333900"/>
            <a:chOff x="96076" y="654376"/>
            <a:chExt cx="369896" cy="333900"/>
          </a:xfrm>
        </p:grpSpPr>
        <p:cxnSp>
          <p:nvCxnSpPr>
            <p:cNvPr id="923" name="Google Shape;923;p51"/>
            <p:cNvCxnSpPr/>
            <p:nvPr/>
          </p:nvCxnSpPr>
          <p:spPr>
            <a:xfrm rot="5400000">
              <a:off x="113975" y="821326"/>
              <a:ext cx="333900" cy="0"/>
            </a:xfrm>
            <a:prstGeom prst="straightConnector1">
              <a:avLst/>
            </a:prstGeom>
            <a:noFill/>
            <a:ln cap="flat" cmpd="sng" w="19050">
              <a:solidFill>
                <a:schemeClr val="accent6"/>
              </a:solidFill>
              <a:prstDash val="solid"/>
              <a:round/>
              <a:headEnd len="sm" w="sm" type="none"/>
              <a:tailEnd len="sm" w="sm" type="none"/>
            </a:ln>
          </p:spPr>
        </p:cxnSp>
        <p:sp>
          <p:nvSpPr>
            <p:cNvPr id="924" name="Google Shape;924;p51"/>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925" name="Google Shape;925;p51"/>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926" name="Google Shape;926;p51"/>
          <p:cNvSpPr txBox="1"/>
          <p:nvPr>
            <p:ph type="title"/>
          </p:nvPr>
        </p:nvSpPr>
        <p:spPr>
          <a:xfrm>
            <a:off x="4322575" y="1217450"/>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927" name="Google Shape;927;p51"/>
          <p:cNvSpPr txBox="1"/>
          <p:nvPr>
            <p:ph idx="2" type="title"/>
          </p:nvPr>
        </p:nvSpPr>
        <p:spPr>
          <a:xfrm>
            <a:off x="1040875" y="1217450"/>
            <a:ext cx="3281700" cy="552000"/>
          </a:xfrm>
          <a:prstGeom prst="rect">
            <a:avLst/>
          </a:prstGeom>
        </p:spPr>
        <p:txBody>
          <a:bodyPr anchorCtr="0" anchor="b" bIns="91425" lIns="274300" spcFirstLastPara="1" rIns="182875" wrap="square" tIns="91425">
            <a:noAutofit/>
          </a:bodyPr>
          <a:lstStyle>
            <a:lvl1pPr lvl="0">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1pPr>
            <a:lvl2pPr lvl="1">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2pPr>
            <a:lvl3pPr lvl="2">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3pPr>
            <a:lvl4pPr lvl="3">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4pPr>
            <a:lvl5pPr lvl="4">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5pPr>
            <a:lvl6pPr lvl="5">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6pPr>
            <a:lvl7pPr lvl="6">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7pPr>
            <a:lvl8pPr lvl="7">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8pPr>
            <a:lvl9pPr lvl="8">
              <a:spcBef>
                <a:spcPts val="0"/>
              </a:spcBef>
              <a:spcAft>
                <a:spcPts val="0"/>
              </a:spcAft>
              <a:buClr>
                <a:schemeClr val="accent6"/>
              </a:buClr>
              <a:buSzPts val="1500"/>
              <a:buFont typeface="Inter"/>
              <a:buNone/>
              <a:defRPr sz="1500">
                <a:solidFill>
                  <a:schemeClr val="accent6"/>
                </a:solidFill>
                <a:latin typeface="Inter"/>
                <a:ea typeface="Inter"/>
                <a:cs typeface="Inter"/>
                <a:sym typeface="Inter"/>
              </a:defRPr>
            </a:lvl9pPr>
          </a:lstStyle>
          <a:p/>
        </p:txBody>
      </p:sp>
      <p:sp>
        <p:nvSpPr>
          <p:cNvPr id="928" name="Google Shape;928;p51"/>
          <p:cNvSpPr txBox="1"/>
          <p:nvPr>
            <p:ph idx="1" type="body"/>
          </p:nvPr>
        </p:nvSpPr>
        <p:spPr>
          <a:xfrm>
            <a:off x="1042100" y="1764975"/>
            <a:ext cx="3281700" cy="293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929" name="Google Shape;929;p51"/>
          <p:cNvSpPr txBox="1"/>
          <p:nvPr>
            <p:ph idx="3" type="subTitle"/>
          </p:nvPr>
        </p:nvSpPr>
        <p:spPr>
          <a:xfrm>
            <a:off x="1040400" y="334925"/>
            <a:ext cx="7582500" cy="3351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1pPr>
            <a:lvl2pPr lvl="1">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2pPr>
            <a:lvl3pPr lvl="2">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3pPr>
            <a:lvl4pPr lvl="3">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4pPr>
            <a:lvl5pPr lvl="4">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5pPr>
            <a:lvl6pPr lvl="5">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6pPr>
            <a:lvl7pPr lvl="6">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7pPr>
            <a:lvl8pPr lvl="7">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8pPr>
            <a:lvl9pPr lvl="8">
              <a:lnSpc>
                <a:spcPct val="100000"/>
              </a:lnSpc>
              <a:spcBef>
                <a:spcPts val="0"/>
              </a:spcBef>
              <a:spcAft>
                <a:spcPts val="0"/>
              </a:spcAft>
              <a:buClr>
                <a:schemeClr val="accent6"/>
              </a:buClr>
              <a:buSzPts val="1000"/>
              <a:buFont typeface="Inter SemiBold"/>
              <a:buNone/>
              <a:defRPr sz="1000">
                <a:solidFill>
                  <a:schemeClr val="accent6"/>
                </a:solidFill>
                <a:latin typeface="Inter SemiBold"/>
                <a:ea typeface="Inter SemiBold"/>
                <a:cs typeface="Inter SemiBold"/>
                <a:sym typeface="Inter SemiBold"/>
              </a:defRPr>
            </a:lvl9pPr>
          </a:lstStyle>
          <a:p/>
        </p:txBody>
      </p:sp>
      <p:sp>
        <p:nvSpPr>
          <p:cNvPr id="930" name="Google Shape;930;p51"/>
          <p:cNvSpPr txBox="1"/>
          <p:nvPr>
            <p:ph idx="4" type="title"/>
          </p:nvPr>
        </p:nvSpPr>
        <p:spPr>
          <a:xfrm flipH="1">
            <a:off x="1046175" y="670000"/>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dk1"/>
              </a:buClr>
              <a:buSzPts val="2400"/>
              <a:buNone/>
              <a:defRPr sz="2400">
                <a:solidFill>
                  <a:schemeClr val="dk1"/>
                </a:solidFill>
              </a:defRPr>
            </a:lvl1pPr>
            <a:lvl2pPr lvl="1">
              <a:lnSpc>
                <a:spcPct val="100000"/>
              </a:lnSpc>
              <a:spcBef>
                <a:spcPts val="0"/>
              </a:spcBef>
              <a:spcAft>
                <a:spcPts val="0"/>
              </a:spcAft>
              <a:buClr>
                <a:schemeClr val="dk1"/>
              </a:buClr>
              <a:buSzPts val="2400"/>
              <a:buNone/>
              <a:defRPr sz="2400">
                <a:solidFill>
                  <a:schemeClr val="dk1"/>
                </a:solidFill>
              </a:defRPr>
            </a:lvl2pPr>
            <a:lvl3pPr lvl="2">
              <a:lnSpc>
                <a:spcPct val="100000"/>
              </a:lnSpc>
              <a:spcBef>
                <a:spcPts val="0"/>
              </a:spcBef>
              <a:spcAft>
                <a:spcPts val="0"/>
              </a:spcAft>
              <a:buClr>
                <a:schemeClr val="dk1"/>
              </a:buClr>
              <a:buSzPts val="2400"/>
              <a:buNone/>
              <a:defRPr sz="2400">
                <a:solidFill>
                  <a:schemeClr val="dk1"/>
                </a:solidFill>
              </a:defRPr>
            </a:lvl3pPr>
            <a:lvl4pPr lvl="3">
              <a:lnSpc>
                <a:spcPct val="100000"/>
              </a:lnSpc>
              <a:spcBef>
                <a:spcPts val="0"/>
              </a:spcBef>
              <a:spcAft>
                <a:spcPts val="0"/>
              </a:spcAft>
              <a:buClr>
                <a:schemeClr val="dk1"/>
              </a:buClr>
              <a:buSzPts val="2400"/>
              <a:buNone/>
              <a:defRPr sz="2400">
                <a:solidFill>
                  <a:schemeClr val="dk1"/>
                </a:solidFill>
              </a:defRPr>
            </a:lvl4pPr>
            <a:lvl5pPr lvl="4">
              <a:lnSpc>
                <a:spcPct val="100000"/>
              </a:lnSpc>
              <a:spcBef>
                <a:spcPts val="0"/>
              </a:spcBef>
              <a:spcAft>
                <a:spcPts val="0"/>
              </a:spcAft>
              <a:buClr>
                <a:schemeClr val="dk1"/>
              </a:buClr>
              <a:buSzPts val="2400"/>
              <a:buNone/>
              <a:defRPr sz="2400">
                <a:solidFill>
                  <a:schemeClr val="dk1"/>
                </a:solidFill>
              </a:defRPr>
            </a:lvl5pPr>
            <a:lvl6pPr lvl="5">
              <a:lnSpc>
                <a:spcPct val="100000"/>
              </a:lnSpc>
              <a:spcBef>
                <a:spcPts val="0"/>
              </a:spcBef>
              <a:spcAft>
                <a:spcPts val="0"/>
              </a:spcAft>
              <a:buClr>
                <a:schemeClr val="dk1"/>
              </a:buClr>
              <a:buSzPts val="2400"/>
              <a:buNone/>
              <a:defRPr sz="2400">
                <a:solidFill>
                  <a:schemeClr val="dk1"/>
                </a:solidFill>
              </a:defRPr>
            </a:lvl6pPr>
            <a:lvl7pPr lvl="6">
              <a:lnSpc>
                <a:spcPct val="100000"/>
              </a:lnSpc>
              <a:spcBef>
                <a:spcPts val="0"/>
              </a:spcBef>
              <a:spcAft>
                <a:spcPts val="0"/>
              </a:spcAft>
              <a:buClr>
                <a:schemeClr val="dk1"/>
              </a:buClr>
              <a:buSzPts val="2400"/>
              <a:buNone/>
              <a:defRPr sz="2400">
                <a:solidFill>
                  <a:schemeClr val="dk1"/>
                </a:solidFill>
              </a:defRPr>
            </a:lvl7pPr>
            <a:lvl8pPr lvl="7">
              <a:lnSpc>
                <a:spcPct val="100000"/>
              </a:lnSpc>
              <a:spcBef>
                <a:spcPts val="0"/>
              </a:spcBef>
              <a:spcAft>
                <a:spcPts val="0"/>
              </a:spcAft>
              <a:buClr>
                <a:schemeClr val="dk1"/>
              </a:buClr>
              <a:buSzPts val="2400"/>
              <a:buNone/>
              <a:defRPr sz="2400">
                <a:solidFill>
                  <a:schemeClr val="dk1"/>
                </a:solidFill>
              </a:defRPr>
            </a:lvl8pPr>
            <a:lvl9pPr lvl="8">
              <a:lnSpc>
                <a:spcPct val="100000"/>
              </a:lnSpc>
              <a:spcBef>
                <a:spcPts val="0"/>
              </a:spcBef>
              <a:spcAft>
                <a:spcPts val="0"/>
              </a:spcAft>
              <a:buClr>
                <a:schemeClr val="dk1"/>
              </a:buClr>
              <a:buSzPts val="2400"/>
              <a:buNone/>
              <a:defRPr sz="2400">
                <a:solidFill>
                  <a:schemeClr val="dk1"/>
                </a:solidFill>
              </a:defRPr>
            </a:lvl9pPr>
          </a:lstStyle>
          <a:p/>
        </p:txBody>
      </p:sp>
      <p:sp>
        <p:nvSpPr>
          <p:cNvPr id="931" name="Google Shape;931;p51"/>
          <p:cNvSpPr/>
          <p:nvPr/>
        </p:nvSpPr>
        <p:spPr>
          <a:xfrm>
            <a:off x="4324853" y="1916138"/>
            <a:ext cx="4298100" cy="34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2" name="Google Shape;932;p51"/>
          <p:cNvSpPr/>
          <p:nvPr/>
        </p:nvSpPr>
        <p:spPr>
          <a:xfrm>
            <a:off x="4324853" y="2613500"/>
            <a:ext cx="4298100" cy="34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33" name="Google Shape;933;p51"/>
          <p:cNvCxnSpPr/>
          <p:nvPr/>
        </p:nvCxnSpPr>
        <p:spPr>
          <a:xfrm rot="10800000">
            <a:off x="4324673" y="156706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34" name="Google Shape;934;p51"/>
          <p:cNvCxnSpPr/>
          <p:nvPr/>
        </p:nvCxnSpPr>
        <p:spPr>
          <a:xfrm rot="10800000">
            <a:off x="4324066" y="191528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35" name="Google Shape;935;p51"/>
          <p:cNvCxnSpPr/>
          <p:nvPr/>
        </p:nvCxnSpPr>
        <p:spPr>
          <a:xfrm rot="10800000">
            <a:off x="4324066" y="226444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36" name="Google Shape;936;p51"/>
          <p:cNvCxnSpPr/>
          <p:nvPr/>
        </p:nvCxnSpPr>
        <p:spPr>
          <a:xfrm rot="10800000">
            <a:off x="4324066" y="261266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37" name="Google Shape;937;p51"/>
          <p:cNvCxnSpPr/>
          <p:nvPr/>
        </p:nvCxnSpPr>
        <p:spPr>
          <a:xfrm rot="10800000">
            <a:off x="4323597" y="296182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38" name="Google Shape;938;p51"/>
          <p:cNvCxnSpPr/>
          <p:nvPr/>
        </p:nvCxnSpPr>
        <p:spPr>
          <a:xfrm rot="10800000">
            <a:off x="4324048" y="331111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39" name="Google Shape;939;p51"/>
          <p:cNvCxnSpPr/>
          <p:nvPr/>
        </p:nvCxnSpPr>
        <p:spPr>
          <a:xfrm rot="10800000">
            <a:off x="4323441" y="365933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40" name="Google Shape;940;p51"/>
          <p:cNvCxnSpPr/>
          <p:nvPr/>
        </p:nvCxnSpPr>
        <p:spPr>
          <a:xfrm rot="10800000">
            <a:off x="4323441" y="4008495"/>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41" name="Google Shape;941;p51"/>
          <p:cNvCxnSpPr/>
          <p:nvPr/>
        </p:nvCxnSpPr>
        <p:spPr>
          <a:xfrm rot="10800000">
            <a:off x="4323441" y="4356710"/>
            <a:ext cx="4298100" cy="0"/>
          </a:xfrm>
          <a:prstGeom prst="straightConnector1">
            <a:avLst/>
          </a:prstGeom>
          <a:noFill/>
          <a:ln cap="flat" cmpd="sng" w="9525">
            <a:solidFill>
              <a:schemeClr val="accent6"/>
            </a:solidFill>
            <a:prstDash val="solid"/>
            <a:round/>
            <a:headEnd len="sm" w="sm" type="none"/>
            <a:tailEnd len="sm" w="sm" type="none"/>
          </a:ln>
        </p:spPr>
      </p:cxnSp>
      <p:cxnSp>
        <p:nvCxnSpPr>
          <p:cNvPr id="942" name="Google Shape;942;p51"/>
          <p:cNvCxnSpPr/>
          <p:nvPr/>
        </p:nvCxnSpPr>
        <p:spPr>
          <a:xfrm rot="10800000">
            <a:off x="4322972" y="4705875"/>
            <a:ext cx="4298100" cy="0"/>
          </a:xfrm>
          <a:prstGeom prst="straightConnector1">
            <a:avLst/>
          </a:prstGeom>
          <a:noFill/>
          <a:ln cap="flat" cmpd="sng" w="9525">
            <a:solidFill>
              <a:schemeClr val="accent6"/>
            </a:solidFill>
            <a:prstDash val="solid"/>
            <a:round/>
            <a:headEnd len="sm" w="sm" type="none"/>
            <a:tailEnd len="sm" w="sm" type="none"/>
          </a:ln>
        </p:spPr>
      </p:cxnSp>
      <p:sp>
        <p:nvSpPr>
          <p:cNvPr id="943" name="Google Shape;943;p51"/>
          <p:cNvSpPr txBox="1"/>
          <p:nvPr>
            <p:ph idx="5"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944" name="Google Shape;944;p51"/>
          <p:cNvSpPr txBox="1"/>
          <p:nvPr>
            <p:ph idx="6"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945" name="Google Shape;945;p51"/>
          <p:cNvSpPr txBox="1"/>
          <p:nvPr>
            <p:ph idx="7"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946" name="Google Shape;946;p51"/>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947" name="Google Shape;947;p51"/>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948" name="Google Shape;948;p51"/>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949" name="Google Shape;949;p51"/>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950" name="Google Shape;950;p51"/>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951" name="Google Shape;951;p51"/>
          <p:cNvCxnSpPr/>
          <p:nvPr/>
        </p:nvCxnSpPr>
        <p:spPr>
          <a:xfrm>
            <a:off x="1042100" y="121745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952" name="Google Shape;952;p51"/>
          <p:cNvCxnSpPr/>
          <p:nvPr/>
        </p:nvCxnSpPr>
        <p:spPr>
          <a:xfrm>
            <a:off x="4322575" y="1217450"/>
            <a:ext cx="0" cy="3926100"/>
          </a:xfrm>
          <a:prstGeom prst="straightConnector1">
            <a:avLst/>
          </a:prstGeom>
          <a:noFill/>
          <a:ln cap="flat" cmpd="sng" w="9525">
            <a:solidFill>
              <a:schemeClr val="accent6"/>
            </a:solidFill>
            <a:prstDash val="solid"/>
            <a:round/>
            <a:headEnd len="sm" w="sm" type="none"/>
            <a:tailEnd len="sm" w="sm" type="none"/>
          </a:ln>
        </p:spPr>
      </p:cxnSp>
      <p:cxnSp>
        <p:nvCxnSpPr>
          <p:cNvPr id="953" name="Google Shape;953;p51"/>
          <p:cNvCxnSpPr/>
          <p:nvPr/>
        </p:nvCxnSpPr>
        <p:spPr>
          <a:xfrm>
            <a:off x="8622700" y="334850"/>
            <a:ext cx="0" cy="4809600"/>
          </a:xfrm>
          <a:prstGeom prst="straightConnector1">
            <a:avLst/>
          </a:prstGeom>
          <a:noFill/>
          <a:ln cap="flat" cmpd="sng" w="9525">
            <a:solidFill>
              <a:schemeClr val="accent6"/>
            </a:solidFill>
            <a:prstDash val="solid"/>
            <a:round/>
            <a:headEnd len="sm" w="sm" type="none"/>
            <a:tailEnd len="sm" w="sm" type="none"/>
          </a:ln>
        </p:spPr>
      </p:cxnSp>
      <p:sp>
        <p:nvSpPr>
          <p:cNvPr id="954" name="Google Shape;954;p51"/>
          <p:cNvSpPr txBox="1"/>
          <p:nvPr>
            <p:ph idx="8" type="title"/>
          </p:nvPr>
        </p:nvSpPr>
        <p:spPr>
          <a:xfrm>
            <a:off x="4322575" y="1566800"/>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955" name="Google Shape;955;p51"/>
          <p:cNvSpPr txBox="1"/>
          <p:nvPr>
            <p:ph idx="9" type="title"/>
          </p:nvPr>
        </p:nvSpPr>
        <p:spPr>
          <a:xfrm>
            <a:off x="4322575" y="1915625"/>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956" name="Google Shape;956;p51"/>
          <p:cNvSpPr txBox="1"/>
          <p:nvPr>
            <p:ph idx="13" type="title"/>
          </p:nvPr>
        </p:nvSpPr>
        <p:spPr>
          <a:xfrm>
            <a:off x="4322575" y="2264975"/>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957" name="Google Shape;957;p51"/>
          <p:cNvSpPr txBox="1"/>
          <p:nvPr>
            <p:ph idx="14" type="title"/>
          </p:nvPr>
        </p:nvSpPr>
        <p:spPr>
          <a:xfrm>
            <a:off x="4322575" y="2613638"/>
            <a:ext cx="1536300" cy="3483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1pPr>
            <a:lvl2pPr lvl="1">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2pPr>
            <a:lvl3pPr lvl="2">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3pPr>
            <a:lvl4pPr lvl="3">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4pPr>
            <a:lvl5pPr lvl="4">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5pPr>
            <a:lvl6pPr lvl="5">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6pPr>
            <a:lvl7pPr lvl="6">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7pPr>
            <a:lvl8pPr lvl="7">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8pPr>
            <a:lvl9pPr lvl="8">
              <a:spcBef>
                <a:spcPts val="0"/>
              </a:spcBef>
              <a:spcAft>
                <a:spcPts val="0"/>
              </a:spcAft>
              <a:buClr>
                <a:schemeClr val="dk1"/>
              </a:buClr>
              <a:buSzPts val="1000"/>
              <a:buFont typeface="Inter SemiBold"/>
              <a:buNone/>
              <a:defRPr sz="1000">
                <a:solidFill>
                  <a:schemeClr val="dk1"/>
                </a:solidFill>
                <a:latin typeface="Inter SemiBold"/>
                <a:ea typeface="Inter SemiBold"/>
                <a:cs typeface="Inter SemiBold"/>
                <a:sym typeface="Inter SemiBold"/>
              </a:defRPr>
            </a:lvl9pPr>
          </a:lstStyle>
          <a:p/>
        </p:txBody>
      </p:sp>
      <p:sp>
        <p:nvSpPr>
          <p:cNvPr id="958" name="Google Shape;958;p51"/>
          <p:cNvSpPr txBox="1"/>
          <p:nvPr>
            <p:ph idx="15" type="title"/>
          </p:nvPr>
        </p:nvSpPr>
        <p:spPr>
          <a:xfrm>
            <a:off x="7084775" y="1217450"/>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959" name="Google Shape;959;p51"/>
          <p:cNvSpPr txBox="1"/>
          <p:nvPr>
            <p:ph idx="16" type="title"/>
          </p:nvPr>
        </p:nvSpPr>
        <p:spPr>
          <a:xfrm>
            <a:off x="7084775" y="1566800"/>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960" name="Google Shape;960;p51"/>
          <p:cNvSpPr txBox="1"/>
          <p:nvPr>
            <p:ph idx="17" type="title"/>
          </p:nvPr>
        </p:nvSpPr>
        <p:spPr>
          <a:xfrm>
            <a:off x="7084775" y="1915625"/>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961" name="Google Shape;961;p51"/>
          <p:cNvSpPr txBox="1"/>
          <p:nvPr>
            <p:ph idx="18" type="title"/>
          </p:nvPr>
        </p:nvSpPr>
        <p:spPr>
          <a:xfrm>
            <a:off x="7084775" y="2264975"/>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
        <p:nvSpPr>
          <p:cNvPr id="962" name="Google Shape;962;p51"/>
          <p:cNvSpPr txBox="1"/>
          <p:nvPr>
            <p:ph idx="19" type="title"/>
          </p:nvPr>
        </p:nvSpPr>
        <p:spPr>
          <a:xfrm>
            <a:off x="7084775" y="2613638"/>
            <a:ext cx="1536300" cy="3483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1pPr>
            <a:lvl2pPr lvl="1"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2pPr>
            <a:lvl3pPr lvl="2"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3pPr>
            <a:lvl4pPr lvl="3"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4pPr>
            <a:lvl5pPr lvl="4"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5pPr>
            <a:lvl6pPr lvl="5"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6pPr>
            <a:lvl7pPr lvl="6"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7pPr>
            <a:lvl8pPr lvl="7"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8pPr>
            <a:lvl9pPr lvl="8" algn="r">
              <a:spcBef>
                <a:spcPts val="0"/>
              </a:spcBef>
              <a:spcAft>
                <a:spcPts val="0"/>
              </a:spcAft>
              <a:buClr>
                <a:schemeClr val="dk1"/>
              </a:buClr>
              <a:buSzPts val="1000"/>
              <a:buFont typeface="Inter Light"/>
              <a:buNone/>
              <a:defRPr sz="1000">
                <a:solidFill>
                  <a:schemeClr val="dk1"/>
                </a:solidFill>
                <a:latin typeface="Inter Light"/>
                <a:ea typeface="Inter Light"/>
                <a:cs typeface="Inter Light"/>
                <a:sym typeface="Inter Light"/>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1">
    <p:bg>
      <p:bgPr>
        <a:solidFill>
          <a:schemeClr val="lt2"/>
        </a:solidFill>
      </p:bgPr>
    </p:bg>
    <p:spTree>
      <p:nvGrpSpPr>
        <p:cNvPr id="963" name="Shape 963"/>
        <p:cNvGrpSpPr/>
        <p:nvPr/>
      </p:nvGrpSpPr>
      <p:grpSpPr>
        <a:xfrm>
          <a:off x="0" y="0"/>
          <a:ext cx="0" cy="0"/>
          <a:chOff x="0" y="0"/>
          <a:chExt cx="0" cy="0"/>
        </a:xfrm>
      </p:grpSpPr>
      <p:grpSp>
        <p:nvGrpSpPr>
          <p:cNvPr id="964" name="Google Shape;964;p52"/>
          <p:cNvGrpSpPr/>
          <p:nvPr/>
        </p:nvGrpSpPr>
        <p:grpSpPr>
          <a:xfrm rot="5400000">
            <a:off x="593777" y="658085"/>
            <a:ext cx="369896" cy="333900"/>
            <a:chOff x="96076" y="654376"/>
            <a:chExt cx="369896" cy="333900"/>
          </a:xfrm>
        </p:grpSpPr>
        <p:cxnSp>
          <p:nvCxnSpPr>
            <p:cNvPr id="965" name="Google Shape;965;p52"/>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966" name="Google Shape;966;p52"/>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967" name="Google Shape;967;p52"/>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968" name="Google Shape;968;p52"/>
          <p:cNvSpPr txBox="1"/>
          <p:nvPr>
            <p:ph idx="1" type="body"/>
          </p:nvPr>
        </p:nvSpPr>
        <p:spPr>
          <a:xfrm>
            <a:off x="1040725" y="1217500"/>
            <a:ext cx="3578100" cy="3652500"/>
          </a:xfrm>
          <a:prstGeom prst="rect">
            <a:avLst/>
          </a:prstGeom>
        </p:spPr>
        <p:txBody>
          <a:bodyPr anchorCtr="0" anchor="t" bIns="91425" lIns="274300" spcFirstLastPara="1" rIns="365750" wrap="square" tIns="365750">
            <a:norm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969" name="Google Shape;969;p52"/>
          <p:cNvSpPr/>
          <p:nvPr/>
        </p:nvSpPr>
        <p:spPr>
          <a:xfrm>
            <a:off x="5019250" y="1217450"/>
            <a:ext cx="4124700" cy="3941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Gowun Batang"/>
              <a:ea typeface="Gowun Batang"/>
              <a:cs typeface="Gowun Batang"/>
              <a:sym typeface="Gowun Batang"/>
            </a:endParaRPr>
          </a:p>
        </p:txBody>
      </p:sp>
      <p:cxnSp>
        <p:nvCxnSpPr>
          <p:cNvPr id="970" name="Google Shape;970;p52"/>
          <p:cNvCxnSpPr/>
          <p:nvPr/>
        </p:nvCxnSpPr>
        <p:spPr>
          <a:xfrm>
            <a:off x="5019250" y="1217450"/>
            <a:ext cx="0" cy="3941700"/>
          </a:xfrm>
          <a:prstGeom prst="straightConnector1">
            <a:avLst/>
          </a:prstGeom>
          <a:noFill/>
          <a:ln cap="flat" cmpd="sng" w="9525">
            <a:solidFill>
              <a:schemeClr val="lt1"/>
            </a:solidFill>
            <a:prstDash val="solid"/>
            <a:round/>
            <a:headEnd len="sm" w="sm" type="none"/>
            <a:tailEnd len="sm" w="sm" type="none"/>
          </a:ln>
        </p:spPr>
      </p:cxnSp>
      <p:sp>
        <p:nvSpPr>
          <p:cNvPr id="971" name="Google Shape;971;p52"/>
          <p:cNvSpPr txBox="1"/>
          <p:nvPr>
            <p:ph idx="2"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72" name="Google Shape;972;p52"/>
          <p:cNvSpPr txBox="1"/>
          <p:nvPr>
            <p:ph idx="3"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973" name="Google Shape;973;p52"/>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974" name="Google Shape;974;p52"/>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975" name="Google Shape;975;p5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76" name="Google Shape;976;p5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977" name="Google Shape;977;p52"/>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978" name="Google Shape;978;p52"/>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979" name="Google Shape;979;p52"/>
          <p:cNvCxnSpPr/>
          <p:nvPr/>
        </p:nvCxnSpPr>
        <p:spPr>
          <a:xfrm>
            <a:off x="1042100" y="1217450"/>
            <a:ext cx="8102400" cy="0"/>
          </a:xfrm>
          <a:prstGeom prst="straightConnector1">
            <a:avLst/>
          </a:prstGeom>
          <a:noFill/>
          <a:ln cap="flat" cmpd="sng" w="9525">
            <a:solidFill>
              <a:schemeClr val="lt1"/>
            </a:solidFill>
            <a:prstDash val="solid"/>
            <a:round/>
            <a:headEnd len="sm" w="sm" type="none"/>
            <a:tailEnd len="sm" w="sm" type="none"/>
          </a:ln>
        </p:spPr>
      </p:cxnSp>
      <p:sp>
        <p:nvSpPr>
          <p:cNvPr id="980" name="Google Shape;980;p52"/>
          <p:cNvSpPr txBox="1"/>
          <p:nvPr>
            <p:ph type="title"/>
          </p:nvPr>
        </p:nvSpPr>
        <p:spPr>
          <a:xfrm flipH="1">
            <a:off x="1046175" y="67000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981" name="Google Shape;981;p52"/>
          <p:cNvSpPr txBox="1"/>
          <p:nvPr>
            <p:ph idx="5" type="subTitle"/>
          </p:nvPr>
        </p:nvSpPr>
        <p:spPr>
          <a:xfrm>
            <a:off x="1045950" y="334925"/>
            <a:ext cx="7577100" cy="3351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sp>
        <p:nvSpPr>
          <p:cNvPr id="982" name="Google Shape;982;p52"/>
          <p:cNvSpPr txBox="1"/>
          <p:nvPr>
            <p:ph idx="6" type="title"/>
          </p:nvPr>
        </p:nvSpPr>
        <p:spPr>
          <a:xfrm>
            <a:off x="5019250" y="2654100"/>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983" name="Google Shape;983;p52"/>
          <p:cNvSpPr txBox="1"/>
          <p:nvPr>
            <p:ph idx="7" type="subTitle"/>
          </p:nvPr>
        </p:nvSpPr>
        <p:spPr>
          <a:xfrm>
            <a:off x="5019275" y="3466500"/>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984" name="Google Shape;984;p52"/>
          <p:cNvSpPr txBox="1"/>
          <p:nvPr>
            <p:ph idx="8" type="title"/>
          </p:nvPr>
        </p:nvSpPr>
        <p:spPr>
          <a:xfrm>
            <a:off x="6959938" y="2654100"/>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985" name="Google Shape;985;p52"/>
          <p:cNvSpPr txBox="1"/>
          <p:nvPr>
            <p:ph idx="9" type="subTitle"/>
          </p:nvPr>
        </p:nvSpPr>
        <p:spPr>
          <a:xfrm>
            <a:off x="6959963" y="3466500"/>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986" name="Google Shape;986;p52"/>
          <p:cNvSpPr txBox="1"/>
          <p:nvPr>
            <p:ph idx="13" type="subTitle"/>
          </p:nvPr>
        </p:nvSpPr>
        <p:spPr>
          <a:xfrm>
            <a:off x="5019275" y="4642725"/>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987" name="Google Shape;987;p52"/>
          <p:cNvSpPr txBox="1"/>
          <p:nvPr>
            <p:ph idx="14" type="title"/>
          </p:nvPr>
        </p:nvSpPr>
        <p:spPr>
          <a:xfrm>
            <a:off x="5019250" y="3830325"/>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988" name="Google Shape;988;p52"/>
          <p:cNvSpPr txBox="1"/>
          <p:nvPr>
            <p:ph idx="15" type="title"/>
          </p:nvPr>
        </p:nvSpPr>
        <p:spPr>
          <a:xfrm>
            <a:off x="6959938" y="3830325"/>
            <a:ext cx="1940700" cy="812400"/>
          </a:xfrm>
          <a:prstGeom prst="rect">
            <a:avLst/>
          </a:prstGeom>
        </p:spPr>
        <p:txBody>
          <a:bodyPr anchorCtr="0" anchor="ctr" bIns="91425" lIns="274300" spcFirstLastPara="1" rIns="182875" wrap="square" tIns="91425">
            <a:normAutofit/>
          </a:bodyPr>
          <a:lstStyle>
            <a:lvl1pPr lvl="0" algn="ctr">
              <a:spcBef>
                <a:spcPts val="0"/>
              </a:spcBef>
              <a:spcAft>
                <a:spcPts val="0"/>
              </a:spcAft>
              <a:buClr>
                <a:schemeClr val="lt1"/>
              </a:buClr>
              <a:buSzPts val="5500"/>
              <a:buFont typeface="Gowun Batang"/>
              <a:buChar char="●"/>
              <a:defRPr sz="5500"/>
            </a:lvl1pPr>
            <a:lvl2pPr lvl="1" algn="ctr">
              <a:spcBef>
                <a:spcPts val="0"/>
              </a:spcBef>
              <a:spcAft>
                <a:spcPts val="0"/>
              </a:spcAft>
              <a:buClr>
                <a:schemeClr val="lt1"/>
              </a:buClr>
              <a:buSzPts val="5500"/>
              <a:buFont typeface="Gowun Batang"/>
              <a:buChar char="○"/>
              <a:defRPr sz="5500"/>
            </a:lvl2pPr>
            <a:lvl3pPr lvl="2" algn="ctr">
              <a:spcBef>
                <a:spcPts val="0"/>
              </a:spcBef>
              <a:spcAft>
                <a:spcPts val="0"/>
              </a:spcAft>
              <a:buClr>
                <a:schemeClr val="lt1"/>
              </a:buClr>
              <a:buSzPts val="5500"/>
              <a:buFont typeface="Gowun Batang"/>
              <a:buChar char="■"/>
              <a:defRPr sz="5500"/>
            </a:lvl3pPr>
            <a:lvl4pPr lvl="3" algn="ctr">
              <a:spcBef>
                <a:spcPts val="0"/>
              </a:spcBef>
              <a:spcAft>
                <a:spcPts val="0"/>
              </a:spcAft>
              <a:buClr>
                <a:schemeClr val="lt1"/>
              </a:buClr>
              <a:buSzPts val="5500"/>
              <a:buFont typeface="Gowun Batang"/>
              <a:buChar char="●"/>
              <a:defRPr sz="5500"/>
            </a:lvl4pPr>
            <a:lvl5pPr lvl="4" algn="ctr">
              <a:spcBef>
                <a:spcPts val="0"/>
              </a:spcBef>
              <a:spcAft>
                <a:spcPts val="0"/>
              </a:spcAft>
              <a:buClr>
                <a:schemeClr val="lt1"/>
              </a:buClr>
              <a:buSzPts val="5500"/>
              <a:buFont typeface="Gowun Batang"/>
              <a:buChar char="○"/>
              <a:defRPr sz="5500"/>
            </a:lvl5pPr>
            <a:lvl6pPr lvl="5" algn="ctr">
              <a:spcBef>
                <a:spcPts val="0"/>
              </a:spcBef>
              <a:spcAft>
                <a:spcPts val="0"/>
              </a:spcAft>
              <a:buClr>
                <a:schemeClr val="lt1"/>
              </a:buClr>
              <a:buSzPts val="5500"/>
              <a:buFont typeface="Gowun Batang"/>
              <a:buChar char="■"/>
              <a:defRPr sz="5500"/>
            </a:lvl6pPr>
            <a:lvl7pPr lvl="6" algn="ctr">
              <a:spcBef>
                <a:spcPts val="0"/>
              </a:spcBef>
              <a:spcAft>
                <a:spcPts val="0"/>
              </a:spcAft>
              <a:buClr>
                <a:schemeClr val="lt1"/>
              </a:buClr>
              <a:buSzPts val="5500"/>
              <a:buFont typeface="Gowun Batang"/>
              <a:buChar char="●"/>
              <a:defRPr sz="5500"/>
            </a:lvl7pPr>
            <a:lvl8pPr lvl="7" algn="ctr">
              <a:spcBef>
                <a:spcPts val="0"/>
              </a:spcBef>
              <a:spcAft>
                <a:spcPts val="0"/>
              </a:spcAft>
              <a:buClr>
                <a:schemeClr val="lt1"/>
              </a:buClr>
              <a:buSzPts val="5500"/>
              <a:buFont typeface="Gowun Batang"/>
              <a:buChar char="○"/>
              <a:defRPr sz="5500"/>
            </a:lvl8pPr>
            <a:lvl9pPr lvl="8" algn="ctr">
              <a:spcBef>
                <a:spcPts val="0"/>
              </a:spcBef>
              <a:spcAft>
                <a:spcPts val="0"/>
              </a:spcAft>
              <a:buClr>
                <a:schemeClr val="lt1"/>
              </a:buClr>
              <a:buSzPts val="5500"/>
              <a:buFont typeface="Gowun Batang"/>
              <a:buChar char="■"/>
              <a:defRPr sz="5500"/>
            </a:lvl9pPr>
          </a:lstStyle>
          <a:p/>
        </p:txBody>
      </p:sp>
      <p:sp>
        <p:nvSpPr>
          <p:cNvPr id="989" name="Google Shape;989;p52"/>
          <p:cNvSpPr txBox="1"/>
          <p:nvPr>
            <p:ph idx="16" type="subTitle"/>
          </p:nvPr>
        </p:nvSpPr>
        <p:spPr>
          <a:xfrm>
            <a:off x="6959963" y="4642725"/>
            <a:ext cx="1940700" cy="227400"/>
          </a:xfrm>
          <a:prstGeom prst="rect">
            <a:avLst/>
          </a:prstGeom>
        </p:spPr>
        <p:txBody>
          <a:bodyPr anchorCtr="0" anchor="ctr" bIns="91425" lIns="274300" spcFirstLastPara="1" rIns="91425" wrap="square" tIns="91425">
            <a:noAutofit/>
          </a:bodyPr>
          <a:lstStyle>
            <a:lvl1pPr lvl="0">
              <a:spcBef>
                <a:spcPts val="0"/>
              </a:spcBef>
              <a:spcAft>
                <a:spcPts val="0"/>
              </a:spcAft>
              <a:buClr>
                <a:schemeClr val="lt1"/>
              </a:buClr>
              <a:buSzPts val="1200"/>
              <a:buFont typeface="Inter"/>
              <a:buNone/>
              <a:defRPr/>
            </a:lvl1pPr>
            <a:lvl2pPr lvl="1">
              <a:spcBef>
                <a:spcPts val="0"/>
              </a:spcBef>
              <a:spcAft>
                <a:spcPts val="0"/>
              </a:spcAft>
              <a:buClr>
                <a:schemeClr val="lt1"/>
              </a:buClr>
              <a:buSzPts val="1200"/>
              <a:buFont typeface="Inter"/>
              <a:buNone/>
              <a:defRPr/>
            </a:lvl2pPr>
            <a:lvl3pPr lvl="2">
              <a:spcBef>
                <a:spcPts val="0"/>
              </a:spcBef>
              <a:spcAft>
                <a:spcPts val="0"/>
              </a:spcAft>
              <a:buClr>
                <a:schemeClr val="lt1"/>
              </a:buClr>
              <a:buSzPts val="1200"/>
              <a:buFont typeface="Inter"/>
              <a:buNone/>
              <a:defRPr/>
            </a:lvl3pPr>
            <a:lvl4pPr lvl="3">
              <a:spcBef>
                <a:spcPts val="0"/>
              </a:spcBef>
              <a:spcAft>
                <a:spcPts val="0"/>
              </a:spcAft>
              <a:buClr>
                <a:schemeClr val="lt1"/>
              </a:buClr>
              <a:buSzPts val="1200"/>
              <a:buFont typeface="Inter"/>
              <a:buNone/>
              <a:defRPr/>
            </a:lvl4pPr>
            <a:lvl5pPr lvl="4">
              <a:spcBef>
                <a:spcPts val="0"/>
              </a:spcBef>
              <a:spcAft>
                <a:spcPts val="0"/>
              </a:spcAft>
              <a:buClr>
                <a:schemeClr val="lt1"/>
              </a:buClr>
              <a:buSzPts val="1200"/>
              <a:buFont typeface="Inter"/>
              <a:buNone/>
              <a:defRPr/>
            </a:lvl5pPr>
            <a:lvl6pPr lvl="5">
              <a:spcBef>
                <a:spcPts val="0"/>
              </a:spcBef>
              <a:spcAft>
                <a:spcPts val="0"/>
              </a:spcAft>
              <a:buClr>
                <a:schemeClr val="lt1"/>
              </a:buClr>
              <a:buSzPts val="1200"/>
              <a:buFont typeface="Inter"/>
              <a:buNone/>
              <a:defRPr/>
            </a:lvl6pPr>
            <a:lvl7pPr lvl="6">
              <a:spcBef>
                <a:spcPts val="0"/>
              </a:spcBef>
              <a:spcAft>
                <a:spcPts val="0"/>
              </a:spcAft>
              <a:buClr>
                <a:schemeClr val="lt1"/>
              </a:buClr>
              <a:buSzPts val="1200"/>
              <a:buFont typeface="Inter"/>
              <a:buNone/>
              <a:defRPr/>
            </a:lvl7pPr>
            <a:lvl8pPr lvl="7">
              <a:spcBef>
                <a:spcPts val="0"/>
              </a:spcBef>
              <a:spcAft>
                <a:spcPts val="0"/>
              </a:spcAft>
              <a:buClr>
                <a:schemeClr val="lt1"/>
              </a:buClr>
              <a:buSzPts val="1200"/>
              <a:buFont typeface="Inter"/>
              <a:buNone/>
              <a:defRPr/>
            </a:lvl8pPr>
            <a:lvl9pPr lvl="8">
              <a:spcBef>
                <a:spcPts val="0"/>
              </a:spcBef>
              <a:spcAft>
                <a:spcPts val="0"/>
              </a:spcAft>
              <a:buClr>
                <a:schemeClr val="lt1"/>
              </a:buClr>
              <a:buSzPts val="1200"/>
              <a:buFont typeface="Inter"/>
              <a:buNone/>
              <a:defRPr/>
            </a:lvl9pPr>
          </a:lstStyle>
          <a:p/>
        </p:txBody>
      </p:sp>
      <p:sp>
        <p:nvSpPr>
          <p:cNvPr id="990" name="Google Shape;990;p52"/>
          <p:cNvSpPr txBox="1"/>
          <p:nvPr>
            <p:ph idx="17" type="subTitle"/>
          </p:nvPr>
        </p:nvSpPr>
        <p:spPr>
          <a:xfrm>
            <a:off x="5019275" y="1217450"/>
            <a:ext cx="3603300" cy="678000"/>
          </a:xfrm>
          <a:prstGeom prst="rect">
            <a:avLst/>
          </a:prstGeom>
        </p:spPr>
        <p:txBody>
          <a:bodyPr anchorCtr="0" anchor="b" bIns="91425" lIns="274300" spcFirstLastPara="1" rIns="91425" wrap="square" tIns="91425">
            <a:normAutofit/>
          </a:bodyPr>
          <a:lstStyle>
            <a:lvl1pPr lvl="0">
              <a:spcBef>
                <a:spcPts val="0"/>
              </a:spcBef>
              <a:spcAft>
                <a:spcPts val="0"/>
              </a:spcAft>
              <a:buClr>
                <a:schemeClr val="lt1"/>
              </a:buClr>
              <a:buSzPts val="1400"/>
              <a:buFont typeface="Inter SemiBold"/>
              <a:buNone/>
              <a:defRPr>
                <a:latin typeface="Inter SemiBold"/>
                <a:ea typeface="Inter SemiBold"/>
                <a:cs typeface="Inter SemiBold"/>
                <a:sym typeface="Inter SemiBold"/>
              </a:defRPr>
            </a:lvl1pPr>
            <a:lvl2pPr lvl="1">
              <a:spcBef>
                <a:spcPts val="0"/>
              </a:spcBef>
              <a:spcAft>
                <a:spcPts val="0"/>
              </a:spcAft>
              <a:buClr>
                <a:schemeClr val="lt1"/>
              </a:buClr>
              <a:buSzPts val="1400"/>
              <a:buFont typeface="Inter SemiBold"/>
              <a:buNone/>
              <a:defRPr>
                <a:latin typeface="Inter SemiBold"/>
                <a:ea typeface="Inter SemiBold"/>
                <a:cs typeface="Inter SemiBold"/>
                <a:sym typeface="Inter SemiBold"/>
              </a:defRPr>
            </a:lvl2pPr>
            <a:lvl3pPr lvl="2">
              <a:spcBef>
                <a:spcPts val="0"/>
              </a:spcBef>
              <a:spcAft>
                <a:spcPts val="0"/>
              </a:spcAft>
              <a:buClr>
                <a:schemeClr val="lt1"/>
              </a:buClr>
              <a:buSzPts val="1400"/>
              <a:buFont typeface="Inter SemiBold"/>
              <a:buNone/>
              <a:defRPr>
                <a:latin typeface="Inter SemiBold"/>
                <a:ea typeface="Inter SemiBold"/>
                <a:cs typeface="Inter SemiBold"/>
                <a:sym typeface="Inter SemiBold"/>
              </a:defRPr>
            </a:lvl3pPr>
            <a:lvl4pPr lvl="3">
              <a:spcBef>
                <a:spcPts val="0"/>
              </a:spcBef>
              <a:spcAft>
                <a:spcPts val="0"/>
              </a:spcAft>
              <a:buClr>
                <a:schemeClr val="lt1"/>
              </a:buClr>
              <a:buSzPts val="1400"/>
              <a:buFont typeface="Inter SemiBold"/>
              <a:buNone/>
              <a:defRPr>
                <a:latin typeface="Inter SemiBold"/>
                <a:ea typeface="Inter SemiBold"/>
                <a:cs typeface="Inter SemiBold"/>
                <a:sym typeface="Inter SemiBold"/>
              </a:defRPr>
            </a:lvl4pPr>
            <a:lvl5pPr lvl="4">
              <a:spcBef>
                <a:spcPts val="0"/>
              </a:spcBef>
              <a:spcAft>
                <a:spcPts val="0"/>
              </a:spcAft>
              <a:buClr>
                <a:schemeClr val="lt1"/>
              </a:buClr>
              <a:buSzPts val="1400"/>
              <a:buFont typeface="Inter SemiBold"/>
              <a:buNone/>
              <a:defRPr>
                <a:latin typeface="Inter SemiBold"/>
                <a:ea typeface="Inter SemiBold"/>
                <a:cs typeface="Inter SemiBold"/>
                <a:sym typeface="Inter SemiBold"/>
              </a:defRPr>
            </a:lvl5pPr>
            <a:lvl6pPr lvl="5">
              <a:spcBef>
                <a:spcPts val="0"/>
              </a:spcBef>
              <a:spcAft>
                <a:spcPts val="0"/>
              </a:spcAft>
              <a:buClr>
                <a:schemeClr val="lt1"/>
              </a:buClr>
              <a:buSzPts val="1400"/>
              <a:buFont typeface="Inter SemiBold"/>
              <a:buNone/>
              <a:defRPr>
                <a:latin typeface="Inter SemiBold"/>
                <a:ea typeface="Inter SemiBold"/>
                <a:cs typeface="Inter SemiBold"/>
                <a:sym typeface="Inter SemiBold"/>
              </a:defRPr>
            </a:lvl6pPr>
            <a:lvl7pPr lvl="6">
              <a:spcBef>
                <a:spcPts val="0"/>
              </a:spcBef>
              <a:spcAft>
                <a:spcPts val="0"/>
              </a:spcAft>
              <a:buClr>
                <a:schemeClr val="lt1"/>
              </a:buClr>
              <a:buSzPts val="1400"/>
              <a:buFont typeface="Inter SemiBold"/>
              <a:buNone/>
              <a:defRPr>
                <a:latin typeface="Inter SemiBold"/>
                <a:ea typeface="Inter SemiBold"/>
                <a:cs typeface="Inter SemiBold"/>
                <a:sym typeface="Inter SemiBold"/>
              </a:defRPr>
            </a:lvl7pPr>
            <a:lvl8pPr lvl="7">
              <a:spcBef>
                <a:spcPts val="0"/>
              </a:spcBef>
              <a:spcAft>
                <a:spcPts val="0"/>
              </a:spcAft>
              <a:buClr>
                <a:schemeClr val="lt1"/>
              </a:buClr>
              <a:buSzPts val="1400"/>
              <a:buFont typeface="Inter SemiBold"/>
              <a:buNone/>
              <a:defRPr>
                <a:latin typeface="Inter SemiBold"/>
                <a:ea typeface="Inter SemiBold"/>
                <a:cs typeface="Inter SemiBold"/>
                <a:sym typeface="Inter SemiBold"/>
              </a:defRPr>
            </a:lvl8pPr>
            <a:lvl9pPr lvl="8">
              <a:spcBef>
                <a:spcPts val="0"/>
              </a:spcBef>
              <a:spcAft>
                <a:spcPts val="0"/>
              </a:spcAft>
              <a:buClr>
                <a:schemeClr val="lt1"/>
              </a:buClr>
              <a:buSzPts val="1400"/>
              <a:buFont typeface="Inter SemiBold"/>
              <a:buNone/>
              <a:defRPr>
                <a:latin typeface="Inter SemiBold"/>
                <a:ea typeface="Inter SemiBold"/>
                <a:cs typeface="Inter SemiBold"/>
                <a:sym typeface="Inter SemiBold"/>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ganizational Update - Employees highlight">
  <p:cSld name="CUSTOM_2">
    <p:bg>
      <p:bgPr>
        <a:solidFill>
          <a:schemeClr val="lt2"/>
        </a:solidFill>
      </p:bgPr>
    </p:bg>
    <p:spTree>
      <p:nvGrpSpPr>
        <p:cNvPr id="991" name="Shape 991"/>
        <p:cNvGrpSpPr/>
        <p:nvPr/>
      </p:nvGrpSpPr>
      <p:grpSpPr>
        <a:xfrm>
          <a:off x="0" y="0"/>
          <a:ext cx="0" cy="0"/>
          <a:chOff x="0" y="0"/>
          <a:chExt cx="0" cy="0"/>
        </a:xfrm>
      </p:grpSpPr>
      <p:sp>
        <p:nvSpPr>
          <p:cNvPr id="992" name="Google Shape;992;p53"/>
          <p:cNvSpPr/>
          <p:nvPr>
            <p:ph idx="2" type="pic"/>
          </p:nvPr>
        </p:nvSpPr>
        <p:spPr>
          <a:xfrm>
            <a:off x="521250" y="2014675"/>
            <a:ext cx="2874600" cy="3128700"/>
          </a:xfrm>
          <a:prstGeom prst="rect">
            <a:avLst/>
          </a:prstGeom>
          <a:noFill/>
          <a:ln>
            <a:noFill/>
          </a:ln>
        </p:spPr>
      </p:sp>
      <p:sp>
        <p:nvSpPr>
          <p:cNvPr id="993" name="Google Shape;993;p53"/>
          <p:cNvSpPr/>
          <p:nvPr>
            <p:ph idx="3" type="pic"/>
          </p:nvPr>
        </p:nvSpPr>
        <p:spPr>
          <a:xfrm>
            <a:off x="3395750" y="2014675"/>
            <a:ext cx="2874600" cy="3128700"/>
          </a:xfrm>
          <a:prstGeom prst="rect">
            <a:avLst/>
          </a:prstGeom>
          <a:noFill/>
          <a:ln>
            <a:noFill/>
          </a:ln>
        </p:spPr>
      </p:sp>
      <p:sp>
        <p:nvSpPr>
          <p:cNvPr id="994" name="Google Shape;994;p53"/>
          <p:cNvSpPr/>
          <p:nvPr>
            <p:ph idx="4" type="pic"/>
          </p:nvPr>
        </p:nvSpPr>
        <p:spPr>
          <a:xfrm>
            <a:off x="6269136" y="2014675"/>
            <a:ext cx="2874600" cy="3128700"/>
          </a:xfrm>
          <a:prstGeom prst="rect">
            <a:avLst/>
          </a:prstGeom>
          <a:noFill/>
          <a:ln>
            <a:noFill/>
          </a:ln>
        </p:spPr>
      </p:sp>
      <p:sp>
        <p:nvSpPr>
          <p:cNvPr id="995" name="Google Shape;995;p53"/>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96" name="Google Shape;996;p53"/>
          <p:cNvSpPr txBox="1"/>
          <p:nvPr>
            <p:ph idx="5"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997" name="Google Shape;997;p53"/>
          <p:cNvSpPr txBox="1"/>
          <p:nvPr>
            <p:ph idx="6"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998" name="Google Shape;998;p53"/>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999" name="Google Shape;999;p53"/>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00" name="Google Shape;1000;p53"/>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01" name="Google Shape;1001;p5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02" name="Google Shape;1002;p5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03" name="Google Shape;1003;p53"/>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004" name="Google Shape;1004;p53"/>
          <p:cNvSpPr txBox="1"/>
          <p:nvPr>
            <p:ph idx="7" type="title"/>
          </p:nvPr>
        </p:nvSpPr>
        <p:spPr>
          <a:xfrm>
            <a:off x="526800" y="846475"/>
            <a:ext cx="2868900" cy="1168200"/>
          </a:xfrm>
          <a:prstGeom prst="rect">
            <a:avLst/>
          </a:prstGeom>
          <a:solidFill>
            <a:schemeClr val="dk1"/>
          </a:solidFill>
        </p:spPr>
        <p:txBody>
          <a:bodyPr anchorCtr="0" anchor="ctr" bIns="0" lIns="182875" spcFirstLastPara="1" rIns="182875" wrap="square" tIns="0">
            <a:normAutofit/>
          </a:bodyPr>
          <a:lstStyle>
            <a:lvl1pPr lvl="0" algn="ctr">
              <a:spcBef>
                <a:spcPts val="0"/>
              </a:spcBef>
              <a:spcAft>
                <a:spcPts val="0"/>
              </a:spcAft>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SzPts val="1200"/>
              <a:buFont typeface="Inter SemiBold"/>
              <a:buNone/>
              <a:defRPr sz="1200">
                <a:latin typeface="Inter SemiBold"/>
                <a:ea typeface="Inter SemiBold"/>
                <a:cs typeface="Inter SemiBold"/>
                <a:sym typeface="Inter SemiBold"/>
              </a:defRPr>
            </a:lvl9pPr>
          </a:lstStyle>
          <a:p/>
        </p:txBody>
      </p:sp>
      <p:sp>
        <p:nvSpPr>
          <p:cNvPr id="1005" name="Google Shape;1005;p53"/>
          <p:cNvSpPr txBox="1"/>
          <p:nvPr>
            <p:ph idx="8" type="title"/>
          </p:nvPr>
        </p:nvSpPr>
        <p:spPr>
          <a:xfrm>
            <a:off x="3395769" y="846475"/>
            <a:ext cx="2874600" cy="1168200"/>
          </a:xfrm>
          <a:prstGeom prst="rect">
            <a:avLst/>
          </a:prstGeom>
          <a:solidFill>
            <a:schemeClr val="dk1"/>
          </a:solidFill>
        </p:spPr>
        <p:txBody>
          <a:bodyPr anchorCtr="0" anchor="ctr" bIns="0" lIns="182875" spcFirstLastPara="1" rIns="182875" wrap="square" tIns="0">
            <a:normAutofit/>
          </a:bodyPr>
          <a:lstStyle>
            <a:lvl1pPr lvl="0" algn="ctr">
              <a:spcBef>
                <a:spcPts val="0"/>
              </a:spcBef>
              <a:spcAft>
                <a:spcPts val="0"/>
              </a:spcAft>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SzPts val="1200"/>
              <a:buFont typeface="Inter SemiBold"/>
              <a:buNone/>
              <a:defRPr sz="1200">
                <a:latin typeface="Inter SemiBold"/>
                <a:ea typeface="Inter SemiBold"/>
                <a:cs typeface="Inter SemiBold"/>
                <a:sym typeface="Inter SemiBold"/>
              </a:defRPr>
            </a:lvl9pPr>
          </a:lstStyle>
          <a:p/>
        </p:txBody>
      </p:sp>
      <p:sp>
        <p:nvSpPr>
          <p:cNvPr id="1006" name="Google Shape;1006;p53"/>
          <p:cNvSpPr txBox="1"/>
          <p:nvPr>
            <p:ph idx="9" type="title"/>
          </p:nvPr>
        </p:nvSpPr>
        <p:spPr>
          <a:xfrm>
            <a:off x="6269150" y="846475"/>
            <a:ext cx="2874600" cy="1168200"/>
          </a:xfrm>
          <a:prstGeom prst="rect">
            <a:avLst/>
          </a:prstGeom>
          <a:solidFill>
            <a:schemeClr val="dk1"/>
          </a:solidFill>
        </p:spPr>
        <p:txBody>
          <a:bodyPr anchorCtr="0" anchor="ctr" bIns="0" lIns="182875" spcFirstLastPara="1" rIns="182875" wrap="square" tIns="0">
            <a:normAutofit/>
          </a:bodyPr>
          <a:lstStyle>
            <a:lvl1pPr lvl="0" algn="ctr">
              <a:spcBef>
                <a:spcPts val="0"/>
              </a:spcBef>
              <a:spcAft>
                <a:spcPts val="0"/>
              </a:spcAft>
              <a:buSzPts val="1200"/>
              <a:buFont typeface="Inter SemiBold"/>
              <a:buNone/>
              <a:defRPr sz="1200">
                <a:latin typeface="Inter SemiBold"/>
                <a:ea typeface="Inter SemiBold"/>
                <a:cs typeface="Inter SemiBold"/>
                <a:sym typeface="Inter SemiBold"/>
              </a:defRPr>
            </a:lvl1pPr>
            <a:lvl2pPr lvl="1" algn="ctr">
              <a:spcBef>
                <a:spcPts val="0"/>
              </a:spcBef>
              <a:spcAft>
                <a:spcPts val="0"/>
              </a:spcAft>
              <a:buSzPts val="1200"/>
              <a:buFont typeface="Inter SemiBold"/>
              <a:buNone/>
              <a:defRPr sz="1200">
                <a:latin typeface="Inter SemiBold"/>
                <a:ea typeface="Inter SemiBold"/>
                <a:cs typeface="Inter SemiBold"/>
                <a:sym typeface="Inter SemiBold"/>
              </a:defRPr>
            </a:lvl2pPr>
            <a:lvl3pPr lvl="2" algn="ctr">
              <a:spcBef>
                <a:spcPts val="0"/>
              </a:spcBef>
              <a:spcAft>
                <a:spcPts val="0"/>
              </a:spcAft>
              <a:buSzPts val="1200"/>
              <a:buFont typeface="Inter SemiBold"/>
              <a:buNone/>
              <a:defRPr sz="1200">
                <a:latin typeface="Inter SemiBold"/>
                <a:ea typeface="Inter SemiBold"/>
                <a:cs typeface="Inter SemiBold"/>
                <a:sym typeface="Inter SemiBold"/>
              </a:defRPr>
            </a:lvl3pPr>
            <a:lvl4pPr lvl="3" algn="ctr">
              <a:spcBef>
                <a:spcPts val="0"/>
              </a:spcBef>
              <a:spcAft>
                <a:spcPts val="0"/>
              </a:spcAft>
              <a:buSzPts val="1200"/>
              <a:buFont typeface="Inter SemiBold"/>
              <a:buNone/>
              <a:defRPr sz="1200">
                <a:latin typeface="Inter SemiBold"/>
                <a:ea typeface="Inter SemiBold"/>
                <a:cs typeface="Inter SemiBold"/>
                <a:sym typeface="Inter SemiBold"/>
              </a:defRPr>
            </a:lvl4pPr>
            <a:lvl5pPr lvl="4" algn="ctr">
              <a:spcBef>
                <a:spcPts val="0"/>
              </a:spcBef>
              <a:spcAft>
                <a:spcPts val="0"/>
              </a:spcAft>
              <a:buSzPts val="1200"/>
              <a:buFont typeface="Inter SemiBold"/>
              <a:buNone/>
              <a:defRPr sz="1200">
                <a:latin typeface="Inter SemiBold"/>
                <a:ea typeface="Inter SemiBold"/>
                <a:cs typeface="Inter SemiBold"/>
                <a:sym typeface="Inter SemiBold"/>
              </a:defRPr>
            </a:lvl5pPr>
            <a:lvl6pPr lvl="5" algn="ctr">
              <a:spcBef>
                <a:spcPts val="0"/>
              </a:spcBef>
              <a:spcAft>
                <a:spcPts val="0"/>
              </a:spcAft>
              <a:buSzPts val="1200"/>
              <a:buFont typeface="Inter SemiBold"/>
              <a:buNone/>
              <a:defRPr sz="1200">
                <a:latin typeface="Inter SemiBold"/>
                <a:ea typeface="Inter SemiBold"/>
                <a:cs typeface="Inter SemiBold"/>
                <a:sym typeface="Inter SemiBold"/>
              </a:defRPr>
            </a:lvl6pPr>
            <a:lvl7pPr lvl="6" algn="ctr">
              <a:spcBef>
                <a:spcPts val="0"/>
              </a:spcBef>
              <a:spcAft>
                <a:spcPts val="0"/>
              </a:spcAft>
              <a:buSzPts val="1200"/>
              <a:buFont typeface="Inter SemiBold"/>
              <a:buNone/>
              <a:defRPr sz="1200">
                <a:latin typeface="Inter SemiBold"/>
                <a:ea typeface="Inter SemiBold"/>
                <a:cs typeface="Inter SemiBold"/>
                <a:sym typeface="Inter SemiBold"/>
              </a:defRPr>
            </a:lvl7pPr>
            <a:lvl8pPr lvl="7" algn="ctr">
              <a:spcBef>
                <a:spcPts val="0"/>
              </a:spcBef>
              <a:spcAft>
                <a:spcPts val="0"/>
              </a:spcAft>
              <a:buSzPts val="1200"/>
              <a:buFont typeface="Inter SemiBold"/>
              <a:buNone/>
              <a:defRPr sz="1200">
                <a:latin typeface="Inter SemiBold"/>
                <a:ea typeface="Inter SemiBold"/>
                <a:cs typeface="Inter SemiBold"/>
                <a:sym typeface="Inter SemiBold"/>
              </a:defRPr>
            </a:lvl8pPr>
            <a:lvl9pPr lvl="8" algn="ctr">
              <a:spcBef>
                <a:spcPts val="0"/>
              </a:spcBef>
              <a:spcAft>
                <a:spcPts val="0"/>
              </a:spcAft>
              <a:buSzPts val="1200"/>
              <a:buFont typeface="Inter SemiBold"/>
              <a:buNone/>
              <a:defRPr sz="1200">
                <a:latin typeface="Inter SemiBold"/>
                <a:ea typeface="Inter SemiBold"/>
                <a:cs typeface="Inter SemiBold"/>
                <a:sym typeface="Inter SemiBold"/>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pcoming Project - Timeline ">
  <p:cSld name="CUSTOM_3">
    <p:bg>
      <p:bgPr>
        <a:solidFill>
          <a:schemeClr val="lt2"/>
        </a:solidFill>
      </p:bgPr>
    </p:bg>
    <p:spTree>
      <p:nvGrpSpPr>
        <p:cNvPr id="1007" name="Shape 1007"/>
        <p:cNvGrpSpPr/>
        <p:nvPr/>
      </p:nvGrpSpPr>
      <p:grpSpPr>
        <a:xfrm>
          <a:off x="0" y="0"/>
          <a:ext cx="0" cy="0"/>
          <a:chOff x="0" y="0"/>
          <a:chExt cx="0" cy="0"/>
        </a:xfrm>
      </p:grpSpPr>
      <p:sp>
        <p:nvSpPr>
          <p:cNvPr id="1008" name="Google Shape;1008;p54"/>
          <p:cNvSpPr txBox="1"/>
          <p:nvPr>
            <p:ph type="title"/>
          </p:nvPr>
        </p:nvSpPr>
        <p:spPr>
          <a:xfrm>
            <a:off x="6995500" y="1307575"/>
            <a:ext cx="21483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09" name="Google Shape;1009;p54"/>
          <p:cNvSpPr txBox="1"/>
          <p:nvPr>
            <p:ph idx="2" type="title"/>
          </p:nvPr>
        </p:nvSpPr>
        <p:spPr>
          <a:xfrm>
            <a:off x="4839050" y="1307575"/>
            <a:ext cx="21555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10" name="Google Shape;1010;p54"/>
          <p:cNvSpPr txBox="1"/>
          <p:nvPr>
            <p:ph idx="3" type="title"/>
          </p:nvPr>
        </p:nvSpPr>
        <p:spPr>
          <a:xfrm>
            <a:off x="2683550" y="1307575"/>
            <a:ext cx="21555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11" name="Google Shape;1011;p54"/>
          <p:cNvSpPr txBox="1"/>
          <p:nvPr>
            <p:ph idx="4" type="title"/>
          </p:nvPr>
        </p:nvSpPr>
        <p:spPr>
          <a:xfrm>
            <a:off x="521350" y="1307575"/>
            <a:ext cx="2161800" cy="1121400"/>
          </a:xfrm>
          <a:prstGeom prst="rect">
            <a:avLst/>
          </a:prstGeom>
          <a:solidFill>
            <a:schemeClr val="dk1"/>
          </a:solidFill>
        </p:spPr>
        <p:txBody>
          <a:bodyPr anchorCtr="0" anchor="ctr" bIns="91425" lIns="182875" spcFirstLastPara="1" rIns="182875" wrap="square" tIns="91425">
            <a:noAutofit/>
          </a:bodyPr>
          <a:lstStyle>
            <a:lvl1pPr lvl="0">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1pPr>
            <a:lvl2pPr lvl="1">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2pPr>
            <a:lvl3pPr lvl="2">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3pPr>
            <a:lvl4pPr lvl="3">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4pPr>
            <a:lvl5pPr lvl="4">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5pPr>
            <a:lvl6pPr lvl="5">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6pPr>
            <a:lvl7pPr lvl="6">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7pPr>
            <a:lvl8pPr lvl="7">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8pPr>
            <a:lvl9pPr lvl="8">
              <a:spcBef>
                <a:spcPts val="0"/>
              </a:spcBef>
              <a:spcAft>
                <a:spcPts val="0"/>
              </a:spcAft>
              <a:buClr>
                <a:schemeClr val="lt1"/>
              </a:buClr>
              <a:buSzPts val="1200"/>
              <a:buFont typeface="Inter SemiBold"/>
              <a:buNone/>
              <a:defRPr sz="1200">
                <a:latin typeface="Inter SemiBold"/>
                <a:ea typeface="Inter SemiBold"/>
                <a:cs typeface="Inter SemiBold"/>
                <a:sym typeface="Inter SemiBold"/>
              </a:defRPr>
            </a:lvl9pPr>
          </a:lstStyle>
          <a:p/>
        </p:txBody>
      </p:sp>
      <p:sp>
        <p:nvSpPr>
          <p:cNvPr id="1012" name="Google Shape;1012;p54"/>
          <p:cNvSpPr txBox="1"/>
          <p:nvPr>
            <p:ph idx="1" type="body"/>
          </p:nvPr>
        </p:nvSpPr>
        <p:spPr>
          <a:xfrm>
            <a:off x="6995400" y="2606275"/>
            <a:ext cx="21483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13" name="Google Shape;1013;p54"/>
          <p:cNvSpPr txBox="1"/>
          <p:nvPr>
            <p:ph idx="5" type="body"/>
          </p:nvPr>
        </p:nvSpPr>
        <p:spPr>
          <a:xfrm>
            <a:off x="4838950" y="2606275"/>
            <a:ext cx="21555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14" name="Google Shape;1014;p54"/>
          <p:cNvSpPr txBox="1"/>
          <p:nvPr>
            <p:ph idx="6" type="body"/>
          </p:nvPr>
        </p:nvSpPr>
        <p:spPr>
          <a:xfrm>
            <a:off x="2683450" y="2606275"/>
            <a:ext cx="21555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015" name="Google Shape;1015;p54"/>
          <p:cNvSpPr txBox="1"/>
          <p:nvPr>
            <p:ph idx="7" type="body"/>
          </p:nvPr>
        </p:nvSpPr>
        <p:spPr>
          <a:xfrm>
            <a:off x="521250" y="2606275"/>
            <a:ext cx="2161800" cy="2290500"/>
          </a:xfrm>
          <a:prstGeom prst="rect">
            <a:avLst/>
          </a:prstGeom>
        </p:spPr>
        <p:txBody>
          <a:bodyPr anchorCtr="0" anchor="t" bIns="91425" lIns="182875" spcFirstLastPara="1" rIns="27430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cxnSp>
        <p:nvCxnSpPr>
          <p:cNvPr id="1016" name="Google Shape;1016;p54"/>
          <p:cNvCxnSpPr/>
          <p:nvPr/>
        </p:nvCxnSpPr>
        <p:spPr>
          <a:xfrm>
            <a:off x="4839075" y="1307575"/>
            <a:ext cx="0" cy="3836100"/>
          </a:xfrm>
          <a:prstGeom prst="straightConnector1">
            <a:avLst/>
          </a:prstGeom>
          <a:noFill/>
          <a:ln cap="flat" cmpd="sng" w="9525">
            <a:solidFill>
              <a:schemeClr val="lt1"/>
            </a:solidFill>
            <a:prstDash val="solid"/>
            <a:round/>
            <a:headEnd len="sm" w="sm" type="none"/>
            <a:tailEnd len="sm" w="sm" type="none"/>
          </a:ln>
        </p:spPr>
      </p:cxnSp>
      <p:cxnSp>
        <p:nvCxnSpPr>
          <p:cNvPr id="1017" name="Google Shape;1017;p54"/>
          <p:cNvCxnSpPr/>
          <p:nvPr/>
        </p:nvCxnSpPr>
        <p:spPr>
          <a:xfrm>
            <a:off x="6995025" y="1307575"/>
            <a:ext cx="0" cy="3836100"/>
          </a:xfrm>
          <a:prstGeom prst="straightConnector1">
            <a:avLst/>
          </a:prstGeom>
          <a:noFill/>
          <a:ln cap="flat" cmpd="sng" w="9525">
            <a:solidFill>
              <a:schemeClr val="lt1"/>
            </a:solidFill>
            <a:prstDash val="solid"/>
            <a:round/>
            <a:headEnd len="sm" w="sm" type="none"/>
            <a:tailEnd len="sm" w="sm" type="none"/>
          </a:ln>
        </p:spPr>
      </p:cxnSp>
      <p:cxnSp>
        <p:nvCxnSpPr>
          <p:cNvPr id="1018" name="Google Shape;1018;p54"/>
          <p:cNvCxnSpPr/>
          <p:nvPr/>
        </p:nvCxnSpPr>
        <p:spPr>
          <a:xfrm>
            <a:off x="2683125" y="1307575"/>
            <a:ext cx="0" cy="3836100"/>
          </a:xfrm>
          <a:prstGeom prst="straightConnector1">
            <a:avLst/>
          </a:prstGeom>
          <a:noFill/>
          <a:ln cap="flat" cmpd="sng" w="9525">
            <a:solidFill>
              <a:schemeClr val="lt1"/>
            </a:solidFill>
            <a:prstDash val="solid"/>
            <a:round/>
            <a:headEnd len="sm" w="sm" type="none"/>
            <a:tailEnd len="sm" w="sm" type="none"/>
          </a:ln>
        </p:spPr>
      </p:cxnSp>
      <p:sp>
        <p:nvSpPr>
          <p:cNvPr id="1019" name="Google Shape;1019;p54"/>
          <p:cNvSpPr txBox="1"/>
          <p:nvPr>
            <p:ph idx="8"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20" name="Google Shape;1020;p54"/>
          <p:cNvSpPr txBox="1"/>
          <p:nvPr>
            <p:ph idx="9" type="title"/>
          </p:nvPr>
        </p:nvSpPr>
        <p:spPr>
          <a:xfrm flipH="1">
            <a:off x="521450" y="666257"/>
            <a:ext cx="8101200" cy="6414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021" name="Google Shape;1021;p54"/>
          <p:cNvSpPr txBox="1"/>
          <p:nvPr>
            <p:ph idx="13" type="subTitle"/>
          </p:nvPr>
        </p:nvSpPr>
        <p:spPr>
          <a:xfrm>
            <a:off x="521250" y="334925"/>
            <a:ext cx="8101800" cy="331200"/>
          </a:xfrm>
          <a:prstGeom prst="rect">
            <a:avLst/>
          </a:prstGeom>
        </p:spPr>
        <p:txBody>
          <a:bodyPr anchorCtr="0" anchor="ctr" bIns="0" lIns="274300" spcFirstLastPara="1" rIns="91425" wrap="square" tIns="91425">
            <a:normAutofit/>
          </a:bodyPr>
          <a:lstStyle>
            <a:lvl1pPr lvl="0">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1pPr>
            <a:lvl2pPr lvl="1">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2pPr>
            <a:lvl3pPr lvl="2">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3pPr>
            <a:lvl4pPr lvl="3">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4pPr>
            <a:lvl5pPr lvl="4">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5pPr>
            <a:lvl6pPr lvl="5">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6pPr>
            <a:lvl7pPr lvl="6">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7pPr>
            <a:lvl8pPr lvl="7">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8pPr>
            <a:lvl9pPr lvl="8">
              <a:lnSpc>
                <a:spcPct val="100000"/>
              </a:lnSpc>
              <a:spcBef>
                <a:spcPts val="0"/>
              </a:spcBef>
              <a:spcAft>
                <a:spcPts val="0"/>
              </a:spcAft>
              <a:buClr>
                <a:schemeClr val="accent1"/>
              </a:buClr>
              <a:buSzPts val="1000"/>
              <a:buFont typeface="Inter SemiBold"/>
              <a:buNone/>
              <a:defRPr sz="1000">
                <a:solidFill>
                  <a:schemeClr val="accent1"/>
                </a:solidFill>
                <a:latin typeface="Inter SemiBold"/>
                <a:ea typeface="Inter SemiBold"/>
                <a:cs typeface="Inter SemiBold"/>
                <a:sym typeface="Inter SemiBold"/>
              </a:defRPr>
            </a:lvl9pPr>
          </a:lstStyle>
          <a:p/>
        </p:txBody>
      </p:sp>
      <p:cxnSp>
        <p:nvCxnSpPr>
          <p:cNvPr id="1022" name="Google Shape;1022;p54"/>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23" name="Google Shape;1023;p54"/>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24" name="Google Shape;1024;p5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25" name="Google Shape;1025;p5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26" name="Google Shape;1026;p54"/>
          <p:cNvCxnSpPr/>
          <p:nvPr/>
        </p:nvCxnSpPr>
        <p:spPr>
          <a:xfrm>
            <a:off x="521250" y="1307575"/>
            <a:ext cx="8623200" cy="0"/>
          </a:xfrm>
          <a:prstGeom prst="straightConnector1">
            <a:avLst/>
          </a:prstGeom>
          <a:noFill/>
          <a:ln cap="flat" cmpd="sng" w="9525">
            <a:solidFill>
              <a:schemeClr val="lt1"/>
            </a:solidFill>
            <a:prstDash val="solid"/>
            <a:round/>
            <a:headEnd len="sm" w="sm" type="none"/>
            <a:tailEnd len="sm" w="sm" type="none"/>
          </a:ln>
        </p:spPr>
      </p:cxnSp>
      <p:sp>
        <p:nvSpPr>
          <p:cNvPr id="1027" name="Google Shape;1027;p54"/>
          <p:cNvSpPr txBox="1"/>
          <p:nvPr>
            <p:ph idx="14"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28" name="Google Shape;1028;p54"/>
          <p:cNvSpPr txBox="1"/>
          <p:nvPr>
            <p:ph idx="15"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1">
  <p:cSld name="BLANK_1_1_1_1_1_1_1_1_1_1_2_1">
    <p:bg>
      <p:bgPr>
        <a:solidFill>
          <a:schemeClr val="dk2"/>
        </a:solidFill>
      </p:bgPr>
    </p:bg>
    <p:spTree>
      <p:nvGrpSpPr>
        <p:cNvPr id="1029" name="Shape 1029"/>
        <p:cNvGrpSpPr/>
        <p:nvPr/>
      </p:nvGrpSpPr>
      <p:grpSpPr>
        <a:xfrm>
          <a:off x="0" y="0"/>
          <a:ext cx="0" cy="0"/>
          <a:chOff x="0" y="0"/>
          <a:chExt cx="0" cy="0"/>
        </a:xfrm>
      </p:grpSpPr>
      <p:sp>
        <p:nvSpPr>
          <p:cNvPr id="1030" name="Google Shape;1030;p55"/>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031" name="Google Shape;1031;p55"/>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032" name="Google Shape;1032;p55"/>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1033" name="Google Shape;1033;p55"/>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034" name="Google Shape;1034;p55"/>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1035" name="Google Shape;1035;p55"/>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36" name="Google Shape;1036;p55"/>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p:cSld name="BLANK_1_1_1_1_1_1_1_1_1_1_2_1_1">
    <p:bg>
      <p:bgPr>
        <a:solidFill>
          <a:schemeClr val="lt2"/>
        </a:solidFill>
      </p:bgPr>
    </p:bg>
    <p:spTree>
      <p:nvGrpSpPr>
        <p:cNvPr id="1037" name="Shape 1037"/>
        <p:cNvGrpSpPr/>
        <p:nvPr/>
      </p:nvGrpSpPr>
      <p:grpSpPr>
        <a:xfrm>
          <a:off x="0" y="0"/>
          <a:ext cx="0" cy="0"/>
          <a:chOff x="0" y="0"/>
          <a:chExt cx="0" cy="0"/>
        </a:xfrm>
      </p:grpSpPr>
      <p:cxnSp>
        <p:nvCxnSpPr>
          <p:cNvPr id="1038" name="Google Shape;1038;p56"/>
          <p:cNvCxnSpPr/>
          <p:nvPr/>
        </p:nvCxnSpPr>
        <p:spPr>
          <a:xfrm>
            <a:off x="5212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039" name="Google Shape;1039;p56"/>
          <p:cNvCxnSpPr/>
          <p:nvPr/>
        </p:nvCxnSpPr>
        <p:spPr>
          <a:xfrm>
            <a:off x="521250" y="334900"/>
            <a:ext cx="8623200" cy="0"/>
          </a:xfrm>
          <a:prstGeom prst="straightConnector1">
            <a:avLst/>
          </a:prstGeom>
          <a:noFill/>
          <a:ln cap="flat" cmpd="sng" w="9525">
            <a:solidFill>
              <a:schemeClr val="accent6"/>
            </a:solidFill>
            <a:prstDash val="solid"/>
            <a:round/>
            <a:headEnd len="sm" w="sm" type="none"/>
            <a:tailEnd len="sm" w="sm" type="none"/>
          </a:ln>
        </p:spPr>
      </p:cxnSp>
      <p:cxnSp>
        <p:nvCxnSpPr>
          <p:cNvPr id="1040" name="Google Shape;1040;p56"/>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41" name="Google Shape;1041;p56"/>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_1_1_1">
    <p:bg>
      <p:bgPr>
        <a:solidFill>
          <a:schemeClr val="lt2"/>
        </a:solidFill>
      </p:bgPr>
    </p:bg>
    <p:spTree>
      <p:nvGrpSpPr>
        <p:cNvPr id="1042" name="Shape 1042"/>
        <p:cNvGrpSpPr/>
        <p:nvPr/>
      </p:nvGrpSpPr>
      <p:grpSpPr>
        <a:xfrm>
          <a:off x="0" y="0"/>
          <a:ext cx="0" cy="0"/>
          <a:chOff x="0" y="0"/>
          <a:chExt cx="0" cy="0"/>
        </a:xfrm>
      </p:grpSpPr>
      <p:sp>
        <p:nvSpPr>
          <p:cNvPr id="1043" name="Google Shape;1043;p57"/>
          <p:cNvSpPr txBox="1"/>
          <p:nvPr>
            <p:ph idx="1" type="subTitle"/>
          </p:nvPr>
        </p:nvSpPr>
        <p:spPr>
          <a:xfrm>
            <a:off x="5208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44" name="Google Shape;1044;p57"/>
          <p:cNvSpPr txBox="1"/>
          <p:nvPr>
            <p:ph idx="2" type="subTitle"/>
          </p:nvPr>
        </p:nvSpPr>
        <p:spPr>
          <a:xfrm>
            <a:off x="408925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45" name="Google Shape;1045;p57"/>
          <p:cNvSpPr txBox="1"/>
          <p:nvPr>
            <p:ph idx="3" type="subTitle"/>
          </p:nvPr>
        </p:nvSpPr>
        <p:spPr>
          <a:xfrm>
            <a:off x="6773250" y="-175"/>
            <a:ext cx="1848900" cy="335100"/>
          </a:xfrm>
          <a:prstGeom prst="rect">
            <a:avLst/>
          </a:prstGeom>
          <a:ln cap="flat" cmpd="sng" w="9525">
            <a:solidFill>
              <a:schemeClr val="lt1"/>
            </a:solidFill>
            <a:prstDash val="solid"/>
            <a:round/>
            <a:headEnd len="sm" w="sm" type="none"/>
            <a:tailEnd len="sm" w="sm" type="none"/>
          </a:ln>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046" name="Google Shape;1046;p57"/>
          <p:cNvCxnSpPr/>
          <p:nvPr/>
        </p:nvCxnSpPr>
        <p:spPr>
          <a:xfrm>
            <a:off x="5208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47" name="Google Shape;1047;p57"/>
          <p:cNvCxnSpPr/>
          <p:nvPr/>
        </p:nvCxnSpPr>
        <p:spPr>
          <a:xfrm>
            <a:off x="52080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48" name="Google Shape;1048;p57"/>
          <p:cNvCxnSpPr/>
          <p:nvPr/>
        </p:nvCxnSpPr>
        <p:spPr>
          <a:xfrm>
            <a:off x="677330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49" name="Google Shape;1049;p57"/>
          <p:cNvCxnSpPr/>
          <p:nvPr/>
        </p:nvCxnSpPr>
        <p:spPr>
          <a:xfrm>
            <a:off x="8623525" y="-200"/>
            <a:ext cx="0" cy="3351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3">
  <p:cSld name="BLANK_1_1_1_1_1_1_1_1_1_1_2_2">
    <p:bg>
      <p:bgPr>
        <a:solidFill>
          <a:schemeClr val="lt2"/>
        </a:solidFill>
      </p:bgPr>
    </p:bg>
    <p:spTree>
      <p:nvGrpSpPr>
        <p:cNvPr id="1050" name="Shape 1050"/>
        <p:cNvGrpSpPr/>
        <p:nvPr/>
      </p:nvGrpSpPr>
      <p:grpSpPr>
        <a:xfrm>
          <a:off x="0" y="0"/>
          <a:ext cx="0" cy="0"/>
          <a:chOff x="0" y="0"/>
          <a:chExt cx="0" cy="0"/>
        </a:xfrm>
      </p:grpSpPr>
      <p:sp>
        <p:nvSpPr>
          <p:cNvPr id="1051" name="Google Shape;1051;p58"/>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52" name="Google Shape;1052;p58"/>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53" name="Google Shape;1053;p58"/>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054" name="Google Shape;1054;p58"/>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055" name="Google Shape;1055;p5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56" name="Google Shape;1056;p5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57" name="Google Shape;1057;p58"/>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58" name="Google Shape;1058;p58"/>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4">
  <p:cSld name="BLANK_1_1_1_1_1_1_1_1_1_1_2_1_2">
    <p:bg>
      <p:bgPr>
        <a:solidFill>
          <a:schemeClr val="dk2"/>
        </a:solidFill>
      </p:bgPr>
    </p:bg>
    <p:spTree>
      <p:nvGrpSpPr>
        <p:cNvPr id="1059" name="Shape 1059"/>
        <p:cNvGrpSpPr/>
        <p:nvPr/>
      </p:nvGrpSpPr>
      <p:grpSpPr>
        <a:xfrm>
          <a:off x="0" y="0"/>
          <a:ext cx="0" cy="0"/>
          <a:chOff x="0" y="0"/>
          <a:chExt cx="0" cy="0"/>
        </a:xfrm>
      </p:grpSpPr>
      <p:sp>
        <p:nvSpPr>
          <p:cNvPr id="1060" name="Google Shape;1060;p59"/>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061" name="Google Shape;1061;p59"/>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062" name="Google Shape;1062;p59"/>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1063" name="Google Shape;1063;p59"/>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1064" name="Google Shape;1064;p59"/>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65" name="Google Shape;1065;p59"/>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66" name="Google Shape;1066;p59"/>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067" name="Google Shape;1067;p59"/>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5">
  <p:cSld name="BLANK_1_1_1_1_1_1_1_1_1_1_2_1_1_2">
    <p:bg>
      <p:bgPr>
        <a:solidFill>
          <a:schemeClr val="lt1"/>
        </a:solidFill>
      </p:bgPr>
    </p:bg>
    <p:spTree>
      <p:nvGrpSpPr>
        <p:cNvPr id="1068" name="Shape 1068"/>
        <p:cNvGrpSpPr/>
        <p:nvPr/>
      </p:nvGrpSpPr>
      <p:grpSpPr>
        <a:xfrm>
          <a:off x="0" y="0"/>
          <a:ext cx="0" cy="0"/>
          <a:chOff x="0" y="0"/>
          <a:chExt cx="0" cy="0"/>
        </a:xfrm>
      </p:grpSpPr>
      <p:sp>
        <p:nvSpPr>
          <p:cNvPr id="1069" name="Google Shape;1069;p60"/>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sp>
        <p:nvSpPr>
          <p:cNvPr id="1070" name="Google Shape;1070;p60"/>
          <p:cNvSpPr txBox="1"/>
          <p:nvPr>
            <p:ph idx="2" type="subTitle"/>
          </p:nvPr>
        </p:nvSpPr>
        <p:spPr>
          <a:xfrm>
            <a:off x="104060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dk1"/>
              </a:buClr>
              <a:buSzPts val="800"/>
              <a:buFont typeface="Inter"/>
              <a:buNone/>
              <a:defRPr sz="800">
                <a:solidFill>
                  <a:schemeClr val="dk1"/>
                </a:solidFill>
              </a:defRPr>
            </a:lvl1pPr>
            <a:lvl2pPr lvl="1">
              <a:spcBef>
                <a:spcPts val="0"/>
              </a:spcBef>
              <a:spcAft>
                <a:spcPts val="0"/>
              </a:spcAft>
              <a:buClr>
                <a:schemeClr val="dk1"/>
              </a:buClr>
              <a:buSzPts val="800"/>
              <a:buFont typeface="Inter"/>
              <a:buNone/>
              <a:defRPr sz="800">
                <a:solidFill>
                  <a:schemeClr val="dk1"/>
                </a:solidFill>
              </a:defRPr>
            </a:lvl2pPr>
            <a:lvl3pPr lvl="2">
              <a:spcBef>
                <a:spcPts val="0"/>
              </a:spcBef>
              <a:spcAft>
                <a:spcPts val="0"/>
              </a:spcAft>
              <a:buClr>
                <a:schemeClr val="dk1"/>
              </a:buClr>
              <a:buSzPts val="800"/>
              <a:buFont typeface="Inter"/>
              <a:buNone/>
              <a:defRPr sz="800">
                <a:solidFill>
                  <a:schemeClr val="dk1"/>
                </a:solidFill>
              </a:defRPr>
            </a:lvl3pPr>
            <a:lvl4pPr lvl="3">
              <a:spcBef>
                <a:spcPts val="0"/>
              </a:spcBef>
              <a:spcAft>
                <a:spcPts val="0"/>
              </a:spcAft>
              <a:buClr>
                <a:schemeClr val="dk1"/>
              </a:buClr>
              <a:buSzPts val="800"/>
              <a:buFont typeface="Inter"/>
              <a:buNone/>
              <a:defRPr sz="800">
                <a:solidFill>
                  <a:schemeClr val="dk1"/>
                </a:solidFill>
              </a:defRPr>
            </a:lvl4pPr>
            <a:lvl5pPr lvl="4">
              <a:spcBef>
                <a:spcPts val="0"/>
              </a:spcBef>
              <a:spcAft>
                <a:spcPts val="0"/>
              </a:spcAft>
              <a:buClr>
                <a:schemeClr val="dk1"/>
              </a:buClr>
              <a:buSzPts val="800"/>
              <a:buFont typeface="Inter"/>
              <a:buNone/>
              <a:defRPr sz="800">
                <a:solidFill>
                  <a:schemeClr val="dk1"/>
                </a:solidFill>
              </a:defRPr>
            </a:lvl5pPr>
            <a:lvl6pPr lvl="5">
              <a:spcBef>
                <a:spcPts val="0"/>
              </a:spcBef>
              <a:spcAft>
                <a:spcPts val="0"/>
              </a:spcAft>
              <a:buClr>
                <a:schemeClr val="dk1"/>
              </a:buClr>
              <a:buSzPts val="800"/>
              <a:buFont typeface="Inter"/>
              <a:buNone/>
              <a:defRPr sz="800">
                <a:solidFill>
                  <a:schemeClr val="dk1"/>
                </a:solidFill>
              </a:defRPr>
            </a:lvl6pPr>
            <a:lvl7pPr lvl="6">
              <a:spcBef>
                <a:spcPts val="0"/>
              </a:spcBef>
              <a:spcAft>
                <a:spcPts val="0"/>
              </a:spcAft>
              <a:buClr>
                <a:schemeClr val="dk1"/>
              </a:buClr>
              <a:buSzPts val="800"/>
              <a:buFont typeface="Inter"/>
              <a:buNone/>
              <a:defRPr sz="800">
                <a:solidFill>
                  <a:schemeClr val="dk1"/>
                </a:solidFill>
              </a:defRPr>
            </a:lvl7pPr>
            <a:lvl8pPr lvl="7">
              <a:spcBef>
                <a:spcPts val="0"/>
              </a:spcBef>
              <a:spcAft>
                <a:spcPts val="0"/>
              </a:spcAft>
              <a:buClr>
                <a:schemeClr val="dk1"/>
              </a:buClr>
              <a:buSzPts val="800"/>
              <a:buFont typeface="Inter"/>
              <a:buNone/>
              <a:defRPr sz="800">
                <a:solidFill>
                  <a:schemeClr val="dk1"/>
                </a:solidFill>
              </a:defRPr>
            </a:lvl8pPr>
            <a:lvl9pPr lvl="8">
              <a:spcBef>
                <a:spcPts val="0"/>
              </a:spcBef>
              <a:spcAft>
                <a:spcPts val="0"/>
              </a:spcAft>
              <a:buClr>
                <a:schemeClr val="dk1"/>
              </a:buClr>
              <a:buSzPts val="800"/>
              <a:buFont typeface="Inter"/>
              <a:buNone/>
              <a:defRPr sz="800">
                <a:solidFill>
                  <a:schemeClr val="dk1"/>
                </a:solidFill>
              </a:defRPr>
            </a:lvl9pPr>
          </a:lstStyle>
          <a:p/>
        </p:txBody>
      </p:sp>
      <p:sp>
        <p:nvSpPr>
          <p:cNvPr id="1071" name="Google Shape;1071;p60"/>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dk1"/>
              </a:buClr>
              <a:buSzPts val="800"/>
              <a:buFont typeface="Inter"/>
              <a:buNone/>
              <a:defRPr sz="800">
                <a:solidFill>
                  <a:schemeClr val="dk1"/>
                </a:solidFill>
              </a:defRPr>
            </a:lvl1pPr>
            <a:lvl2pPr lvl="1" algn="r">
              <a:spcBef>
                <a:spcPts val="0"/>
              </a:spcBef>
              <a:spcAft>
                <a:spcPts val="0"/>
              </a:spcAft>
              <a:buClr>
                <a:schemeClr val="dk1"/>
              </a:buClr>
              <a:buSzPts val="800"/>
              <a:buFont typeface="Inter"/>
              <a:buNone/>
              <a:defRPr sz="800">
                <a:solidFill>
                  <a:schemeClr val="dk1"/>
                </a:solidFill>
              </a:defRPr>
            </a:lvl2pPr>
            <a:lvl3pPr lvl="2" algn="r">
              <a:spcBef>
                <a:spcPts val="0"/>
              </a:spcBef>
              <a:spcAft>
                <a:spcPts val="0"/>
              </a:spcAft>
              <a:buClr>
                <a:schemeClr val="dk1"/>
              </a:buClr>
              <a:buSzPts val="800"/>
              <a:buFont typeface="Inter"/>
              <a:buNone/>
              <a:defRPr sz="800">
                <a:solidFill>
                  <a:schemeClr val="dk1"/>
                </a:solidFill>
              </a:defRPr>
            </a:lvl3pPr>
            <a:lvl4pPr lvl="3" algn="r">
              <a:spcBef>
                <a:spcPts val="0"/>
              </a:spcBef>
              <a:spcAft>
                <a:spcPts val="0"/>
              </a:spcAft>
              <a:buClr>
                <a:schemeClr val="dk1"/>
              </a:buClr>
              <a:buSzPts val="800"/>
              <a:buFont typeface="Inter"/>
              <a:buNone/>
              <a:defRPr sz="800">
                <a:solidFill>
                  <a:schemeClr val="dk1"/>
                </a:solidFill>
              </a:defRPr>
            </a:lvl4pPr>
            <a:lvl5pPr lvl="4" algn="r">
              <a:spcBef>
                <a:spcPts val="0"/>
              </a:spcBef>
              <a:spcAft>
                <a:spcPts val="0"/>
              </a:spcAft>
              <a:buClr>
                <a:schemeClr val="dk1"/>
              </a:buClr>
              <a:buSzPts val="800"/>
              <a:buFont typeface="Inter"/>
              <a:buNone/>
              <a:defRPr sz="800">
                <a:solidFill>
                  <a:schemeClr val="dk1"/>
                </a:solidFill>
              </a:defRPr>
            </a:lvl5pPr>
            <a:lvl6pPr lvl="5" algn="r">
              <a:spcBef>
                <a:spcPts val="0"/>
              </a:spcBef>
              <a:spcAft>
                <a:spcPts val="0"/>
              </a:spcAft>
              <a:buClr>
                <a:schemeClr val="dk1"/>
              </a:buClr>
              <a:buSzPts val="800"/>
              <a:buFont typeface="Inter"/>
              <a:buNone/>
              <a:defRPr sz="800">
                <a:solidFill>
                  <a:schemeClr val="dk1"/>
                </a:solidFill>
              </a:defRPr>
            </a:lvl6pPr>
            <a:lvl7pPr lvl="6" algn="r">
              <a:spcBef>
                <a:spcPts val="0"/>
              </a:spcBef>
              <a:spcAft>
                <a:spcPts val="0"/>
              </a:spcAft>
              <a:buClr>
                <a:schemeClr val="dk1"/>
              </a:buClr>
              <a:buSzPts val="800"/>
              <a:buFont typeface="Inter"/>
              <a:buNone/>
              <a:defRPr sz="800">
                <a:solidFill>
                  <a:schemeClr val="dk1"/>
                </a:solidFill>
              </a:defRPr>
            </a:lvl7pPr>
            <a:lvl8pPr lvl="7" algn="r">
              <a:spcBef>
                <a:spcPts val="0"/>
              </a:spcBef>
              <a:spcAft>
                <a:spcPts val="0"/>
              </a:spcAft>
              <a:buClr>
                <a:schemeClr val="dk1"/>
              </a:buClr>
              <a:buSzPts val="800"/>
              <a:buFont typeface="Inter"/>
              <a:buNone/>
              <a:defRPr sz="800">
                <a:solidFill>
                  <a:schemeClr val="dk1"/>
                </a:solidFill>
              </a:defRPr>
            </a:lvl8pPr>
            <a:lvl9pPr lvl="8" algn="r">
              <a:spcBef>
                <a:spcPts val="0"/>
              </a:spcBef>
              <a:spcAft>
                <a:spcPts val="0"/>
              </a:spcAft>
              <a:buClr>
                <a:schemeClr val="dk1"/>
              </a:buClr>
              <a:buSzPts val="800"/>
              <a:buFont typeface="Inter"/>
              <a:buNone/>
              <a:defRPr sz="800">
                <a:solidFill>
                  <a:schemeClr val="dk1"/>
                </a:solidFill>
              </a:defRPr>
            </a:lvl9pPr>
          </a:lstStyle>
          <a:p/>
        </p:txBody>
      </p:sp>
      <p:cxnSp>
        <p:nvCxnSpPr>
          <p:cNvPr id="1072" name="Google Shape;1072;p60"/>
          <p:cNvCxnSpPr/>
          <p:nvPr/>
        </p:nvCxnSpPr>
        <p:spPr>
          <a:xfrm>
            <a:off x="1042100" y="334900"/>
            <a:ext cx="8102400" cy="0"/>
          </a:xfrm>
          <a:prstGeom prst="straightConnector1">
            <a:avLst/>
          </a:prstGeom>
          <a:noFill/>
          <a:ln cap="flat" cmpd="sng" w="9525">
            <a:solidFill>
              <a:schemeClr val="accent6"/>
            </a:solidFill>
            <a:prstDash val="solid"/>
            <a:round/>
            <a:headEnd len="sm" w="sm" type="none"/>
            <a:tailEnd len="sm" w="sm" type="none"/>
          </a:ln>
        </p:spPr>
      </p:cxnSp>
      <p:cxnSp>
        <p:nvCxnSpPr>
          <p:cNvPr id="1073" name="Google Shape;1073;p60"/>
          <p:cNvCxnSpPr/>
          <p:nvPr/>
        </p:nvCxnSpPr>
        <p:spPr>
          <a:xfrm>
            <a:off x="6773750"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74" name="Google Shape;1074;p60"/>
          <p:cNvCxnSpPr/>
          <p:nvPr/>
        </p:nvCxnSpPr>
        <p:spPr>
          <a:xfrm>
            <a:off x="8623975" y="-200"/>
            <a:ext cx="0" cy="335100"/>
          </a:xfrm>
          <a:prstGeom prst="straightConnector1">
            <a:avLst/>
          </a:prstGeom>
          <a:noFill/>
          <a:ln cap="flat" cmpd="sng" w="9525">
            <a:solidFill>
              <a:schemeClr val="accent6"/>
            </a:solidFill>
            <a:prstDash val="solid"/>
            <a:round/>
            <a:headEnd len="sm" w="sm" type="none"/>
            <a:tailEnd len="sm" w="sm" type="none"/>
          </a:ln>
        </p:spPr>
      </p:cxnSp>
      <p:cxnSp>
        <p:nvCxnSpPr>
          <p:cNvPr id="1075" name="Google Shape;1075;p60"/>
          <p:cNvCxnSpPr/>
          <p:nvPr/>
        </p:nvCxnSpPr>
        <p:spPr>
          <a:xfrm>
            <a:off x="515350" y="-200"/>
            <a:ext cx="0" cy="5143800"/>
          </a:xfrm>
          <a:prstGeom prst="straightConnector1">
            <a:avLst/>
          </a:prstGeom>
          <a:noFill/>
          <a:ln cap="flat" cmpd="sng" w="9525">
            <a:solidFill>
              <a:schemeClr val="accent6"/>
            </a:solidFill>
            <a:prstDash val="solid"/>
            <a:round/>
            <a:headEnd len="sm" w="sm" type="none"/>
            <a:tailEnd len="sm" w="sm" type="none"/>
          </a:ln>
        </p:spPr>
      </p:cxnSp>
      <p:cxnSp>
        <p:nvCxnSpPr>
          <p:cNvPr id="1076" name="Google Shape;1076;p60"/>
          <p:cNvCxnSpPr/>
          <p:nvPr/>
        </p:nvCxnSpPr>
        <p:spPr>
          <a:xfrm>
            <a:off x="1042100" y="-200"/>
            <a:ext cx="0" cy="51438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BLANK_1_1_1_1_1_1_1_1_1_1_1_1">
    <p:bg>
      <p:bgPr>
        <a:solidFill>
          <a:schemeClr val="lt2"/>
        </a:solidFill>
      </p:bgPr>
    </p:bg>
    <p:spTree>
      <p:nvGrpSpPr>
        <p:cNvPr id="1077" name="Shape 1077"/>
        <p:cNvGrpSpPr/>
        <p:nvPr/>
      </p:nvGrpSpPr>
      <p:grpSpPr>
        <a:xfrm>
          <a:off x="0" y="0"/>
          <a:ext cx="0" cy="0"/>
          <a:chOff x="0" y="0"/>
          <a:chExt cx="0" cy="0"/>
        </a:xfrm>
      </p:grpSpPr>
      <p:sp>
        <p:nvSpPr>
          <p:cNvPr id="1078" name="Google Shape;1078;p61"/>
          <p:cNvSpPr/>
          <p:nvPr>
            <p:ph idx="2" type="pic"/>
          </p:nvPr>
        </p:nvSpPr>
        <p:spPr>
          <a:xfrm>
            <a:off x="5548700" y="1196175"/>
            <a:ext cx="3073800" cy="3364800"/>
          </a:xfrm>
          <a:prstGeom prst="roundRect">
            <a:avLst>
              <a:gd fmla="val 6865" name="adj"/>
            </a:avLst>
          </a:prstGeom>
          <a:noFill/>
          <a:ln>
            <a:noFill/>
          </a:ln>
        </p:spPr>
      </p:sp>
      <p:cxnSp>
        <p:nvCxnSpPr>
          <p:cNvPr id="1079" name="Google Shape;1079;p61"/>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80" name="Google Shape;1080;p61"/>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81" name="Google Shape;1081;p6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82" name="Google Shape;1082;p6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083" name="Google Shape;1083;p61"/>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084" name="Google Shape;1084;p61"/>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085" name="Google Shape;1085;p61"/>
          <p:cNvSpPr txBox="1"/>
          <p:nvPr>
            <p:ph idx="1" type="body"/>
          </p:nvPr>
        </p:nvSpPr>
        <p:spPr>
          <a:xfrm>
            <a:off x="522600" y="998925"/>
            <a:ext cx="3614400" cy="33648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_2">
    <p:bg>
      <p:bgPr>
        <a:solidFill>
          <a:schemeClr val="lt2"/>
        </a:solidFill>
      </p:bgPr>
    </p:bg>
    <p:spTree>
      <p:nvGrpSpPr>
        <p:cNvPr id="1086" name="Shape 1086"/>
        <p:cNvGrpSpPr/>
        <p:nvPr/>
      </p:nvGrpSpPr>
      <p:grpSpPr>
        <a:xfrm>
          <a:off x="0" y="0"/>
          <a:ext cx="0" cy="0"/>
          <a:chOff x="0" y="0"/>
          <a:chExt cx="0" cy="0"/>
        </a:xfrm>
      </p:grpSpPr>
      <p:sp>
        <p:nvSpPr>
          <p:cNvPr id="1087" name="Google Shape;1087;p62"/>
          <p:cNvSpPr/>
          <p:nvPr>
            <p:ph idx="2" type="pic"/>
          </p:nvPr>
        </p:nvSpPr>
        <p:spPr>
          <a:xfrm>
            <a:off x="5548700" y="1196175"/>
            <a:ext cx="3073800" cy="3364800"/>
          </a:xfrm>
          <a:prstGeom prst="roundRect">
            <a:avLst>
              <a:gd fmla="val 6865" name="adj"/>
            </a:avLst>
          </a:prstGeom>
          <a:noFill/>
          <a:ln>
            <a:noFill/>
          </a:ln>
        </p:spPr>
      </p:sp>
      <p:cxnSp>
        <p:nvCxnSpPr>
          <p:cNvPr id="1088" name="Google Shape;1088;p62"/>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089" name="Google Shape;1089;p62"/>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090" name="Google Shape;1090;p6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091" name="Google Shape;1091;p6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092" name="Google Shape;1092;p62"/>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093" name="Google Shape;1093;p62"/>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094" name="Google Shape;1094;p62"/>
          <p:cNvSpPr txBox="1"/>
          <p:nvPr>
            <p:ph idx="1" type="body"/>
          </p:nvPr>
        </p:nvSpPr>
        <p:spPr>
          <a:xfrm>
            <a:off x="522600" y="998925"/>
            <a:ext cx="3614400" cy="3364800"/>
          </a:xfrm>
          <a:prstGeom prst="rect">
            <a:avLst/>
          </a:prstGeom>
        </p:spPr>
        <p:txBody>
          <a:bodyPr anchorCtr="0" anchor="t" bIns="91425" lIns="274300" spcFirstLastPara="1" rIns="9142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095" name="Google Shape;1095;p62"/>
          <p:cNvSpPr txBox="1"/>
          <p:nvPr>
            <p:ph idx="3"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096" name="Google Shape;1096;p62"/>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097" name="Google Shape;1097;p62"/>
          <p:cNvSpPr txBox="1"/>
          <p:nvPr>
            <p:ph idx="5"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BLANK_1_1_1_1_1_1_1_1_1_1_1_1_1">
    <p:bg>
      <p:bgPr>
        <a:solidFill>
          <a:schemeClr val="lt2"/>
        </a:solidFill>
      </p:bgPr>
    </p:bg>
    <p:spTree>
      <p:nvGrpSpPr>
        <p:cNvPr id="1098" name="Shape 1098"/>
        <p:cNvGrpSpPr/>
        <p:nvPr/>
      </p:nvGrpSpPr>
      <p:grpSpPr>
        <a:xfrm>
          <a:off x="0" y="0"/>
          <a:ext cx="0" cy="0"/>
          <a:chOff x="0" y="0"/>
          <a:chExt cx="0" cy="0"/>
        </a:xfrm>
      </p:grpSpPr>
      <p:grpSp>
        <p:nvGrpSpPr>
          <p:cNvPr id="1099" name="Google Shape;1099;p63"/>
          <p:cNvGrpSpPr/>
          <p:nvPr/>
        </p:nvGrpSpPr>
        <p:grpSpPr>
          <a:xfrm rot="5400000">
            <a:off x="590952" y="3923898"/>
            <a:ext cx="369896" cy="333900"/>
            <a:chOff x="96076" y="654376"/>
            <a:chExt cx="369896" cy="333900"/>
          </a:xfrm>
        </p:grpSpPr>
        <p:cxnSp>
          <p:nvCxnSpPr>
            <p:cNvPr id="1100" name="Google Shape;1100;p6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01" name="Google Shape;1101;p6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02" name="Google Shape;1102;p6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03" name="Google Shape;1103;p63"/>
          <p:cNvGrpSpPr/>
          <p:nvPr/>
        </p:nvGrpSpPr>
        <p:grpSpPr>
          <a:xfrm rot="5400000">
            <a:off x="593777" y="1786135"/>
            <a:ext cx="369896" cy="333900"/>
            <a:chOff x="96076" y="654376"/>
            <a:chExt cx="369896" cy="333900"/>
          </a:xfrm>
        </p:grpSpPr>
        <p:cxnSp>
          <p:nvCxnSpPr>
            <p:cNvPr id="1104" name="Google Shape;1104;p63"/>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05" name="Google Shape;1105;p6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06" name="Google Shape;1106;p6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107" name="Google Shape;1107;p63"/>
          <p:cNvSpPr txBox="1"/>
          <p:nvPr/>
        </p:nvSpPr>
        <p:spPr>
          <a:xfrm>
            <a:off x="1036450" y="882400"/>
            <a:ext cx="1985100" cy="21333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800">
              <a:solidFill>
                <a:schemeClr val="lt1"/>
              </a:solidFill>
              <a:latin typeface="Inter Light"/>
              <a:ea typeface="Inter Light"/>
              <a:cs typeface="Inter Light"/>
              <a:sym typeface="Inter Light"/>
            </a:endParaRPr>
          </a:p>
        </p:txBody>
      </p:sp>
      <p:sp>
        <p:nvSpPr>
          <p:cNvPr id="1108" name="Google Shape;1108;p63"/>
          <p:cNvSpPr txBox="1"/>
          <p:nvPr/>
        </p:nvSpPr>
        <p:spPr>
          <a:xfrm>
            <a:off x="1036450" y="3019861"/>
            <a:ext cx="1985100" cy="21333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09" name="Google Shape;1109;p63"/>
          <p:cNvSpPr txBox="1"/>
          <p:nvPr>
            <p:ph idx="1" type="subTitle"/>
          </p:nvPr>
        </p:nvSpPr>
        <p:spPr>
          <a:xfrm>
            <a:off x="1042075" y="882450"/>
            <a:ext cx="1985100" cy="21333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2400"/>
              <a:buFont typeface="Gowun Batang"/>
              <a:buNone/>
              <a:defRPr sz="24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110" name="Google Shape;1110;p63"/>
          <p:cNvSpPr txBox="1"/>
          <p:nvPr>
            <p:ph idx="2" type="subTitle"/>
          </p:nvPr>
        </p:nvSpPr>
        <p:spPr>
          <a:xfrm>
            <a:off x="1042100" y="3015800"/>
            <a:ext cx="1985100" cy="21333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2400"/>
              <a:buFont typeface="Gowun Batang"/>
              <a:buNone/>
              <a:defRPr sz="24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cxnSp>
        <p:nvCxnSpPr>
          <p:cNvPr id="1111" name="Google Shape;1111;p63"/>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112" name="Google Shape;1112;p6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13" name="Google Shape;1113;p63"/>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114" name="Google Shape;1114;p63"/>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15" name="Google Shape;1115;p63"/>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1116" name="Google Shape;1116;p63"/>
          <p:cNvSpPr txBox="1"/>
          <p:nvPr>
            <p:ph idx="3" type="body"/>
          </p:nvPr>
        </p:nvSpPr>
        <p:spPr>
          <a:xfrm>
            <a:off x="3166350" y="1132823"/>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17" name="Google Shape;1117;p63"/>
          <p:cNvSpPr txBox="1"/>
          <p:nvPr>
            <p:ph idx="4" type="body"/>
          </p:nvPr>
        </p:nvSpPr>
        <p:spPr>
          <a:xfrm>
            <a:off x="3166350" y="3266210"/>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18" name="Google Shape;1118;p63"/>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119" name="Google Shape;1119;p63"/>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extLst>
    <p:ext uri="{DCECCB84-F9BA-43D5-87BE-67443E8EF086}">
      <p15:sldGuideLst>
        <p15:guide id="1" orient="horz" pos="1726">
          <p15:clr>
            <a:srgbClr val="E46962"/>
          </p15:clr>
        </p15:guide>
        <p15:guide id="2" orient="horz" pos="3042">
          <p15:clr>
            <a:srgbClr val="E46962"/>
          </p15:clr>
        </p15:guide>
      </p15:sldGuideLst>
    </p:ext>
  </p:extLs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 ALT 1">
  <p:cSld name="BLANK_1_1_1_1_1_1_1_1_1_1_1_1_1_2">
    <p:bg>
      <p:bgPr>
        <a:solidFill>
          <a:schemeClr val="lt2"/>
        </a:solidFill>
      </p:bgPr>
    </p:bg>
    <p:spTree>
      <p:nvGrpSpPr>
        <p:cNvPr id="1120" name="Shape 1120"/>
        <p:cNvGrpSpPr/>
        <p:nvPr/>
      </p:nvGrpSpPr>
      <p:grpSpPr>
        <a:xfrm>
          <a:off x="0" y="0"/>
          <a:ext cx="0" cy="0"/>
          <a:chOff x="0" y="0"/>
          <a:chExt cx="0" cy="0"/>
        </a:xfrm>
      </p:grpSpPr>
      <p:grpSp>
        <p:nvGrpSpPr>
          <p:cNvPr id="1121" name="Google Shape;1121;p64"/>
          <p:cNvGrpSpPr/>
          <p:nvPr/>
        </p:nvGrpSpPr>
        <p:grpSpPr>
          <a:xfrm rot="5400000">
            <a:off x="590952" y="3923898"/>
            <a:ext cx="369896" cy="333900"/>
            <a:chOff x="96076" y="654376"/>
            <a:chExt cx="369896" cy="333900"/>
          </a:xfrm>
        </p:grpSpPr>
        <p:cxnSp>
          <p:nvCxnSpPr>
            <p:cNvPr id="1122" name="Google Shape;1122;p64"/>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23" name="Google Shape;1123;p64"/>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24" name="Google Shape;1124;p64"/>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25" name="Google Shape;1125;p64"/>
          <p:cNvGrpSpPr/>
          <p:nvPr/>
        </p:nvGrpSpPr>
        <p:grpSpPr>
          <a:xfrm rot="5400000">
            <a:off x="593777" y="1786135"/>
            <a:ext cx="369896" cy="333900"/>
            <a:chOff x="96076" y="654376"/>
            <a:chExt cx="369896" cy="333900"/>
          </a:xfrm>
        </p:grpSpPr>
        <p:cxnSp>
          <p:nvCxnSpPr>
            <p:cNvPr id="1126" name="Google Shape;1126;p64"/>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27" name="Google Shape;1127;p64"/>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28" name="Google Shape;1128;p64"/>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129" name="Google Shape;1129;p64"/>
          <p:cNvSpPr txBox="1"/>
          <p:nvPr/>
        </p:nvSpPr>
        <p:spPr>
          <a:xfrm>
            <a:off x="1036450" y="882400"/>
            <a:ext cx="1985100" cy="21333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800">
              <a:solidFill>
                <a:schemeClr val="lt1"/>
              </a:solidFill>
              <a:latin typeface="Inter Light"/>
              <a:ea typeface="Inter Light"/>
              <a:cs typeface="Inter Light"/>
              <a:sym typeface="Inter Light"/>
            </a:endParaRPr>
          </a:p>
        </p:txBody>
      </p:sp>
      <p:sp>
        <p:nvSpPr>
          <p:cNvPr id="1130" name="Google Shape;1130;p64"/>
          <p:cNvSpPr txBox="1"/>
          <p:nvPr/>
        </p:nvSpPr>
        <p:spPr>
          <a:xfrm>
            <a:off x="1036450" y="3019861"/>
            <a:ext cx="1985100" cy="21333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31" name="Google Shape;1131;p64"/>
          <p:cNvSpPr txBox="1"/>
          <p:nvPr>
            <p:ph type="title"/>
          </p:nvPr>
        </p:nvSpPr>
        <p:spPr>
          <a:xfrm>
            <a:off x="1042100" y="886425"/>
            <a:ext cx="1979400" cy="2133300"/>
          </a:xfrm>
          <a:prstGeom prst="rect">
            <a:avLst/>
          </a:prstGeom>
        </p:spPr>
        <p:txBody>
          <a:bodyPr anchorCtr="0" anchor="ctr" bIns="45700" lIns="274300" spcFirstLastPara="1" rIns="182875" wrap="square" tIns="0">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1132" name="Google Shape;1132;p64"/>
          <p:cNvSpPr txBox="1"/>
          <p:nvPr>
            <p:ph idx="2" type="title"/>
          </p:nvPr>
        </p:nvSpPr>
        <p:spPr>
          <a:xfrm>
            <a:off x="1042100" y="3023907"/>
            <a:ext cx="1985100" cy="2133300"/>
          </a:xfrm>
          <a:prstGeom prst="rect">
            <a:avLst/>
          </a:prstGeom>
        </p:spPr>
        <p:txBody>
          <a:bodyPr anchorCtr="0" anchor="ctr" bIns="45700" lIns="274300" spcFirstLastPara="1" rIns="182875" wrap="square" tIns="0">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sp>
        <p:nvSpPr>
          <p:cNvPr id="1133" name="Google Shape;1133;p64"/>
          <p:cNvSpPr txBox="1"/>
          <p:nvPr>
            <p:ph idx="1" type="subTitle"/>
          </p:nvPr>
        </p:nvSpPr>
        <p:spPr>
          <a:xfrm>
            <a:off x="10364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134" name="Google Shape;1134;p64"/>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135" name="Google Shape;1135;p64"/>
          <p:cNvSpPr txBox="1"/>
          <p:nvPr>
            <p:ph idx="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cxnSp>
        <p:nvCxnSpPr>
          <p:cNvPr id="1136" name="Google Shape;1136;p64"/>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137" name="Google Shape;1137;p6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38" name="Google Shape;1138;p64"/>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139" name="Google Shape;1139;p64"/>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40" name="Google Shape;1140;p64"/>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sp>
        <p:nvSpPr>
          <p:cNvPr id="1141" name="Google Shape;1141;p64"/>
          <p:cNvSpPr txBox="1"/>
          <p:nvPr>
            <p:ph idx="5" type="body"/>
          </p:nvPr>
        </p:nvSpPr>
        <p:spPr>
          <a:xfrm>
            <a:off x="3166350" y="1132823"/>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42" name="Google Shape;1142;p64"/>
          <p:cNvSpPr txBox="1"/>
          <p:nvPr>
            <p:ph idx="6" type="body"/>
          </p:nvPr>
        </p:nvSpPr>
        <p:spPr>
          <a:xfrm>
            <a:off x="3166350" y="3266210"/>
            <a:ext cx="5457600" cy="16047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43" name="Google Shape;1143;p64"/>
          <p:cNvSpPr txBox="1"/>
          <p:nvPr>
            <p:ph idx="7"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cxnSp>
        <p:nvCxnSpPr>
          <p:cNvPr id="1144" name="Google Shape;1144;p64"/>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extLst>
    <p:ext uri="{DCECCB84-F9BA-43D5-87BE-67443E8EF086}">
      <p15:sldGuideLst>
        <p15:guide id="1" orient="horz" pos="1726">
          <p15:clr>
            <a:srgbClr val="E46962"/>
          </p15:clr>
        </p15:guide>
        <p15:guide id="2" orient="horz" pos="3042">
          <p15:clr>
            <a:srgbClr val="E46962"/>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BLANK_1_1_1_1_1_1_1_1_1_1_1_1_1_1">
    <p:bg>
      <p:bgPr>
        <a:solidFill>
          <a:schemeClr val="lt2"/>
        </a:solidFill>
      </p:bgPr>
    </p:bg>
    <p:spTree>
      <p:nvGrpSpPr>
        <p:cNvPr id="1145" name="Shape 1145"/>
        <p:cNvGrpSpPr/>
        <p:nvPr/>
      </p:nvGrpSpPr>
      <p:grpSpPr>
        <a:xfrm>
          <a:off x="0" y="0"/>
          <a:ext cx="0" cy="0"/>
          <a:chOff x="0" y="0"/>
          <a:chExt cx="0" cy="0"/>
        </a:xfrm>
      </p:grpSpPr>
      <p:grpSp>
        <p:nvGrpSpPr>
          <p:cNvPr id="1146" name="Google Shape;1146;p65"/>
          <p:cNvGrpSpPr/>
          <p:nvPr/>
        </p:nvGrpSpPr>
        <p:grpSpPr>
          <a:xfrm rot="5400000">
            <a:off x="593015" y="4280998"/>
            <a:ext cx="369896" cy="333900"/>
            <a:chOff x="96076" y="654376"/>
            <a:chExt cx="369896" cy="333900"/>
          </a:xfrm>
        </p:grpSpPr>
        <p:cxnSp>
          <p:nvCxnSpPr>
            <p:cNvPr id="1147" name="Google Shape;1147;p65"/>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48" name="Google Shape;1148;p65"/>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49" name="Google Shape;1149;p65"/>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50" name="Google Shape;1150;p65"/>
          <p:cNvGrpSpPr/>
          <p:nvPr/>
        </p:nvGrpSpPr>
        <p:grpSpPr>
          <a:xfrm rot="5400000">
            <a:off x="591615" y="2800698"/>
            <a:ext cx="369896" cy="333900"/>
            <a:chOff x="96076" y="654376"/>
            <a:chExt cx="369896" cy="333900"/>
          </a:xfrm>
        </p:grpSpPr>
        <p:cxnSp>
          <p:nvCxnSpPr>
            <p:cNvPr id="1151" name="Google Shape;1151;p65"/>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52" name="Google Shape;1152;p65"/>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53" name="Google Shape;1153;p65"/>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54" name="Google Shape;1154;p65"/>
          <p:cNvGrpSpPr/>
          <p:nvPr/>
        </p:nvGrpSpPr>
        <p:grpSpPr>
          <a:xfrm rot="5400000">
            <a:off x="594440" y="1320410"/>
            <a:ext cx="369896" cy="333900"/>
            <a:chOff x="96076" y="654376"/>
            <a:chExt cx="369896" cy="333900"/>
          </a:xfrm>
        </p:grpSpPr>
        <p:cxnSp>
          <p:nvCxnSpPr>
            <p:cNvPr id="1155" name="Google Shape;1155;p65"/>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56" name="Google Shape;1156;p65"/>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57" name="Google Shape;1157;p65"/>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158" name="Google Shape;1158;p65"/>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159" name="Google Shape;1159;p65"/>
          <p:cNvSpPr txBox="1"/>
          <p:nvPr/>
        </p:nvSpPr>
        <p:spPr>
          <a:xfrm>
            <a:off x="1040600" y="3719118"/>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60" name="Google Shape;1160;p65"/>
          <p:cNvSpPr txBox="1"/>
          <p:nvPr/>
        </p:nvSpPr>
        <p:spPr>
          <a:xfrm>
            <a:off x="1040600" y="2311041"/>
            <a:ext cx="1985100" cy="14244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61" name="Google Shape;1161;p65"/>
          <p:cNvSpPr txBox="1"/>
          <p:nvPr/>
        </p:nvSpPr>
        <p:spPr>
          <a:xfrm>
            <a:off x="1040600" y="882450"/>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62" name="Google Shape;1162;p65"/>
          <p:cNvSpPr txBox="1"/>
          <p:nvPr>
            <p:ph idx="1" type="body"/>
          </p:nvPr>
        </p:nvSpPr>
        <p:spPr>
          <a:xfrm>
            <a:off x="3166350" y="2557587"/>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63" name="Google Shape;1163;p65"/>
          <p:cNvSpPr txBox="1"/>
          <p:nvPr>
            <p:ph idx="2" type="body"/>
          </p:nvPr>
        </p:nvSpPr>
        <p:spPr>
          <a:xfrm>
            <a:off x="3166350" y="3965664"/>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cxnSp>
        <p:nvCxnSpPr>
          <p:cNvPr id="1164" name="Google Shape;1164;p65"/>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165" name="Google Shape;1165;p6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66" name="Google Shape;1166;p65"/>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67" name="Google Shape;1167;p65"/>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68" name="Google Shape;1168;p65"/>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sp>
        <p:nvSpPr>
          <p:cNvPr id="1169" name="Google Shape;1169;p65"/>
          <p:cNvSpPr txBox="1"/>
          <p:nvPr>
            <p:ph idx="3" type="body"/>
          </p:nvPr>
        </p:nvSpPr>
        <p:spPr>
          <a:xfrm>
            <a:off x="3166350" y="1128996"/>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cxnSp>
        <p:nvCxnSpPr>
          <p:cNvPr id="1170" name="Google Shape;1170;p65"/>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171" name="Google Shape;1171;p65"/>
          <p:cNvSpPr txBox="1"/>
          <p:nvPr>
            <p:ph idx="4" type="subTitle"/>
          </p:nvPr>
        </p:nvSpPr>
        <p:spPr>
          <a:xfrm>
            <a:off x="1042075" y="882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172" name="Google Shape;1172;p65"/>
          <p:cNvSpPr txBox="1"/>
          <p:nvPr>
            <p:ph idx="5" type="subTitle"/>
          </p:nvPr>
        </p:nvSpPr>
        <p:spPr>
          <a:xfrm>
            <a:off x="1042075" y="23110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173" name="Google Shape;1173;p65"/>
          <p:cNvSpPr txBox="1"/>
          <p:nvPr>
            <p:ph idx="6" type="subTitle"/>
          </p:nvPr>
        </p:nvSpPr>
        <p:spPr>
          <a:xfrm>
            <a:off x="1042075" y="3735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_2">
    <p:bg>
      <p:bgPr>
        <a:solidFill>
          <a:schemeClr val="lt2"/>
        </a:solidFill>
      </p:bgPr>
    </p:bg>
    <p:spTree>
      <p:nvGrpSpPr>
        <p:cNvPr id="1174" name="Shape 1174"/>
        <p:cNvGrpSpPr/>
        <p:nvPr/>
      </p:nvGrpSpPr>
      <p:grpSpPr>
        <a:xfrm>
          <a:off x="0" y="0"/>
          <a:ext cx="0" cy="0"/>
          <a:chOff x="0" y="0"/>
          <a:chExt cx="0" cy="0"/>
        </a:xfrm>
      </p:grpSpPr>
      <p:grpSp>
        <p:nvGrpSpPr>
          <p:cNvPr id="1175" name="Google Shape;1175;p66"/>
          <p:cNvGrpSpPr/>
          <p:nvPr/>
        </p:nvGrpSpPr>
        <p:grpSpPr>
          <a:xfrm rot="5400000">
            <a:off x="593015" y="4280998"/>
            <a:ext cx="369896" cy="333900"/>
            <a:chOff x="96076" y="654376"/>
            <a:chExt cx="369896" cy="333900"/>
          </a:xfrm>
        </p:grpSpPr>
        <p:cxnSp>
          <p:nvCxnSpPr>
            <p:cNvPr id="1176" name="Google Shape;1176;p6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77" name="Google Shape;1177;p6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78" name="Google Shape;1178;p6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79" name="Google Shape;1179;p66"/>
          <p:cNvGrpSpPr/>
          <p:nvPr/>
        </p:nvGrpSpPr>
        <p:grpSpPr>
          <a:xfrm rot="5400000">
            <a:off x="591615" y="2800698"/>
            <a:ext cx="369896" cy="333900"/>
            <a:chOff x="96076" y="654376"/>
            <a:chExt cx="369896" cy="333900"/>
          </a:xfrm>
        </p:grpSpPr>
        <p:cxnSp>
          <p:nvCxnSpPr>
            <p:cNvPr id="1180" name="Google Shape;1180;p6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81" name="Google Shape;1181;p6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82" name="Google Shape;1182;p6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183" name="Google Shape;1183;p66"/>
          <p:cNvGrpSpPr/>
          <p:nvPr/>
        </p:nvGrpSpPr>
        <p:grpSpPr>
          <a:xfrm rot="5400000">
            <a:off x="594440" y="1320410"/>
            <a:ext cx="369896" cy="333900"/>
            <a:chOff x="96076" y="654376"/>
            <a:chExt cx="369896" cy="333900"/>
          </a:xfrm>
        </p:grpSpPr>
        <p:cxnSp>
          <p:nvCxnSpPr>
            <p:cNvPr id="1184" name="Google Shape;1184;p66"/>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185" name="Google Shape;1185;p66"/>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186" name="Google Shape;1186;p66"/>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187" name="Google Shape;1187;p66"/>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188" name="Google Shape;1188;p66"/>
          <p:cNvSpPr txBox="1"/>
          <p:nvPr/>
        </p:nvSpPr>
        <p:spPr>
          <a:xfrm>
            <a:off x="1040600" y="3719118"/>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89" name="Google Shape;1189;p66"/>
          <p:cNvSpPr txBox="1"/>
          <p:nvPr/>
        </p:nvSpPr>
        <p:spPr>
          <a:xfrm>
            <a:off x="1040600" y="2311041"/>
            <a:ext cx="1985100" cy="14244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90" name="Google Shape;1190;p66"/>
          <p:cNvSpPr txBox="1"/>
          <p:nvPr/>
        </p:nvSpPr>
        <p:spPr>
          <a:xfrm>
            <a:off x="1040600" y="882450"/>
            <a:ext cx="1985100" cy="14244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191" name="Google Shape;1191;p66"/>
          <p:cNvSpPr txBox="1"/>
          <p:nvPr>
            <p:ph idx="1" type="body"/>
          </p:nvPr>
        </p:nvSpPr>
        <p:spPr>
          <a:xfrm>
            <a:off x="3166350" y="2557587"/>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192" name="Google Shape;1192;p66"/>
          <p:cNvSpPr txBox="1"/>
          <p:nvPr>
            <p:ph idx="2" type="body"/>
          </p:nvPr>
        </p:nvSpPr>
        <p:spPr>
          <a:xfrm>
            <a:off x="3166350" y="3965664"/>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cxnSp>
        <p:nvCxnSpPr>
          <p:cNvPr id="1193" name="Google Shape;1193;p66"/>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194" name="Google Shape;1194;p6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195" name="Google Shape;1195;p66"/>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96" name="Google Shape;1196;p66"/>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197" name="Google Shape;1197;p66"/>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sp>
        <p:nvSpPr>
          <p:cNvPr id="1198" name="Google Shape;1198;p66"/>
          <p:cNvSpPr txBox="1"/>
          <p:nvPr>
            <p:ph idx="3" type="body"/>
          </p:nvPr>
        </p:nvSpPr>
        <p:spPr>
          <a:xfrm>
            <a:off x="3166350" y="1128996"/>
            <a:ext cx="5457600" cy="11736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cxnSp>
        <p:nvCxnSpPr>
          <p:cNvPr id="1199" name="Google Shape;1199;p66"/>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200" name="Google Shape;1200;p66"/>
          <p:cNvSpPr txBox="1"/>
          <p:nvPr>
            <p:ph idx="4" type="subTitle"/>
          </p:nvPr>
        </p:nvSpPr>
        <p:spPr>
          <a:xfrm>
            <a:off x="1042075" y="882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01" name="Google Shape;1201;p66"/>
          <p:cNvSpPr txBox="1"/>
          <p:nvPr>
            <p:ph idx="5" type="subTitle"/>
          </p:nvPr>
        </p:nvSpPr>
        <p:spPr>
          <a:xfrm>
            <a:off x="1042075" y="23110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02" name="Google Shape;1202;p66"/>
          <p:cNvSpPr txBox="1"/>
          <p:nvPr>
            <p:ph idx="6" type="subTitle"/>
          </p:nvPr>
        </p:nvSpPr>
        <p:spPr>
          <a:xfrm>
            <a:off x="1042075" y="3735450"/>
            <a:ext cx="1985100" cy="14244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03" name="Google Shape;1203;p66"/>
          <p:cNvSpPr txBox="1"/>
          <p:nvPr>
            <p:ph idx="7" type="subTitle"/>
          </p:nvPr>
        </p:nvSpPr>
        <p:spPr>
          <a:xfrm>
            <a:off x="10364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204" name="Google Shape;1204;p66"/>
          <p:cNvSpPr txBox="1"/>
          <p:nvPr>
            <p:ph idx="8"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205" name="Google Shape;1205;p66"/>
          <p:cNvSpPr txBox="1"/>
          <p:nvPr>
            <p:ph idx="9"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BLANK_1_1_1_1_1_1_1_1_1_1_1_1_1_1_1">
    <p:bg>
      <p:bgPr>
        <a:solidFill>
          <a:schemeClr val="lt2"/>
        </a:solidFill>
      </p:bgPr>
    </p:bg>
    <p:spTree>
      <p:nvGrpSpPr>
        <p:cNvPr id="1206" name="Shape 1206"/>
        <p:cNvGrpSpPr/>
        <p:nvPr/>
      </p:nvGrpSpPr>
      <p:grpSpPr>
        <a:xfrm>
          <a:off x="0" y="0"/>
          <a:ext cx="0" cy="0"/>
          <a:chOff x="0" y="0"/>
          <a:chExt cx="0" cy="0"/>
        </a:xfrm>
      </p:grpSpPr>
      <p:grpSp>
        <p:nvGrpSpPr>
          <p:cNvPr id="1207" name="Google Shape;1207;p67"/>
          <p:cNvGrpSpPr/>
          <p:nvPr/>
        </p:nvGrpSpPr>
        <p:grpSpPr>
          <a:xfrm rot="5400000">
            <a:off x="593777" y="1244198"/>
            <a:ext cx="369896" cy="333900"/>
            <a:chOff x="96076" y="654376"/>
            <a:chExt cx="369896" cy="333900"/>
          </a:xfrm>
        </p:grpSpPr>
        <p:cxnSp>
          <p:nvCxnSpPr>
            <p:cNvPr id="1208" name="Google Shape;1208;p6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09" name="Google Shape;1209;p6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10" name="Google Shape;1210;p6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11" name="Google Shape;1211;p67"/>
          <p:cNvGrpSpPr/>
          <p:nvPr/>
        </p:nvGrpSpPr>
        <p:grpSpPr>
          <a:xfrm rot="5400000">
            <a:off x="593790" y="2286698"/>
            <a:ext cx="369896" cy="333900"/>
            <a:chOff x="96076" y="654376"/>
            <a:chExt cx="369896" cy="333900"/>
          </a:xfrm>
        </p:grpSpPr>
        <p:cxnSp>
          <p:nvCxnSpPr>
            <p:cNvPr id="1212" name="Google Shape;1212;p6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13" name="Google Shape;1213;p6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14" name="Google Shape;1214;p6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15" name="Google Shape;1215;p67"/>
          <p:cNvGrpSpPr/>
          <p:nvPr/>
        </p:nvGrpSpPr>
        <p:grpSpPr>
          <a:xfrm rot="5400000">
            <a:off x="593777" y="4371698"/>
            <a:ext cx="369896" cy="333900"/>
            <a:chOff x="96076" y="654376"/>
            <a:chExt cx="369896" cy="333900"/>
          </a:xfrm>
        </p:grpSpPr>
        <p:cxnSp>
          <p:nvCxnSpPr>
            <p:cNvPr id="1216" name="Google Shape;1216;p6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17" name="Google Shape;1217;p6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18" name="Google Shape;1218;p6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219" name="Google Shape;1219;p67"/>
          <p:cNvSpPr txBox="1"/>
          <p:nvPr>
            <p:ph idx="1" type="body"/>
          </p:nvPr>
        </p:nvSpPr>
        <p:spPr>
          <a:xfrm>
            <a:off x="3166350" y="1128995"/>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20" name="Google Shape;1220;p67"/>
          <p:cNvSpPr txBox="1"/>
          <p:nvPr>
            <p:ph idx="2" type="body"/>
          </p:nvPr>
        </p:nvSpPr>
        <p:spPr>
          <a:xfrm>
            <a:off x="3166350" y="2191967"/>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21" name="Google Shape;1221;p67"/>
          <p:cNvSpPr txBox="1"/>
          <p:nvPr>
            <p:ph idx="3" type="body"/>
          </p:nvPr>
        </p:nvSpPr>
        <p:spPr>
          <a:xfrm>
            <a:off x="3166350" y="3260843"/>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222" name="Google Shape;1222;p67"/>
          <p:cNvSpPr txBox="1"/>
          <p:nvPr>
            <p:ph idx="4" type="body"/>
          </p:nvPr>
        </p:nvSpPr>
        <p:spPr>
          <a:xfrm>
            <a:off x="3165075" y="4322928"/>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23" name="Google Shape;1223;p67"/>
          <p:cNvSpPr txBox="1"/>
          <p:nvPr/>
        </p:nvSpPr>
        <p:spPr>
          <a:xfrm>
            <a:off x="1042100" y="4076382"/>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grpSp>
        <p:nvGrpSpPr>
          <p:cNvPr id="1224" name="Google Shape;1224;p67"/>
          <p:cNvGrpSpPr/>
          <p:nvPr/>
        </p:nvGrpSpPr>
        <p:grpSpPr>
          <a:xfrm rot="5400000">
            <a:off x="593765" y="3328603"/>
            <a:ext cx="369896" cy="333900"/>
            <a:chOff x="96076" y="654376"/>
            <a:chExt cx="369896" cy="333900"/>
          </a:xfrm>
        </p:grpSpPr>
        <p:cxnSp>
          <p:nvCxnSpPr>
            <p:cNvPr id="1225" name="Google Shape;1225;p67"/>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26" name="Google Shape;1226;p67"/>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27" name="Google Shape;1227;p67"/>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228" name="Google Shape;1228;p67"/>
          <p:cNvSpPr txBox="1"/>
          <p:nvPr/>
        </p:nvSpPr>
        <p:spPr>
          <a:xfrm>
            <a:off x="1042100" y="3014307"/>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29" name="Google Shape;1229;p67"/>
          <p:cNvSpPr txBox="1"/>
          <p:nvPr/>
        </p:nvSpPr>
        <p:spPr>
          <a:xfrm>
            <a:off x="1042100" y="1944523"/>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30" name="Google Shape;1230;p67"/>
          <p:cNvSpPr txBox="1"/>
          <p:nvPr/>
        </p:nvSpPr>
        <p:spPr>
          <a:xfrm>
            <a:off x="1042100" y="882449"/>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cxnSp>
        <p:nvCxnSpPr>
          <p:cNvPr id="1231" name="Google Shape;1231;p67"/>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232" name="Google Shape;1232;p6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33" name="Google Shape;1233;p67"/>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34" name="Google Shape;1234;p67"/>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35" name="Google Shape;1235;p67"/>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236" name="Google Shape;1236;p67"/>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237" name="Google Shape;1237;p67"/>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238" name="Google Shape;1238;p67"/>
          <p:cNvSpPr txBox="1"/>
          <p:nvPr>
            <p:ph idx="5" type="subTitle"/>
          </p:nvPr>
        </p:nvSpPr>
        <p:spPr>
          <a:xfrm>
            <a:off x="1042088" y="882450"/>
            <a:ext cx="1985100" cy="1067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39" name="Google Shape;1239;p67"/>
          <p:cNvSpPr txBox="1"/>
          <p:nvPr>
            <p:ph idx="6" type="subTitle"/>
          </p:nvPr>
        </p:nvSpPr>
        <p:spPr>
          <a:xfrm>
            <a:off x="1042088" y="1949550"/>
            <a:ext cx="1985100" cy="10632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40" name="Google Shape;1240;p67"/>
          <p:cNvSpPr txBox="1"/>
          <p:nvPr>
            <p:ph idx="7" type="subTitle"/>
          </p:nvPr>
        </p:nvSpPr>
        <p:spPr>
          <a:xfrm>
            <a:off x="1042088" y="3008275"/>
            <a:ext cx="1985100" cy="1073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41" name="Google Shape;1241;p67"/>
          <p:cNvSpPr txBox="1"/>
          <p:nvPr>
            <p:ph idx="8" type="subTitle"/>
          </p:nvPr>
        </p:nvSpPr>
        <p:spPr>
          <a:xfrm>
            <a:off x="1042088" y="4082950"/>
            <a:ext cx="1985100" cy="10605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2"/>
        </a:solidFill>
      </p:bgPr>
    </p:bg>
    <p:spTree>
      <p:nvGrpSpPr>
        <p:cNvPr id="1242" name="Shape 1242"/>
        <p:cNvGrpSpPr/>
        <p:nvPr/>
      </p:nvGrpSpPr>
      <p:grpSpPr>
        <a:xfrm>
          <a:off x="0" y="0"/>
          <a:ext cx="0" cy="0"/>
          <a:chOff x="0" y="0"/>
          <a:chExt cx="0" cy="0"/>
        </a:xfrm>
      </p:grpSpPr>
      <p:grpSp>
        <p:nvGrpSpPr>
          <p:cNvPr id="1243" name="Google Shape;1243;p68"/>
          <p:cNvGrpSpPr/>
          <p:nvPr/>
        </p:nvGrpSpPr>
        <p:grpSpPr>
          <a:xfrm rot="5400000">
            <a:off x="593777" y="1244198"/>
            <a:ext cx="369896" cy="333900"/>
            <a:chOff x="96076" y="654376"/>
            <a:chExt cx="369896" cy="333900"/>
          </a:xfrm>
        </p:grpSpPr>
        <p:cxnSp>
          <p:nvCxnSpPr>
            <p:cNvPr id="1244" name="Google Shape;1244;p6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45" name="Google Shape;1245;p6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46" name="Google Shape;1246;p6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47" name="Google Shape;1247;p68"/>
          <p:cNvGrpSpPr/>
          <p:nvPr/>
        </p:nvGrpSpPr>
        <p:grpSpPr>
          <a:xfrm rot="5400000">
            <a:off x="593790" y="2286698"/>
            <a:ext cx="369896" cy="333900"/>
            <a:chOff x="96076" y="654376"/>
            <a:chExt cx="369896" cy="333900"/>
          </a:xfrm>
        </p:grpSpPr>
        <p:cxnSp>
          <p:nvCxnSpPr>
            <p:cNvPr id="1248" name="Google Shape;1248;p6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49" name="Google Shape;1249;p6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50" name="Google Shape;1250;p6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51" name="Google Shape;1251;p68"/>
          <p:cNvGrpSpPr/>
          <p:nvPr/>
        </p:nvGrpSpPr>
        <p:grpSpPr>
          <a:xfrm rot="5400000">
            <a:off x="593777" y="4371698"/>
            <a:ext cx="369896" cy="333900"/>
            <a:chOff x="96076" y="654376"/>
            <a:chExt cx="369896" cy="333900"/>
          </a:xfrm>
        </p:grpSpPr>
        <p:cxnSp>
          <p:nvCxnSpPr>
            <p:cNvPr id="1252" name="Google Shape;1252;p6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53" name="Google Shape;1253;p6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54" name="Google Shape;1254;p6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grpSp>
        <p:nvGrpSpPr>
          <p:cNvPr id="1255" name="Google Shape;1255;p68"/>
          <p:cNvGrpSpPr/>
          <p:nvPr/>
        </p:nvGrpSpPr>
        <p:grpSpPr>
          <a:xfrm rot="5400000">
            <a:off x="593765" y="3328603"/>
            <a:ext cx="369896" cy="333900"/>
            <a:chOff x="96076" y="654376"/>
            <a:chExt cx="369896" cy="333900"/>
          </a:xfrm>
        </p:grpSpPr>
        <p:cxnSp>
          <p:nvCxnSpPr>
            <p:cNvPr id="1256" name="Google Shape;1256;p68"/>
            <p:cNvCxnSpPr/>
            <p:nvPr/>
          </p:nvCxnSpPr>
          <p:spPr>
            <a:xfrm rot="5400000">
              <a:off x="113975" y="821326"/>
              <a:ext cx="333900" cy="0"/>
            </a:xfrm>
            <a:prstGeom prst="straightConnector1">
              <a:avLst/>
            </a:prstGeom>
            <a:noFill/>
            <a:ln cap="flat" cmpd="sng" w="19050">
              <a:solidFill>
                <a:schemeClr val="accent1"/>
              </a:solidFill>
              <a:prstDash val="solid"/>
              <a:round/>
              <a:headEnd len="sm" w="sm" type="none"/>
              <a:tailEnd len="sm" w="sm" type="none"/>
            </a:ln>
          </p:spPr>
        </p:cxnSp>
        <p:sp>
          <p:nvSpPr>
            <p:cNvPr id="1257" name="Google Shape;1257;p68"/>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1258" name="Google Shape;1258;p68"/>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grpSp>
      <p:sp>
        <p:nvSpPr>
          <p:cNvPr id="1259" name="Google Shape;1259;p68"/>
          <p:cNvSpPr txBox="1"/>
          <p:nvPr>
            <p:ph idx="1" type="body"/>
          </p:nvPr>
        </p:nvSpPr>
        <p:spPr>
          <a:xfrm>
            <a:off x="3166350" y="1128995"/>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60" name="Google Shape;1260;p68"/>
          <p:cNvSpPr txBox="1"/>
          <p:nvPr>
            <p:ph idx="2" type="body"/>
          </p:nvPr>
        </p:nvSpPr>
        <p:spPr>
          <a:xfrm>
            <a:off x="3166350" y="2191967"/>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61" name="Google Shape;1261;p68"/>
          <p:cNvSpPr txBox="1"/>
          <p:nvPr>
            <p:ph idx="3" type="body"/>
          </p:nvPr>
        </p:nvSpPr>
        <p:spPr>
          <a:xfrm>
            <a:off x="3166350" y="3260843"/>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262" name="Google Shape;1262;p68"/>
          <p:cNvSpPr txBox="1"/>
          <p:nvPr>
            <p:ph idx="4" type="body"/>
          </p:nvPr>
        </p:nvSpPr>
        <p:spPr>
          <a:xfrm>
            <a:off x="3165075" y="4322928"/>
            <a:ext cx="5457600" cy="816300"/>
          </a:xfrm>
          <a:prstGeom prst="rect">
            <a:avLst/>
          </a:prstGeom>
        </p:spPr>
        <p:txBody>
          <a:bodyPr anchorCtr="0" anchor="t" bIns="0" lIns="274300" spcFirstLastPara="1" rIns="182875" wrap="square" tIns="0">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263" name="Google Shape;1263;p68"/>
          <p:cNvSpPr txBox="1"/>
          <p:nvPr/>
        </p:nvSpPr>
        <p:spPr>
          <a:xfrm>
            <a:off x="1042100" y="4076382"/>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64" name="Google Shape;1264;p68"/>
          <p:cNvSpPr txBox="1"/>
          <p:nvPr/>
        </p:nvSpPr>
        <p:spPr>
          <a:xfrm>
            <a:off x="1042100" y="3014307"/>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65" name="Google Shape;1265;p68"/>
          <p:cNvSpPr txBox="1"/>
          <p:nvPr/>
        </p:nvSpPr>
        <p:spPr>
          <a:xfrm>
            <a:off x="1042100" y="1944523"/>
            <a:ext cx="1985100" cy="1067100"/>
          </a:xfrm>
          <a:prstGeom prst="rect">
            <a:avLst/>
          </a:prstGeom>
          <a:solidFill>
            <a:schemeClr val="dk1"/>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sp>
        <p:nvSpPr>
          <p:cNvPr id="1266" name="Google Shape;1266;p68"/>
          <p:cNvSpPr txBox="1"/>
          <p:nvPr/>
        </p:nvSpPr>
        <p:spPr>
          <a:xfrm>
            <a:off x="1042100" y="882449"/>
            <a:ext cx="1985100" cy="1067100"/>
          </a:xfrm>
          <a:prstGeom prst="rect">
            <a:avLst/>
          </a:prstGeom>
          <a:solidFill>
            <a:schemeClr val="lt2"/>
          </a:solidFill>
          <a:ln>
            <a:noFill/>
          </a:ln>
        </p:spPr>
        <p:txBody>
          <a:bodyPr anchorCtr="0" anchor="b" bIns="365750" lIns="182875" spcFirstLastPara="1" rIns="182875" wrap="square" tIns="91425">
            <a:normAutofit/>
          </a:bodyPr>
          <a:lstStyle/>
          <a:p>
            <a:pPr indent="0" lvl="0" marL="0" rtl="0" algn="l">
              <a:lnSpc>
                <a:spcPct val="115000"/>
              </a:lnSpc>
              <a:spcBef>
                <a:spcPts val="0"/>
              </a:spcBef>
              <a:spcAft>
                <a:spcPts val="0"/>
              </a:spcAft>
              <a:buSzPts val="1000"/>
              <a:buNone/>
            </a:pPr>
            <a:r>
              <a:t/>
            </a:r>
            <a:endParaRPr sz="1000">
              <a:solidFill>
                <a:schemeClr val="lt1"/>
              </a:solidFill>
              <a:latin typeface="Inter Light"/>
              <a:ea typeface="Inter Light"/>
              <a:cs typeface="Inter Light"/>
              <a:sym typeface="Inter Light"/>
            </a:endParaRPr>
          </a:p>
        </p:txBody>
      </p:sp>
      <p:cxnSp>
        <p:nvCxnSpPr>
          <p:cNvPr id="1267" name="Google Shape;1267;p68"/>
          <p:cNvCxnSpPr/>
          <p:nvPr/>
        </p:nvCxnSpPr>
        <p:spPr>
          <a:xfrm>
            <a:off x="1042100" y="334900"/>
            <a:ext cx="8102400" cy="0"/>
          </a:xfrm>
          <a:prstGeom prst="straightConnector1">
            <a:avLst/>
          </a:prstGeom>
          <a:noFill/>
          <a:ln cap="flat" cmpd="sng" w="9525">
            <a:solidFill>
              <a:schemeClr val="lt1"/>
            </a:solidFill>
            <a:prstDash val="solid"/>
            <a:round/>
            <a:headEnd len="sm" w="sm" type="none"/>
            <a:tailEnd len="sm" w="sm" type="none"/>
          </a:ln>
        </p:spPr>
      </p:cxnSp>
      <p:cxnSp>
        <p:nvCxnSpPr>
          <p:cNvPr id="1268" name="Google Shape;1268;p6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69" name="Google Shape;1269;p68"/>
          <p:cNvCxnSpPr/>
          <p:nvPr/>
        </p:nvCxnSpPr>
        <p:spPr>
          <a:xfrm>
            <a:off x="5153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70" name="Google Shape;1270;p68"/>
          <p:cNvCxnSpPr/>
          <p:nvPr/>
        </p:nvCxnSpPr>
        <p:spPr>
          <a:xfrm>
            <a:off x="104210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71" name="Google Shape;1271;p68"/>
          <p:cNvCxnSpPr/>
          <p:nvPr/>
        </p:nvCxnSpPr>
        <p:spPr>
          <a:xfrm>
            <a:off x="8623975" y="-200"/>
            <a:ext cx="0" cy="5143500"/>
          </a:xfrm>
          <a:prstGeom prst="straightConnector1">
            <a:avLst/>
          </a:prstGeom>
          <a:noFill/>
          <a:ln cap="flat" cmpd="sng" w="9525">
            <a:solidFill>
              <a:schemeClr val="lt1"/>
            </a:solidFill>
            <a:prstDash val="solid"/>
            <a:round/>
            <a:headEnd len="sm" w="sm" type="none"/>
            <a:tailEnd len="sm" w="sm" type="none"/>
          </a:ln>
        </p:spPr>
      </p:cxnSp>
      <p:cxnSp>
        <p:nvCxnSpPr>
          <p:cNvPr id="1272" name="Google Shape;1272;p68"/>
          <p:cNvCxnSpPr/>
          <p:nvPr/>
        </p:nvCxnSpPr>
        <p:spPr>
          <a:xfrm>
            <a:off x="1042100" y="882400"/>
            <a:ext cx="7581900" cy="0"/>
          </a:xfrm>
          <a:prstGeom prst="straightConnector1">
            <a:avLst/>
          </a:prstGeom>
          <a:noFill/>
          <a:ln cap="flat" cmpd="sng" w="9525">
            <a:solidFill>
              <a:schemeClr val="lt1"/>
            </a:solidFill>
            <a:prstDash val="solid"/>
            <a:round/>
            <a:headEnd len="sm" w="sm" type="none"/>
            <a:tailEnd len="sm" w="sm" type="none"/>
          </a:ln>
        </p:spPr>
      </p:cxnSp>
      <p:sp>
        <p:nvSpPr>
          <p:cNvPr id="1273" name="Google Shape;1273;p68"/>
          <p:cNvSpPr txBox="1"/>
          <p:nvPr>
            <p:ph type="title"/>
          </p:nvPr>
        </p:nvSpPr>
        <p:spPr>
          <a:xfrm flipH="1">
            <a:off x="1046175" y="334951"/>
            <a:ext cx="7576500" cy="547500"/>
          </a:xfrm>
          <a:prstGeom prst="rect">
            <a:avLst/>
          </a:prstGeom>
        </p:spPr>
        <p:txBody>
          <a:bodyPr anchorCtr="0" anchor="ctr" bIns="91425" lIns="274300" spcFirstLastPara="1" rIns="91425" wrap="square" tIns="91425">
            <a:normAutofit/>
          </a:bodyPr>
          <a:lstStyle>
            <a:lvl1pPr lvl="0">
              <a:lnSpc>
                <a:spcPct val="100000"/>
              </a:lnSpc>
              <a:spcBef>
                <a:spcPts val="0"/>
              </a:spcBef>
              <a:spcAft>
                <a:spcPts val="0"/>
              </a:spcAft>
              <a:buClr>
                <a:schemeClr val="lt1"/>
              </a:buClr>
              <a:buSzPts val="2400"/>
              <a:buNone/>
              <a:defRPr sz="2400"/>
            </a:lvl1pPr>
            <a:lvl2pPr lvl="1">
              <a:lnSpc>
                <a:spcPct val="100000"/>
              </a:lnSpc>
              <a:spcBef>
                <a:spcPts val="0"/>
              </a:spcBef>
              <a:spcAft>
                <a:spcPts val="0"/>
              </a:spcAft>
              <a:buClr>
                <a:schemeClr val="lt1"/>
              </a:buClr>
              <a:buSzPts val="2400"/>
              <a:buNone/>
              <a:defRPr sz="2400"/>
            </a:lvl2pPr>
            <a:lvl3pPr lvl="2">
              <a:lnSpc>
                <a:spcPct val="100000"/>
              </a:lnSpc>
              <a:spcBef>
                <a:spcPts val="0"/>
              </a:spcBef>
              <a:spcAft>
                <a:spcPts val="0"/>
              </a:spcAft>
              <a:buClr>
                <a:schemeClr val="lt1"/>
              </a:buClr>
              <a:buSzPts val="2400"/>
              <a:buNone/>
              <a:defRPr sz="2400"/>
            </a:lvl3pPr>
            <a:lvl4pPr lvl="3">
              <a:lnSpc>
                <a:spcPct val="100000"/>
              </a:lnSpc>
              <a:spcBef>
                <a:spcPts val="0"/>
              </a:spcBef>
              <a:spcAft>
                <a:spcPts val="0"/>
              </a:spcAft>
              <a:buClr>
                <a:schemeClr val="lt1"/>
              </a:buClr>
              <a:buSzPts val="2400"/>
              <a:buNone/>
              <a:defRPr sz="2400"/>
            </a:lvl4pPr>
            <a:lvl5pPr lvl="4">
              <a:lnSpc>
                <a:spcPct val="100000"/>
              </a:lnSpc>
              <a:spcBef>
                <a:spcPts val="0"/>
              </a:spcBef>
              <a:spcAft>
                <a:spcPts val="0"/>
              </a:spcAft>
              <a:buClr>
                <a:schemeClr val="lt1"/>
              </a:buClr>
              <a:buSzPts val="2400"/>
              <a:buNone/>
              <a:defRPr sz="2400"/>
            </a:lvl5pPr>
            <a:lvl6pPr lvl="5">
              <a:lnSpc>
                <a:spcPct val="100000"/>
              </a:lnSpc>
              <a:spcBef>
                <a:spcPts val="0"/>
              </a:spcBef>
              <a:spcAft>
                <a:spcPts val="0"/>
              </a:spcAft>
              <a:buClr>
                <a:schemeClr val="lt1"/>
              </a:buClr>
              <a:buSzPts val="2400"/>
              <a:buNone/>
              <a:defRPr sz="2400"/>
            </a:lvl6pPr>
            <a:lvl7pPr lvl="6">
              <a:lnSpc>
                <a:spcPct val="100000"/>
              </a:lnSpc>
              <a:spcBef>
                <a:spcPts val="0"/>
              </a:spcBef>
              <a:spcAft>
                <a:spcPts val="0"/>
              </a:spcAft>
              <a:buClr>
                <a:schemeClr val="lt1"/>
              </a:buClr>
              <a:buSzPts val="2400"/>
              <a:buNone/>
              <a:defRPr sz="2400"/>
            </a:lvl7pPr>
            <a:lvl8pPr lvl="7">
              <a:lnSpc>
                <a:spcPct val="100000"/>
              </a:lnSpc>
              <a:spcBef>
                <a:spcPts val="0"/>
              </a:spcBef>
              <a:spcAft>
                <a:spcPts val="0"/>
              </a:spcAft>
              <a:buClr>
                <a:schemeClr val="lt1"/>
              </a:buClr>
              <a:buSzPts val="2400"/>
              <a:buNone/>
              <a:defRPr sz="2400"/>
            </a:lvl8pPr>
            <a:lvl9pPr lvl="8">
              <a:lnSpc>
                <a:spcPct val="100000"/>
              </a:lnSpc>
              <a:spcBef>
                <a:spcPts val="0"/>
              </a:spcBef>
              <a:spcAft>
                <a:spcPts val="0"/>
              </a:spcAft>
              <a:buClr>
                <a:schemeClr val="lt1"/>
              </a:buClr>
              <a:buSzPts val="2400"/>
              <a:buNone/>
              <a:defRPr sz="2400"/>
            </a:lvl9pPr>
          </a:lstStyle>
          <a:p/>
        </p:txBody>
      </p:sp>
      <p:sp>
        <p:nvSpPr>
          <p:cNvPr id="1274" name="Google Shape;1274;p68"/>
          <p:cNvSpPr txBox="1"/>
          <p:nvPr>
            <p:ph idx="5" type="subTitle"/>
          </p:nvPr>
        </p:nvSpPr>
        <p:spPr>
          <a:xfrm>
            <a:off x="1042100" y="882450"/>
            <a:ext cx="1985100" cy="1067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75" name="Google Shape;1275;p68"/>
          <p:cNvSpPr txBox="1"/>
          <p:nvPr>
            <p:ph idx="6" type="subTitle"/>
          </p:nvPr>
        </p:nvSpPr>
        <p:spPr>
          <a:xfrm>
            <a:off x="1042100" y="1949550"/>
            <a:ext cx="1985100" cy="10632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76" name="Google Shape;1276;p68"/>
          <p:cNvSpPr txBox="1"/>
          <p:nvPr>
            <p:ph idx="7" type="subTitle"/>
          </p:nvPr>
        </p:nvSpPr>
        <p:spPr>
          <a:xfrm>
            <a:off x="1042100" y="3008275"/>
            <a:ext cx="1985100" cy="10731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77" name="Google Shape;1277;p68"/>
          <p:cNvSpPr txBox="1"/>
          <p:nvPr>
            <p:ph idx="8" type="subTitle"/>
          </p:nvPr>
        </p:nvSpPr>
        <p:spPr>
          <a:xfrm>
            <a:off x="1042100" y="4082950"/>
            <a:ext cx="1985100" cy="1060500"/>
          </a:xfrm>
          <a:prstGeom prst="rect">
            <a:avLst/>
          </a:prstGeom>
        </p:spPr>
        <p:txBody>
          <a:bodyPr anchorCtr="0" anchor="ctr" bIns="91425" lIns="274300" spcFirstLastPara="1" rIns="182875" wrap="square" tIns="91425">
            <a:noAutofit/>
          </a:bodyPr>
          <a:lstStyle>
            <a:lvl1pPr lvl="0">
              <a:lnSpc>
                <a:spcPct val="100000"/>
              </a:lnSpc>
              <a:spcBef>
                <a:spcPts val="0"/>
              </a:spcBef>
              <a:spcAft>
                <a:spcPts val="0"/>
              </a:spcAft>
              <a:buSzPts val="1800"/>
              <a:buFont typeface="Gowun Batang"/>
              <a:buNone/>
              <a:defRPr sz="1800">
                <a:latin typeface="Gowun Batang"/>
                <a:ea typeface="Gowun Batang"/>
                <a:cs typeface="Gowun Batang"/>
                <a:sym typeface="Gowun Batang"/>
              </a:defRPr>
            </a:lvl1pPr>
            <a:lvl2pPr lvl="1">
              <a:lnSpc>
                <a:spcPct val="100000"/>
              </a:lnSpc>
              <a:spcBef>
                <a:spcPts val="800"/>
              </a:spcBef>
              <a:spcAft>
                <a:spcPts val="0"/>
              </a:spcAft>
              <a:buSzPts val="1800"/>
              <a:buFont typeface="Gowun Batang"/>
              <a:buNone/>
              <a:defRPr sz="1800">
                <a:latin typeface="Gowun Batang"/>
                <a:ea typeface="Gowun Batang"/>
                <a:cs typeface="Gowun Batang"/>
                <a:sym typeface="Gowun Batang"/>
              </a:defRPr>
            </a:lvl2pPr>
            <a:lvl3pPr lvl="2">
              <a:lnSpc>
                <a:spcPct val="100000"/>
              </a:lnSpc>
              <a:spcBef>
                <a:spcPts val="800"/>
              </a:spcBef>
              <a:spcAft>
                <a:spcPts val="0"/>
              </a:spcAft>
              <a:buSzPts val="1800"/>
              <a:buFont typeface="Gowun Batang"/>
              <a:buNone/>
              <a:defRPr sz="1800">
                <a:latin typeface="Gowun Batang"/>
                <a:ea typeface="Gowun Batang"/>
                <a:cs typeface="Gowun Batang"/>
                <a:sym typeface="Gowun Batang"/>
              </a:defRPr>
            </a:lvl3pPr>
            <a:lvl4pPr lvl="3">
              <a:lnSpc>
                <a:spcPct val="100000"/>
              </a:lnSpc>
              <a:spcBef>
                <a:spcPts val="800"/>
              </a:spcBef>
              <a:spcAft>
                <a:spcPts val="0"/>
              </a:spcAft>
              <a:buSzPts val="1800"/>
              <a:buFont typeface="Gowun Batang"/>
              <a:buNone/>
              <a:defRPr sz="1800">
                <a:latin typeface="Gowun Batang"/>
                <a:ea typeface="Gowun Batang"/>
                <a:cs typeface="Gowun Batang"/>
                <a:sym typeface="Gowun Batang"/>
              </a:defRPr>
            </a:lvl4pPr>
            <a:lvl5pPr lvl="4">
              <a:lnSpc>
                <a:spcPct val="100000"/>
              </a:lnSpc>
              <a:spcBef>
                <a:spcPts val="800"/>
              </a:spcBef>
              <a:spcAft>
                <a:spcPts val="0"/>
              </a:spcAft>
              <a:buSzPts val="1800"/>
              <a:buFont typeface="Gowun Batang"/>
              <a:buNone/>
              <a:defRPr sz="1800">
                <a:latin typeface="Gowun Batang"/>
                <a:ea typeface="Gowun Batang"/>
                <a:cs typeface="Gowun Batang"/>
                <a:sym typeface="Gowun Batang"/>
              </a:defRPr>
            </a:lvl5pPr>
            <a:lvl6pPr lvl="5">
              <a:lnSpc>
                <a:spcPct val="100000"/>
              </a:lnSpc>
              <a:spcBef>
                <a:spcPts val="800"/>
              </a:spcBef>
              <a:spcAft>
                <a:spcPts val="0"/>
              </a:spcAft>
              <a:buSzPts val="1800"/>
              <a:buFont typeface="Gowun Batang"/>
              <a:buNone/>
              <a:defRPr sz="1800">
                <a:latin typeface="Gowun Batang"/>
                <a:ea typeface="Gowun Batang"/>
                <a:cs typeface="Gowun Batang"/>
                <a:sym typeface="Gowun Batang"/>
              </a:defRPr>
            </a:lvl6pPr>
            <a:lvl7pPr lvl="6">
              <a:lnSpc>
                <a:spcPct val="100000"/>
              </a:lnSpc>
              <a:spcBef>
                <a:spcPts val="800"/>
              </a:spcBef>
              <a:spcAft>
                <a:spcPts val="0"/>
              </a:spcAft>
              <a:buSzPts val="1800"/>
              <a:buFont typeface="Gowun Batang"/>
              <a:buNone/>
              <a:defRPr sz="1800">
                <a:latin typeface="Gowun Batang"/>
                <a:ea typeface="Gowun Batang"/>
                <a:cs typeface="Gowun Batang"/>
                <a:sym typeface="Gowun Batang"/>
              </a:defRPr>
            </a:lvl7pPr>
            <a:lvl8pPr lvl="7">
              <a:lnSpc>
                <a:spcPct val="100000"/>
              </a:lnSpc>
              <a:spcBef>
                <a:spcPts val="800"/>
              </a:spcBef>
              <a:spcAft>
                <a:spcPts val="0"/>
              </a:spcAft>
              <a:buSzPts val="1800"/>
              <a:buFont typeface="Gowun Batang"/>
              <a:buNone/>
              <a:defRPr sz="1800">
                <a:latin typeface="Gowun Batang"/>
                <a:ea typeface="Gowun Batang"/>
                <a:cs typeface="Gowun Batang"/>
                <a:sym typeface="Gowun Batang"/>
              </a:defRPr>
            </a:lvl8pPr>
            <a:lvl9pPr lvl="8">
              <a:lnSpc>
                <a:spcPct val="100000"/>
              </a:lnSpc>
              <a:spcBef>
                <a:spcPts val="800"/>
              </a:spcBef>
              <a:spcAft>
                <a:spcPts val="800"/>
              </a:spcAft>
              <a:buSzPts val="1800"/>
              <a:buFont typeface="Gowun Batang"/>
              <a:buNone/>
              <a:defRPr sz="1800">
                <a:latin typeface="Gowun Batang"/>
                <a:ea typeface="Gowun Batang"/>
                <a:cs typeface="Gowun Batang"/>
                <a:sym typeface="Gowun Batang"/>
              </a:defRPr>
            </a:lvl9pPr>
          </a:lstStyle>
          <a:p/>
        </p:txBody>
      </p:sp>
      <p:sp>
        <p:nvSpPr>
          <p:cNvPr id="1278" name="Google Shape;1278;p68"/>
          <p:cNvSpPr txBox="1"/>
          <p:nvPr>
            <p:ph idx="9" type="subTitle"/>
          </p:nvPr>
        </p:nvSpPr>
        <p:spPr>
          <a:xfrm>
            <a:off x="10364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279" name="Google Shape;1279;p68"/>
          <p:cNvSpPr txBox="1"/>
          <p:nvPr>
            <p:ph idx="1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280" name="Google Shape;1280;p68"/>
          <p:cNvSpPr txBox="1"/>
          <p:nvPr>
            <p:ph idx="14"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BLANK_1_1_1_1_1_1_1_1_1_1_1_1_1_1_1_1">
    <p:bg>
      <p:bgPr>
        <a:solidFill>
          <a:schemeClr val="lt2"/>
        </a:solidFill>
      </p:bgPr>
    </p:bg>
    <p:spTree>
      <p:nvGrpSpPr>
        <p:cNvPr id="1281" name="Shape 1281"/>
        <p:cNvGrpSpPr/>
        <p:nvPr/>
      </p:nvGrpSpPr>
      <p:grpSpPr>
        <a:xfrm>
          <a:off x="0" y="0"/>
          <a:ext cx="0" cy="0"/>
          <a:chOff x="0" y="0"/>
          <a:chExt cx="0" cy="0"/>
        </a:xfrm>
      </p:grpSpPr>
      <p:sp>
        <p:nvSpPr>
          <p:cNvPr id="1282" name="Google Shape;1282;p69"/>
          <p:cNvSpPr/>
          <p:nvPr>
            <p:ph idx="2" type="pic"/>
          </p:nvPr>
        </p:nvSpPr>
        <p:spPr>
          <a:xfrm>
            <a:off x="1408925" y="1186475"/>
            <a:ext cx="6585900" cy="3497400"/>
          </a:xfrm>
          <a:prstGeom prst="roundRect">
            <a:avLst>
              <a:gd fmla="val 6865" name="adj"/>
            </a:avLst>
          </a:prstGeom>
          <a:noFill/>
          <a:ln>
            <a:noFill/>
          </a:ln>
        </p:spPr>
      </p:sp>
      <p:sp>
        <p:nvSpPr>
          <p:cNvPr id="1283" name="Google Shape;1283;p69"/>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284" name="Google Shape;1284;p69"/>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85" name="Google Shape;1285;p69"/>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286" name="Google Shape;1286;p69"/>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87" name="Google Shape;1287;p69"/>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88" name="Google Shape;1288;p69"/>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1">
  <p:cSld name="BLANK_1_1_1_1_1_1_1_1_1_1_1_1_1_1_1_1_2">
    <p:bg>
      <p:bgPr>
        <a:solidFill>
          <a:schemeClr val="lt2"/>
        </a:solidFill>
      </p:bgPr>
    </p:bg>
    <p:spTree>
      <p:nvGrpSpPr>
        <p:cNvPr id="1289" name="Shape 1289"/>
        <p:cNvGrpSpPr/>
        <p:nvPr/>
      </p:nvGrpSpPr>
      <p:grpSpPr>
        <a:xfrm>
          <a:off x="0" y="0"/>
          <a:ext cx="0" cy="0"/>
          <a:chOff x="0" y="0"/>
          <a:chExt cx="0" cy="0"/>
        </a:xfrm>
      </p:grpSpPr>
      <p:sp>
        <p:nvSpPr>
          <p:cNvPr id="1290" name="Google Shape;1290;p70"/>
          <p:cNvSpPr/>
          <p:nvPr>
            <p:ph idx="2" type="pic"/>
          </p:nvPr>
        </p:nvSpPr>
        <p:spPr>
          <a:xfrm>
            <a:off x="1408925" y="1186475"/>
            <a:ext cx="6585900" cy="3497400"/>
          </a:xfrm>
          <a:prstGeom prst="roundRect">
            <a:avLst>
              <a:gd fmla="val 6865" name="adj"/>
            </a:avLst>
          </a:prstGeom>
          <a:noFill/>
          <a:ln>
            <a:noFill/>
          </a:ln>
        </p:spPr>
      </p:sp>
      <p:sp>
        <p:nvSpPr>
          <p:cNvPr id="1291" name="Google Shape;1291;p70"/>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292" name="Google Shape;1292;p70"/>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293" name="Google Shape;1293;p70"/>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294" name="Google Shape;1294;p70"/>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95" name="Google Shape;1295;p70"/>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296" name="Google Shape;1296;p70"/>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297" name="Google Shape;1297;p70"/>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298" name="Google Shape;1298;p70"/>
          <p:cNvSpPr txBox="1"/>
          <p:nvPr>
            <p:ph idx="3"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299" name="Google Shape;1299;p70"/>
          <p:cNvSpPr txBox="1"/>
          <p:nvPr>
            <p:ph idx="4"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BLANK_1_1_1_1_1_1_1_1_1_1_1_1_1_1_1_1_1">
    <p:bg>
      <p:bgPr>
        <a:solidFill>
          <a:schemeClr val="lt2"/>
        </a:solidFill>
      </p:bgPr>
    </p:bg>
    <p:spTree>
      <p:nvGrpSpPr>
        <p:cNvPr id="1300" name="Shape 1300"/>
        <p:cNvGrpSpPr/>
        <p:nvPr/>
      </p:nvGrpSpPr>
      <p:grpSpPr>
        <a:xfrm>
          <a:off x="0" y="0"/>
          <a:ext cx="0" cy="0"/>
          <a:chOff x="0" y="0"/>
          <a:chExt cx="0" cy="0"/>
        </a:xfrm>
      </p:grpSpPr>
      <p:sp>
        <p:nvSpPr>
          <p:cNvPr id="1301" name="Google Shape;1301;p71"/>
          <p:cNvSpPr/>
          <p:nvPr>
            <p:ph idx="2" type="pic"/>
          </p:nvPr>
        </p:nvSpPr>
        <p:spPr>
          <a:xfrm>
            <a:off x="779675" y="1186481"/>
            <a:ext cx="3819900" cy="2148900"/>
          </a:xfrm>
          <a:prstGeom prst="roundRect">
            <a:avLst>
              <a:gd fmla="val 6865" name="adj"/>
            </a:avLst>
          </a:prstGeom>
          <a:noFill/>
          <a:ln>
            <a:noFill/>
          </a:ln>
        </p:spPr>
      </p:sp>
      <p:sp>
        <p:nvSpPr>
          <p:cNvPr id="1302" name="Google Shape;1302;p71"/>
          <p:cNvSpPr/>
          <p:nvPr>
            <p:ph idx="3" type="pic"/>
          </p:nvPr>
        </p:nvSpPr>
        <p:spPr>
          <a:xfrm>
            <a:off x="4798950" y="1186481"/>
            <a:ext cx="3819900" cy="2148900"/>
          </a:xfrm>
          <a:prstGeom prst="roundRect">
            <a:avLst>
              <a:gd fmla="val 6865" name="adj"/>
            </a:avLst>
          </a:prstGeom>
          <a:noFill/>
          <a:ln>
            <a:noFill/>
          </a:ln>
        </p:spPr>
      </p:sp>
      <p:sp>
        <p:nvSpPr>
          <p:cNvPr id="1303" name="Google Shape;1303;p71"/>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04" name="Google Shape;1304;p71"/>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05" name="Google Shape;1305;p71"/>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06" name="Google Shape;1306;p71"/>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07" name="Google Shape;1307;p71"/>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08" name="Google Shape;1308;p71"/>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09" name="Google Shape;1309;p71"/>
          <p:cNvSpPr txBox="1"/>
          <p:nvPr>
            <p:ph idx="1" type="body"/>
          </p:nvPr>
        </p:nvSpPr>
        <p:spPr>
          <a:xfrm>
            <a:off x="774225"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10" name="Google Shape;1310;p71"/>
          <p:cNvSpPr txBox="1"/>
          <p:nvPr>
            <p:ph idx="4" type="body"/>
          </p:nvPr>
        </p:nvSpPr>
        <p:spPr>
          <a:xfrm>
            <a:off x="4796213"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11" name="Google Shape;1311;p71"/>
          <p:cNvSpPr txBox="1"/>
          <p:nvPr>
            <p:ph idx="5" type="subTitle"/>
          </p:nvPr>
        </p:nvSpPr>
        <p:spPr>
          <a:xfrm>
            <a:off x="77965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
        <p:nvSpPr>
          <p:cNvPr id="1312" name="Google Shape;1312;p71"/>
          <p:cNvSpPr txBox="1"/>
          <p:nvPr>
            <p:ph idx="6" type="subTitle"/>
          </p:nvPr>
        </p:nvSpPr>
        <p:spPr>
          <a:xfrm>
            <a:off x="480170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 ALT 1">
  <p:cSld name="BLANK_1_1_1_1_1_1_1_1_1_1_1_1_1_1_1_1_1_2">
    <p:bg>
      <p:bgPr>
        <a:solidFill>
          <a:schemeClr val="lt2"/>
        </a:solidFill>
      </p:bgPr>
    </p:bg>
    <p:spTree>
      <p:nvGrpSpPr>
        <p:cNvPr id="1313" name="Shape 1313"/>
        <p:cNvGrpSpPr/>
        <p:nvPr/>
      </p:nvGrpSpPr>
      <p:grpSpPr>
        <a:xfrm>
          <a:off x="0" y="0"/>
          <a:ext cx="0" cy="0"/>
          <a:chOff x="0" y="0"/>
          <a:chExt cx="0" cy="0"/>
        </a:xfrm>
      </p:grpSpPr>
      <p:sp>
        <p:nvSpPr>
          <p:cNvPr id="1314" name="Google Shape;1314;p72"/>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15" name="Google Shape;1315;p72"/>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16" name="Google Shape;1316;p72"/>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17" name="Google Shape;1317;p72"/>
          <p:cNvSpPr/>
          <p:nvPr>
            <p:ph idx="4" type="pic"/>
          </p:nvPr>
        </p:nvSpPr>
        <p:spPr>
          <a:xfrm>
            <a:off x="779675" y="1186481"/>
            <a:ext cx="3819900" cy="2148900"/>
          </a:xfrm>
          <a:prstGeom prst="roundRect">
            <a:avLst>
              <a:gd fmla="val 6865" name="adj"/>
            </a:avLst>
          </a:prstGeom>
          <a:noFill/>
          <a:ln>
            <a:noFill/>
          </a:ln>
        </p:spPr>
      </p:sp>
      <p:sp>
        <p:nvSpPr>
          <p:cNvPr id="1318" name="Google Shape;1318;p72"/>
          <p:cNvSpPr/>
          <p:nvPr>
            <p:ph idx="5" type="pic"/>
          </p:nvPr>
        </p:nvSpPr>
        <p:spPr>
          <a:xfrm>
            <a:off x="4798950" y="1186481"/>
            <a:ext cx="3819900" cy="2148900"/>
          </a:xfrm>
          <a:prstGeom prst="roundRect">
            <a:avLst>
              <a:gd fmla="val 6865" name="adj"/>
            </a:avLst>
          </a:prstGeom>
          <a:noFill/>
          <a:ln>
            <a:noFill/>
          </a:ln>
        </p:spPr>
      </p:sp>
      <p:sp>
        <p:nvSpPr>
          <p:cNvPr id="1319" name="Google Shape;1319;p72"/>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20" name="Google Shape;1320;p72"/>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21" name="Google Shape;1321;p72"/>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22" name="Google Shape;1322;p72"/>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23" name="Google Shape;1323;p72"/>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24" name="Google Shape;1324;p72"/>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25" name="Google Shape;1325;p72"/>
          <p:cNvSpPr txBox="1"/>
          <p:nvPr>
            <p:ph idx="6" type="body"/>
          </p:nvPr>
        </p:nvSpPr>
        <p:spPr>
          <a:xfrm>
            <a:off x="774225"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26" name="Google Shape;1326;p72"/>
          <p:cNvSpPr txBox="1"/>
          <p:nvPr>
            <p:ph idx="7" type="body"/>
          </p:nvPr>
        </p:nvSpPr>
        <p:spPr>
          <a:xfrm>
            <a:off x="4796213" y="3890075"/>
            <a:ext cx="3819900" cy="9399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27" name="Google Shape;1327;p72"/>
          <p:cNvSpPr txBox="1"/>
          <p:nvPr>
            <p:ph idx="8" type="subTitle"/>
          </p:nvPr>
        </p:nvSpPr>
        <p:spPr>
          <a:xfrm>
            <a:off x="77965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
        <p:nvSpPr>
          <p:cNvPr id="1328" name="Google Shape;1328;p72"/>
          <p:cNvSpPr txBox="1"/>
          <p:nvPr>
            <p:ph idx="9" type="subTitle"/>
          </p:nvPr>
        </p:nvSpPr>
        <p:spPr>
          <a:xfrm>
            <a:off x="4801700" y="3337750"/>
            <a:ext cx="3819900" cy="5520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500"/>
              <a:buFont typeface="Inter Medium"/>
              <a:buNone/>
              <a:defRPr sz="1500">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500"/>
              <a:buFont typeface="Inter Medium"/>
              <a:buNone/>
              <a:defRPr sz="1500">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BLANK_1_1_1_1_1_1_1_1_1_1_1_1_1_1_1_1_1_1">
    <p:bg>
      <p:bgPr>
        <a:solidFill>
          <a:schemeClr val="lt2"/>
        </a:solidFill>
      </p:bgPr>
    </p:bg>
    <p:spTree>
      <p:nvGrpSpPr>
        <p:cNvPr id="1329" name="Shape 1329"/>
        <p:cNvGrpSpPr/>
        <p:nvPr/>
      </p:nvGrpSpPr>
      <p:grpSpPr>
        <a:xfrm>
          <a:off x="0" y="0"/>
          <a:ext cx="0" cy="0"/>
          <a:chOff x="0" y="0"/>
          <a:chExt cx="0" cy="0"/>
        </a:xfrm>
      </p:grpSpPr>
      <p:sp>
        <p:nvSpPr>
          <p:cNvPr id="1330" name="Google Shape;1330;p73"/>
          <p:cNvSpPr/>
          <p:nvPr>
            <p:ph idx="2" type="pic"/>
          </p:nvPr>
        </p:nvSpPr>
        <p:spPr>
          <a:xfrm>
            <a:off x="779638" y="1448025"/>
            <a:ext cx="2424300" cy="1560300"/>
          </a:xfrm>
          <a:prstGeom prst="roundRect">
            <a:avLst>
              <a:gd fmla="val 6865" name="adj"/>
            </a:avLst>
          </a:prstGeom>
          <a:noFill/>
          <a:ln>
            <a:noFill/>
          </a:ln>
        </p:spPr>
      </p:sp>
      <p:sp>
        <p:nvSpPr>
          <p:cNvPr id="1331" name="Google Shape;1331;p73"/>
          <p:cNvSpPr/>
          <p:nvPr>
            <p:ph idx="3" type="pic"/>
          </p:nvPr>
        </p:nvSpPr>
        <p:spPr>
          <a:xfrm>
            <a:off x="3487091" y="1448025"/>
            <a:ext cx="2424300" cy="1560300"/>
          </a:xfrm>
          <a:prstGeom prst="roundRect">
            <a:avLst>
              <a:gd fmla="val 6865" name="adj"/>
            </a:avLst>
          </a:prstGeom>
          <a:noFill/>
          <a:ln>
            <a:noFill/>
          </a:ln>
        </p:spPr>
      </p:sp>
      <p:sp>
        <p:nvSpPr>
          <p:cNvPr id="1332" name="Google Shape;1332;p73"/>
          <p:cNvSpPr/>
          <p:nvPr>
            <p:ph idx="4" type="pic"/>
          </p:nvPr>
        </p:nvSpPr>
        <p:spPr>
          <a:xfrm>
            <a:off x="6194533" y="1448025"/>
            <a:ext cx="2424300" cy="1560300"/>
          </a:xfrm>
          <a:prstGeom prst="roundRect">
            <a:avLst>
              <a:gd fmla="val 6865" name="adj"/>
            </a:avLst>
          </a:prstGeom>
          <a:noFill/>
          <a:ln>
            <a:noFill/>
          </a:ln>
        </p:spPr>
      </p:sp>
      <p:sp>
        <p:nvSpPr>
          <p:cNvPr id="1333" name="Google Shape;1333;p73"/>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34" name="Google Shape;1334;p73"/>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35" name="Google Shape;1335;p73"/>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36" name="Google Shape;1336;p73"/>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37" name="Google Shape;1337;p73"/>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38" name="Google Shape;1338;p73"/>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39" name="Google Shape;1339;p73"/>
          <p:cNvSpPr txBox="1"/>
          <p:nvPr>
            <p:ph idx="1" type="body"/>
          </p:nvPr>
        </p:nvSpPr>
        <p:spPr>
          <a:xfrm>
            <a:off x="7796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340" name="Google Shape;1340;p73"/>
          <p:cNvSpPr txBox="1"/>
          <p:nvPr>
            <p:ph idx="5" type="body"/>
          </p:nvPr>
        </p:nvSpPr>
        <p:spPr>
          <a:xfrm>
            <a:off x="348710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41" name="Google Shape;1341;p73"/>
          <p:cNvSpPr txBox="1"/>
          <p:nvPr>
            <p:ph idx="6" type="body"/>
          </p:nvPr>
        </p:nvSpPr>
        <p:spPr>
          <a:xfrm>
            <a:off x="61945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42" name="Google Shape;1342;p73"/>
          <p:cNvSpPr txBox="1"/>
          <p:nvPr>
            <p:ph idx="7" type="subTitle"/>
          </p:nvPr>
        </p:nvSpPr>
        <p:spPr>
          <a:xfrm>
            <a:off x="7796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343" name="Google Shape;1343;p73"/>
          <p:cNvSpPr txBox="1"/>
          <p:nvPr>
            <p:ph idx="8" type="subTitle"/>
          </p:nvPr>
        </p:nvSpPr>
        <p:spPr>
          <a:xfrm>
            <a:off x="348710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344" name="Google Shape;1344;p73"/>
          <p:cNvSpPr txBox="1"/>
          <p:nvPr>
            <p:ph idx="9" type="subTitle"/>
          </p:nvPr>
        </p:nvSpPr>
        <p:spPr>
          <a:xfrm>
            <a:off x="61945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 ALT 1">
  <p:cSld name="BLANK_1_1_1_1_1_1_1_1_1_1_1_1_1_1_1_1_1_1_2">
    <p:bg>
      <p:bgPr>
        <a:solidFill>
          <a:schemeClr val="lt2"/>
        </a:solidFill>
      </p:bgPr>
    </p:bg>
    <p:spTree>
      <p:nvGrpSpPr>
        <p:cNvPr id="1345" name="Shape 1345"/>
        <p:cNvGrpSpPr/>
        <p:nvPr/>
      </p:nvGrpSpPr>
      <p:grpSpPr>
        <a:xfrm>
          <a:off x="0" y="0"/>
          <a:ext cx="0" cy="0"/>
          <a:chOff x="0" y="0"/>
          <a:chExt cx="0" cy="0"/>
        </a:xfrm>
      </p:grpSpPr>
      <p:sp>
        <p:nvSpPr>
          <p:cNvPr id="1346" name="Google Shape;1346;p74"/>
          <p:cNvSpPr txBox="1"/>
          <p:nvPr>
            <p:ph idx="1"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47" name="Google Shape;1347;p74"/>
          <p:cNvSpPr txBox="1"/>
          <p:nvPr>
            <p:ph idx="2"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48" name="Google Shape;1348;p74"/>
          <p:cNvSpPr txBox="1"/>
          <p:nvPr>
            <p:ph idx="3"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49" name="Google Shape;1349;p74"/>
          <p:cNvSpPr/>
          <p:nvPr>
            <p:ph idx="4" type="pic"/>
          </p:nvPr>
        </p:nvSpPr>
        <p:spPr>
          <a:xfrm>
            <a:off x="779638" y="1448025"/>
            <a:ext cx="2424300" cy="1560300"/>
          </a:xfrm>
          <a:prstGeom prst="roundRect">
            <a:avLst>
              <a:gd fmla="val 6865" name="adj"/>
            </a:avLst>
          </a:prstGeom>
          <a:noFill/>
          <a:ln>
            <a:noFill/>
          </a:ln>
        </p:spPr>
      </p:sp>
      <p:sp>
        <p:nvSpPr>
          <p:cNvPr id="1350" name="Google Shape;1350;p74"/>
          <p:cNvSpPr/>
          <p:nvPr>
            <p:ph idx="5" type="pic"/>
          </p:nvPr>
        </p:nvSpPr>
        <p:spPr>
          <a:xfrm>
            <a:off x="3487091" y="1448025"/>
            <a:ext cx="2424300" cy="1560300"/>
          </a:xfrm>
          <a:prstGeom prst="roundRect">
            <a:avLst>
              <a:gd fmla="val 6865" name="adj"/>
            </a:avLst>
          </a:prstGeom>
          <a:noFill/>
          <a:ln>
            <a:noFill/>
          </a:ln>
        </p:spPr>
      </p:sp>
      <p:sp>
        <p:nvSpPr>
          <p:cNvPr id="1351" name="Google Shape;1351;p74"/>
          <p:cNvSpPr/>
          <p:nvPr>
            <p:ph idx="6" type="pic"/>
          </p:nvPr>
        </p:nvSpPr>
        <p:spPr>
          <a:xfrm>
            <a:off x="6194533" y="1448025"/>
            <a:ext cx="2424300" cy="1560300"/>
          </a:xfrm>
          <a:prstGeom prst="roundRect">
            <a:avLst>
              <a:gd fmla="val 6865" name="adj"/>
            </a:avLst>
          </a:prstGeom>
          <a:noFill/>
          <a:ln>
            <a:noFill/>
          </a:ln>
        </p:spPr>
      </p:sp>
      <p:sp>
        <p:nvSpPr>
          <p:cNvPr id="1352" name="Google Shape;1352;p74"/>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53" name="Google Shape;1353;p74"/>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54" name="Google Shape;1354;p74"/>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55" name="Google Shape;1355;p74"/>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56" name="Google Shape;1356;p74"/>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57" name="Google Shape;1357;p74"/>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
        <p:nvSpPr>
          <p:cNvPr id="1358" name="Google Shape;1358;p74"/>
          <p:cNvSpPr txBox="1"/>
          <p:nvPr>
            <p:ph idx="7" type="body"/>
          </p:nvPr>
        </p:nvSpPr>
        <p:spPr>
          <a:xfrm>
            <a:off x="7796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SzPts val="1000"/>
              <a:buFont typeface="Inter Light"/>
              <a:buChar char="●"/>
              <a:defRPr sz="1000">
                <a:latin typeface="Inter Light"/>
                <a:ea typeface="Inter Light"/>
                <a:cs typeface="Inter Light"/>
                <a:sym typeface="Inter Light"/>
              </a:defRPr>
            </a:lvl1pPr>
            <a:lvl2pPr indent="-292100" lvl="1" marL="914400">
              <a:spcBef>
                <a:spcPts val="800"/>
              </a:spcBef>
              <a:spcAft>
                <a:spcPts val="0"/>
              </a:spcAft>
              <a:buSzPts val="1000"/>
              <a:buFont typeface="Inter Light"/>
              <a:buChar char="○"/>
              <a:defRPr sz="1000">
                <a:latin typeface="Inter Light"/>
                <a:ea typeface="Inter Light"/>
                <a:cs typeface="Inter Light"/>
                <a:sym typeface="Inter Light"/>
              </a:defRPr>
            </a:lvl2pPr>
            <a:lvl3pPr indent="-292100" lvl="2" marL="1371600">
              <a:spcBef>
                <a:spcPts val="800"/>
              </a:spcBef>
              <a:spcAft>
                <a:spcPts val="0"/>
              </a:spcAft>
              <a:buSzPts val="1000"/>
              <a:buFont typeface="Inter Light"/>
              <a:buChar char="■"/>
              <a:defRPr sz="1000">
                <a:latin typeface="Inter Light"/>
                <a:ea typeface="Inter Light"/>
                <a:cs typeface="Inter Light"/>
                <a:sym typeface="Inter Light"/>
              </a:defRPr>
            </a:lvl3pPr>
            <a:lvl4pPr indent="-292100" lvl="3" marL="1828800">
              <a:spcBef>
                <a:spcPts val="800"/>
              </a:spcBef>
              <a:spcAft>
                <a:spcPts val="0"/>
              </a:spcAft>
              <a:buSzPts val="1000"/>
              <a:buFont typeface="Inter Light"/>
              <a:buChar char="●"/>
              <a:defRPr sz="1000">
                <a:latin typeface="Inter Light"/>
                <a:ea typeface="Inter Light"/>
                <a:cs typeface="Inter Light"/>
                <a:sym typeface="Inter Light"/>
              </a:defRPr>
            </a:lvl4pPr>
            <a:lvl5pPr indent="-292100" lvl="4" marL="2286000">
              <a:spcBef>
                <a:spcPts val="800"/>
              </a:spcBef>
              <a:spcAft>
                <a:spcPts val="0"/>
              </a:spcAft>
              <a:buSzPts val="1000"/>
              <a:buFont typeface="Inter Light"/>
              <a:buChar char="○"/>
              <a:defRPr sz="1000">
                <a:latin typeface="Inter Light"/>
                <a:ea typeface="Inter Light"/>
                <a:cs typeface="Inter Light"/>
                <a:sym typeface="Inter Light"/>
              </a:defRPr>
            </a:lvl5pPr>
            <a:lvl6pPr indent="-292100" lvl="5" marL="2743200">
              <a:spcBef>
                <a:spcPts val="800"/>
              </a:spcBef>
              <a:spcAft>
                <a:spcPts val="0"/>
              </a:spcAft>
              <a:buSzPts val="1000"/>
              <a:buFont typeface="Inter Light"/>
              <a:buChar char="■"/>
              <a:defRPr sz="1000">
                <a:latin typeface="Inter Light"/>
                <a:ea typeface="Inter Light"/>
                <a:cs typeface="Inter Light"/>
                <a:sym typeface="Inter Light"/>
              </a:defRPr>
            </a:lvl6pPr>
            <a:lvl7pPr indent="-292100" lvl="6" marL="3200400">
              <a:spcBef>
                <a:spcPts val="800"/>
              </a:spcBef>
              <a:spcAft>
                <a:spcPts val="0"/>
              </a:spcAft>
              <a:buSzPts val="1000"/>
              <a:buFont typeface="Inter Light"/>
              <a:buChar char="●"/>
              <a:defRPr sz="1000">
                <a:latin typeface="Inter Light"/>
                <a:ea typeface="Inter Light"/>
                <a:cs typeface="Inter Light"/>
                <a:sym typeface="Inter Light"/>
              </a:defRPr>
            </a:lvl7pPr>
            <a:lvl8pPr indent="-292100" lvl="7" marL="3657600">
              <a:spcBef>
                <a:spcPts val="800"/>
              </a:spcBef>
              <a:spcAft>
                <a:spcPts val="0"/>
              </a:spcAft>
              <a:buSzPts val="1000"/>
              <a:buFont typeface="Inter Light"/>
              <a:buChar char="○"/>
              <a:defRPr sz="1000">
                <a:latin typeface="Inter Light"/>
                <a:ea typeface="Inter Light"/>
                <a:cs typeface="Inter Light"/>
                <a:sym typeface="Inter Light"/>
              </a:defRPr>
            </a:lvl8pPr>
            <a:lvl9pPr indent="-292100" lvl="8" marL="4114800">
              <a:spcBef>
                <a:spcPts val="800"/>
              </a:spcBef>
              <a:spcAft>
                <a:spcPts val="800"/>
              </a:spcAft>
              <a:buSzPts val="1000"/>
              <a:buFont typeface="Inter Light"/>
              <a:buChar char="■"/>
              <a:defRPr sz="1000">
                <a:latin typeface="Inter Light"/>
                <a:ea typeface="Inter Light"/>
                <a:cs typeface="Inter Light"/>
                <a:sym typeface="Inter Light"/>
              </a:defRPr>
            </a:lvl9pPr>
          </a:lstStyle>
          <a:p/>
        </p:txBody>
      </p:sp>
      <p:sp>
        <p:nvSpPr>
          <p:cNvPr id="1359" name="Google Shape;1359;p74"/>
          <p:cNvSpPr txBox="1"/>
          <p:nvPr>
            <p:ph idx="8" type="body"/>
          </p:nvPr>
        </p:nvSpPr>
        <p:spPr>
          <a:xfrm>
            <a:off x="348710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60" name="Google Shape;1360;p74"/>
          <p:cNvSpPr txBox="1"/>
          <p:nvPr>
            <p:ph idx="9" type="body"/>
          </p:nvPr>
        </p:nvSpPr>
        <p:spPr>
          <a:xfrm>
            <a:off x="6194550" y="3743925"/>
            <a:ext cx="2424300" cy="1006500"/>
          </a:xfrm>
          <a:prstGeom prst="rect">
            <a:avLst/>
          </a:prstGeom>
        </p:spPr>
        <p:txBody>
          <a:bodyPr anchorCtr="0" anchor="t" bIns="91425" lIns="182875" spcFirstLastPara="1" rIns="182875" wrap="square" tIns="91425">
            <a:normAutofit/>
          </a:bodyPr>
          <a:lstStyle>
            <a:lvl1pPr indent="-292100" lvl="0" marL="457200">
              <a:spcBef>
                <a:spcPts val="0"/>
              </a:spcBef>
              <a:spcAft>
                <a:spcPts val="0"/>
              </a:spcAft>
              <a:buClr>
                <a:schemeClr val="lt1"/>
              </a:buClr>
              <a:buSzPts val="1000"/>
              <a:buFont typeface="Inter Light"/>
              <a:buChar char="●"/>
              <a:defRPr sz="1000">
                <a:latin typeface="Inter Light"/>
                <a:ea typeface="Inter Light"/>
                <a:cs typeface="Inter Light"/>
                <a:sym typeface="Inter Light"/>
              </a:defRPr>
            </a:lvl1pPr>
            <a:lvl2pPr indent="-292100" lvl="1" marL="914400">
              <a:spcBef>
                <a:spcPts val="0"/>
              </a:spcBef>
              <a:spcAft>
                <a:spcPts val="0"/>
              </a:spcAft>
              <a:buClr>
                <a:schemeClr val="lt1"/>
              </a:buClr>
              <a:buSzPts val="1000"/>
              <a:buFont typeface="Inter Light"/>
              <a:buChar char="○"/>
              <a:defRPr sz="1000">
                <a:latin typeface="Inter Light"/>
                <a:ea typeface="Inter Light"/>
                <a:cs typeface="Inter Light"/>
                <a:sym typeface="Inter Light"/>
              </a:defRPr>
            </a:lvl2pPr>
            <a:lvl3pPr indent="-292100" lvl="2" marL="1371600">
              <a:spcBef>
                <a:spcPts val="0"/>
              </a:spcBef>
              <a:spcAft>
                <a:spcPts val="0"/>
              </a:spcAft>
              <a:buClr>
                <a:schemeClr val="lt1"/>
              </a:buClr>
              <a:buSzPts val="1000"/>
              <a:buFont typeface="Inter Light"/>
              <a:buChar char="■"/>
              <a:defRPr sz="1000">
                <a:latin typeface="Inter Light"/>
                <a:ea typeface="Inter Light"/>
                <a:cs typeface="Inter Light"/>
                <a:sym typeface="Inter Light"/>
              </a:defRPr>
            </a:lvl3pPr>
            <a:lvl4pPr indent="-292100" lvl="3" marL="1828800">
              <a:spcBef>
                <a:spcPts val="0"/>
              </a:spcBef>
              <a:spcAft>
                <a:spcPts val="0"/>
              </a:spcAft>
              <a:buClr>
                <a:schemeClr val="lt1"/>
              </a:buClr>
              <a:buSzPts val="1000"/>
              <a:buFont typeface="Inter Light"/>
              <a:buChar char="●"/>
              <a:defRPr sz="1000">
                <a:latin typeface="Inter Light"/>
                <a:ea typeface="Inter Light"/>
                <a:cs typeface="Inter Light"/>
                <a:sym typeface="Inter Light"/>
              </a:defRPr>
            </a:lvl4pPr>
            <a:lvl5pPr indent="-292100" lvl="4" marL="2286000">
              <a:spcBef>
                <a:spcPts val="0"/>
              </a:spcBef>
              <a:spcAft>
                <a:spcPts val="0"/>
              </a:spcAft>
              <a:buClr>
                <a:schemeClr val="lt1"/>
              </a:buClr>
              <a:buSzPts val="1000"/>
              <a:buFont typeface="Inter Light"/>
              <a:buChar char="○"/>
              <a:defRPr sz="1000">
                <a:latin typeface="Inter Light"/>
                <a:ea typeface="Inter Light"/>
                <a:cs typeface="Inter Light"/>
                <a:sym typeface="Inter Light"/>
              </a:defRPr>
            </a:lvl5pPr>
            <a:lvl6pPr indent="-292100" lvl="5" marL="2743200">
              <a:spcBef>
                <a:spcPts val="0"/>
              </a:spcBef>
              <a:spcAft>
                <a:spcPts val="0"/>
              </a:spcAft>
              <a:buClr>
                <a:schemeClr val="lt1"/>
              </a:buClr>
              <a:buSzPts val="1000"/>
              <a:buFont typeface="Inter Light"/>
              <a:buChar char="■"/>
              <a:defRPr sz="1000">
                <a:latin typeface="Inter Light"/>
                <a:ea typeface="Inter Light"/>
                <a:cs typeface="Inter Light"/>
                <a:sym typeface="Inter Light"/>
              </a:defRPr>
            </a:lvl6pPr>
            <a:lvl7pPr indent="-292100" lvl="6" marL="3200400">
              <a:spcBef>
                <a:spcPts val="0"/>
              </a:spcBef>
              <a:spcAft>
                <a:spcPts val="0"/>
              </a:spcAft>
              <a:buClr>
                <a:schemeClr val="lt1"/>
              </a:buClr>
              <a:buSzPts val="1000"/>
              <a:buFont typeface="Inter Light"/>
              <a:buChar char="●"/>
              <a:defRPr sz="1000">
                <a:latin typeface="Inter Light"/>
                <a:ea typeface="Inter Light"/>
                <a:cs typeface="Inter Light"/>
                <a:sym typeface="Inter Light"/>
              </a:defRPr>
            </a:lvl7pPr>
            <a:lvl8pPr indent="-292100" lvl="7" marL="3657600">
              <a:spcBef>
                <a:spcPts val="0"/>
              </a:spcBef>
              <a:spcAft>
                <a:spcPts val="0"/>
              </a:spcAft>
              <a:buClr>
                <a:schemeClr val="lt1"/>
              </a:buClr>
              <a:buSzPts val="1000"/>
              <a:buFont typeface="Inter Light"/>
              <a:buChar char="○"/>
              <a:defRPr sz="1000">
                <a:latin typeface="Inter Light"/>
                <a:ea typeface="Inter Light"/>
                <a:cs typeface="Inter Light"/>
                <a:sym typeface="Inter Light"/>
              </a:defRPr>
            </a:lvl8pPr>
            <a:lvl9pPr indent="-292100" lvl="8" marL="4114800">
              <a:spcBef>
                <a:spcPts val="0"/>
              </a:spcBef>
              <a:spcAft>
                <a:spcPts val="0"/>
              </a:spcAft>
              <a:buClr>
                <a:schemeClr val="lt1"/>
              </a:buClr>
              <a:buSzPts val="1000"/>
              <a:buFont typeface="Inter Light"/>
              <a:buChar char="■"/>
              <a:defRPr sz="1000">
                <a:latin typeface="Inter Light"/>
                <a:ea typeface="Inter Light"/>
                <a:cs typeface="Inter Light"/>
                <a:sym typeface="Inter Light"/>
              </a:defRPr>
            </a:lvl9pPr>
          </a:lstStyle>
          <a:p/>
        </p:txBody>
      </p:sp>
      <p:sp>
        <p:nvSpPr>
          <p:cNvPr id="1361" name="Google Shape;1361;p74"/>
          <p:cNvSpPr txBox="1"/>
          <p:nvPr>
            <p:ph idx="13" type="subTitle"/>
          </p:nvPr>
        </p:nvSpPr>
        <p:spPr>
          <a:xfrm>
            <a:off x="7796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362" name="Google Shape;1362;p74"/>
          <p:cNvSpPr txBox="1"/>
          <p:nvPr>
            <p:ph idx="14" type="subTitle"/>
          </p:nvPr>
        </p:nvSpPr>
        <p:spPr>
          <a:xfrm>
            <a:off x="348710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
        <p:nvSpPr>
          <p:cNvPr id="1363" name="Google Shape;1363;p74"/>
          <p:cNvSpPr txBox="1"/>
          <p:nvPr>
            <p:ph idx="15" type="subTitle"/>
          </p:nvPr>
        </p:nvSpPr>
        <p:spPr>
          <a:xfrm>
            <a:off x="6194550" y="3008350"/>
            <a:ext cx="2424300" cy="735600"/>
          </a:xfrm>
          <a:prstGeom prst="rect">
            <a:avLst/>
          </a:prstGeom>
        </p:spPr>
        <p:txBody>
          <a:bodyPr anchorCtr="0" anchor="b" bIns="91425" lIns="182875" spcFirstLastPara="1" rIns="91425" wrap="square" tIns="91425">
            <a:normAutofit/>
          </a:bodyPr>
          <a:lstStyle>
            <a:lvl1pPr lvl="0">
              <a:spcBef>
                <a:spcPts val="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1pPr>
            <a:lvl2pPr lvl="1">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2pPr>
            <a:lvl3pPr lvl="2">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3pPr>
            <a:lvl4pPr lvl="3">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4pPr>
            <a:lvl5pPr lvl="4">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5pPr>
            <a:lvl6pPr lvl="5">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6pPr>
            <a:lvl7pPr lvl="6">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7pPr>
            <a:lvl8pPr lvl="7">
              <a:spcBef>
                <a:spcPts val="800"/>
              </a:spcBef>
              <a:spcAft>
                <a:spcPts val="0"/>
              </a:spcAft>
              <a:buClr>
                <a:schemeClr val="accent1"/>
              </a:buClr>
              <a:buSzPts val="1200"/>
              <a:buFont typeface="Inter Medium"/>
              <a:buNone/>
              <a:defRPr>
                <a:solidFill>
                  <a:schemeClr val="accent1"/>
                </a:solidFill>
                <a:latin typeface="Inter Medium"/>
                <a:ea typeface="Inter Medium"/>
                <a:cs typeface="Inter Medium"/>
                <a:sym typeface="Inter Medium"/>
              </a:defRPr>
            </a:lvl8pPr>
            <a:lvl9pPr lvl="8">
              <a:spcBef>
                <a:spcPts val="800"/>
              </a:spcBef>
              <a:spcAft>
                <a:spcPts val="800"/>
              </a:spcAft>
              <a:buClr>
                <a:schemeClr val="accent1"/>
              </a:buClr>
              <a:buSzPts val="1200"/>
              <a:buFont typeface="Inter Medium"/>
              <a:buNone/>
              <a:defRPr>
                <a:solidFill>
                  <a:schemeClr val="accent1"/>
                </a:solidFill>
                <a:latin typeface="Inter Medium"/>
                <a:ea typeface="Inter Medium"/>
                <a:cs typeface="Inter Medium"/>
                <a:sym typeface="Inter Medium"/>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BLANK_1_1_1_1_1_1_1_1_1_1_1_1_1_1_1_1_1_1_1">
    <p:bg>
      <p:bgPr>
        <a:solidFill>
          <a:schemeClr val="lt2"/>
        </a:solidFill>
      </p:bgPr>
    </p:bg>
    <p:spTree>
      <p:nvGrpSpPr>
        <p:cNvPr id="1364" name="Shape 1364"/>
        <p:cNvGrpSpPr/>
        <p:nvPr/>
      </p:nvGrpSpPr>
      <p:grpSpPr>
        <a:xfrm>
          <a:off x="0" y="0"/>
          <a:ext cx="0" cy="0"/>
          <a:chOff x="0" y="0"/>
          <a:chExt cx="0" cy="0"/>
        </a:xfrm>
      </p:grpSpPr>
      <p:sp>
        <p:nvSpPr>
          <p:cNvPr id="1365" name="Google Shape;1365;p75"/>
          <p:cNvSpPr/>
          <p:nvPr>
            <p:ph idx="2" type="pic"/>
          </p:nvPr>
        </p:nvSpPr>
        <p:spPr>
          <a:xfrm>
            <a:off x="1540250" y="1039100"/>
            <a:ext cx="6585900" cy="3400500"/>
          </a:xfrm>
          <a:prstGeom prst="roundRect">
            <a:avLst>
              <a:gd fmla="val 6865" name="adj"/>
            </a:avLst>
          </a:prstGeom>
          <a:noFill/>
          <a:ln>
            <a:noFill/>
          </a:ln>
        </p:spPr>
      </p:sp>
      <p:cxnSp>
        <p:nvCxnSpPr>
          <p:cNvPr id="1366" name="Google Shape;1366;p75"/>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67" name="Google Shape;1367;p75"/>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68" name="Google Shape;1368;p75"/>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69" name="Google Shape;1369;p75"/>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 ALT 1">
  <p:cSld name="BLANK_1_1_1_1_1_1_1_1_1_1_1_1_1_1_1_1_1_1_1_2">
    <p:bg>
      <p:bgPr>
        <a:solidFill>
          <a:schemeClr val="lt2"/>
        </a:solidFill>
      </p:bgPr>
    </p:bg>
    <p:spTree>
      <p:nvGrpSpPr>
        <p:cNvPr id="1370" name="Shape 1370"/>
        <p:cNvGrpSpPr/>
        <p:nvPr/>
      </p:nvGrpSpPr>
      <p:grpSpPr>
        <a:xfrm>
          <a:off x="0" y="0"/>
          <a:ext cx="0" cy="0"/>
          <a:chOff x="0" y="0"/>
          <a:chExt cx="0" cy="0"/>
        </a:xfrm>
      </p:grpSpPr>
      <p:sp>
        <p:nvSpPr>
          <p:cNvPr id="1371" name="Google Shape;1371;p76"/>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72" name="Google Shape;1372;p76"/>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73" name="Google Shape;1373;p76"/>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74" name="Google Shape;1374;p76"/>
          <p:cNvSpPr/>
          <p:nvPr>
            <p:ph idx="4" type="pic"/>
          </p:nvPr>
        </p:nvSpPr>
        <p:spPr>
          <a:xfrm>
            <a:off x="1540250" y="1039100"/>
            <a:ext cx="6585900" cy="3400500"/>
          </a:xfrm>
          <a:prstGeom prst="roundRect">
            <a:avLst>
              <a:gd fmla="val 6865" name="adj"/>
            </a:avLst>
          </a:prstGeom>
          <a:noFill/>
          <a:ln>
            <a:noFill/>
          </a:ln>
        </p:spPr>
      </p:sp>
      <p:cxnSp>
        <p:nvCxnSpPr>
          <p:cNvPr id="1375" name="Google Shape;1375;p76"/>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76" name="Google Shape;1376;p76"/>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77" name="Google Shape;1377;p76"/>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78" name="Google Shape;1378;p76"/>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BLANK_1_1_1_1_1_1_1_1_1_1_1_1_1_1_1_1_1_1_1_1">
    <p:bg>
      <p:bgPr>
        <a:solidFill>
          <a:schemeClr val="lt2"/>
        </a:solidFill>
      </p:bgPr>
    </p:bg>
    <p:spTree>
      <p:nvGrpSpPr>
        <p:cNvPr id="1379" name="Shape 1379"/>
        <p:cNvGrpSpPr/>
        <p:nvPr/>
      </p:nvGrpSpPr>
      <p:grpSpPr>
        <a:xfrm>
          <a:off x="0" y="0"/>
          <a:ext cx="0" cy="0"/>
          <a:chOff x="0" y="0"/>
          <a:chExt cx="0" cy="0"/>
        </a:xfrm>
      </p:grpSpPr>
      <p:sp>
        <p:nvSpPr>
          <p:cNvPr id="1380" name="Google Shape;1380;p77"/>
          <p:cNvSpPr/>
          <p:nvPr>
            <p:ph idx="2" type="pic"/>
          </p:nvPr>
        </p:nvSpPr>
        <p:spPr>
          <a:xfrm>
            <a:off x="1907087" y="1245243"/>
            <a:ext cx="1868700" cy="1051200"/>
          </a:xfrm>
          <a:prstGeom prst="roundRect">
            <a:avLst>
              <a:gd fmla="val 6865" name="adj"/>
            </a:avLst>
          </a:prstGeom>
          <a:noFill/>
          <a:ln>
            <a:noFill/>
          </a:ln>
        </p:spPr>
      </p:sp>
      <p:sp>
        <p:nvSpPr>
          <p:cNvPr id="1381" name="Google Shape;1381;p77"/>
          <p:cNvSpPr/>
          <p:nvPr>
            <p:ph idx="3" type="pic"/>
          </p:nvPr>
        </p:nvSpPr>
        <p:spPr>
          <a:xfrm>
            <a:off x="3898886" y="1245243"/>
            <a:ext cx="1868700" cy="1051200"/>
          </a:xfrm>
          <a:prstGeom prst="roundRect">
            <a:avLst>
              <a:gd fmla="val 6865" name="adj"/>
            </a:avLst>
          </a:prstGeom>
          <a:noFill/>
          <a:ln>
            <a:noFill/>
          </a:ln>
        </p:spPr>
      </p:sp>
      <p:sp>
        <p:nvSpPr>
          <p:cNvPr id="1382" name="Google Shape;1382;p77"/>
          <p:cNvSpPr/>
          <p:nvPr>
            <p:ph idx="4" type="pic"/>
          </p:nvPr>
        </p:nvSpPr>
        <p:spPr>
          <a:xfrm>
            <a:off x="5890685" y="1245243"/>
            <a:ext cx="1868700" cy="1051200"/>
          </a:xfrm>
          <a:prstGeom prst="roundRect">
            <a:avLst>
              <a:gd fmla="val 6865" name="adj"/>
            </a:avLst>
          </a:prstGeom>
          <a:noFill/>
          <a:ln>
            <a:noFill/>
          </a:ln>
        </p:spPr>
      </p:sp>
      <p:sp>
        <p:nvSpPr>
          <p:cNvPr id="1383" name="Google Shape;1383;p77"/>
          <p:cNvSpPr/>
          <p:nvPr>
            <p:ph idx="5" type="pic"/>
          </p:nvPr>
        </p:nvSpPr>
        <p:spPr>
          <a:xfrm>
            <a:off x="1907087" y="2409575"/>
            <a:ext cx="1868700" cy="1051200"/>
          </a:xfrm>
          <a:prstGeom prst="roundRect">
            <a:avLst>
              <a:gd fmla="val 6865" name="adj"/>
            </a:avLst>
          </a:prstGeom>
          <a:noFill/>
          <a:ln>
            <a:noFill/>
          </a:ln>
        </p:spPr>
      </p:sp>
      <p:sp>
        <p:nvSpPr>
          <p:cNvPr id="1384" name="Google Shape;1384;p77"/>
          <p:cNvSpPr/>
          <p:nvPr>
            <p:ph idx="6" type="pic"/>
          </p:nvPr>
        </p:nvSpPr>
        <p:spPr>
          <a:xfrm>
            <a:off x="3898886" y="2409575"/>
            <a:ext cx="1868700" cy="1051200"/>
          </a:xfrm>
          <a:prstGeom prst="roundRect">
            <a:avLst>
              <a:gd fmla="val 6865" name="adj"/>
            </a:avLst>
          </a:prstGeom>
          <a:noFill/>
          <a:ln>
            <a:noFill/>
          </a:ln>
        </p:spPr>
      </p:sp>
      <p:sp>
        <p:nvSpPr>
          <p:cNvPr id="1385" name="Google Shape;1385;p77"/>
          <p:cNvSpPr/>
          <p:nvPr>
            <p:ph idx="7" type="pic"/>
          </p:nvPr>
        </p:nvSpPr>
        <p:spPr>
          <a:xfrm>
            <a:off x="5890685" y="2409575"/>
            <a:ext cx="1868700" cy="1051200"/>
          </a:xfrm>
          <a:prstGeom prst="roundRect">
            <a:avLst>
              <a:gd fmla="val 6865" name="adj"/>
            </a:avLst>
          </a:prstGeom>
          <a:noFill/>
          <a:ln>
            <a:noFill/>
          </a:ln>
        </p:spPr>
      </p:sp>
      <p:sp>
        <p:nvSpPr>
          <p:cNvPr id="1386" name="Google Shape;1386;p77"/>
          <p:cNvSpPr/>
          <p:nvPr>
            <p:ph idx="8" type="pic"/>
          </p:nvPr>
        </p:nvSpPr>
        <p:spPr>
          <a:xfrm>
            <a:off x="1907087" y="3573907"/>
            <a:ext cx="1868700" cy="1051200"/>
          </a:xfrm>
          <a:prstGeom prst="roundRect">
            <a:avLst>
              <a:gd fmla="val 6865" name="adj"/>
            </a:avLst>
          </a:prstGeom>
          <a:noFill/>
          <a:ln>
            <a:noFill/>
          </a:ln>
        </p:spPr>
      </p:sp>
      <p:sp>
        <p:nvSpPr>
          <p:cNvPr id="1387" name="Google Shape;1387;p77"/>
          <p:cNvSpPr/>
          <p:nvPr>
            <p:ph idx="9" type="pic"/>
          </p:nvPr>
        </p:nvSpPr>
        <p:spPr>
          <a:xfrm>
            <a:off x="3898886" y="3573907"/>
            <a:ext cx="1868700" cy="1051200"/>
          </a:xfrm>
          <a:prstGeom prst="roundRect">
            <a:avLst>
              <a:gd fmla="val 6865" name="adj"/>
            </a:avLst>
          </a:prstGeom>
          <a:noFill/>
          <a:ln>
            <a:noFill/>
          </a:ln>
        </p:spPr>
      </p:sp>
      <p:sp>
        <p:nvSpPr>
          <p:cNvPr id="1388" name="Google Shape;1388;p77"/>
          <p:cNvSpPr/>
          <p:nvPr>
            <p:ph idx="13" type="pic"/>
          </p:nvPr>
        </p:nvSpPr>
        <p:spPr>
          <a:xfrm>
            <a:off x="5890685" y="3573907"/>
            <a:ext cx="1868700" cy="1051200"/>
          </a:xfrm>
          <a:prstGeom prst="roundRect">
            <a:avLst>
              <a:gd fmla="val 6865" name="adj"/>
            </a:avLst>
          </a:prstGeom>
          <a:noFill/>
          <a:ln>
            <a:noFill/>
          </a:ln>
        </p:spPr>
      </p:sp>
      <p:cxnSp>
        <p:nvCxnSpPr>
          <p:cNvPr id="1389" name="Google Shape;1389;p77"/>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390" name="Google Shape;1390;p77"/>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391" name="Google Shape;1391;p77"/>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392" name="Google Shape;1392;p77"/>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393" name="Google Shape;1393;p77"/>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394" name="Google Shape;1394;p77"/>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 ALT 1">
  <p:cSld name="BLANK_1_1_1_1_1_1_1_1_1_1_1_1_1_1_1_1_1_1_1_1_1">
    <p:bg>
      <p:bgPr>
        <a:solidFill>
          <a:schemeClr val="lt2"/>
        </a:solidFill>
      </p:bgPr>
    </p:bg>
    <p:spTree>
      <p:nvGrpSpPr>
        <p:cNvPr id="1395" name="Shape 1395"/>
        <p:cNvGrpSpPr/>
        <p:nvPr/>
      </p:nvGrpSpPr>
      <p:grpSpPr>
        <a:xfrm>
          <a:off x="0" y="0"/>
          <a:ext cx="0" cy="0"/>
          <a:chOff x="0" y="0"/>
          <a:chExt cx="0" cy="0"/>
        </a:xfrm>
      </p:grpSpPr>
      <p:sp>
        <p:nvSpPr>
          <p:cNvPr id="1396" name="Google Shape;1396;p78"/>
          <p:cNvSpPr txBox="1"/>
          <p:nvPr>
            <p:ph idx="1" type="subTitle"/>
          </p:nvPr>
        </p:nvSpPr>
        <p:spPr>
          <a:xfrm>
            <a:off x="521250" y="-175"/>
            <a:ext cx="2930100" cy="3351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800"/>
              <a:buFont typeface="Inter"/>
              <a:buNone/>
              <a:defRPr sz="800"/>
            </a:lvl1pPr>
            <a:lvl2pPr lvl="1">
              <a:spcBef>
                <a:spcPts val="0"/>
              </a:spcBef>
              <a:spcAft>
                <a:spcPts val="0"/>
              </a:spcAft>
              <a:buClr>
                <a:schemeClr val="lt1"/>
              </a:buClr>
              <a:buSzPts val="800"/>
              <a:buFont typeface="Inter"/>
              <a:buNone/>
              <a:defRPr sz="800"/>
            </a:lvl2pPr>
            <a:lvl3pPr lvl="2">
              <a:spcBef>
                <a:spcPts val="0"/>
              </a:spcBef>
              <a:spcAft>
                <a:spcPts val="0"/>
              </a:spcAft>
              <a:buClr>
                <a:schemeClr val="lt1"/>
              </a:buClr>
              <a:buSzPts val="800"/>
              <a:buFont typeface="Inter"/>
              <a:buNone/>
              <a:defRPr sz="800"/>
            </a:lvl3pPr>
            <a:lvl4pPr lvl="3">
              <a:spcBef>
                <a:spcPts val="0"/>
              </a:spcBef>
              <a:spcAft>
                <a:spcPts val="0"/>
              </a:spcAft>
              <a:buClr>
                <a:schemeClr val="lt1"/>
              </a:buClr>
              <a:buSzPts val="800"/>
              <a:buFont typeface="Inter"/>
              <a:buNone/>
              <a:defRPr sz="800"/>
            </a:lvl4pPr>
            <a:lvl5pPr lvl="4">
              <a:spcBef>
                <a:spcPts val="0"/>
              </a:spcBef>
              <a:spcAft>
                <a:spcPts val="0"/>
              </a:spcAft>
              <a:buClr>
                <a:schemeClr val="lt1"/>
              </a:buClr>
              <a:buSzPts val="800"/>
              <a:buFont typeface="Inter"/>
              <a:buNone/>
              <a:defRPr sz="800"/>
            </a:lvl5pPr>
            <a:lvl6pPr lvl="5">
              <a:spcBef>
                <a:spcPts val="0"/>
              </a:spcBef>
              <a:spcAft>
                <a:spcPts val="0"/>
              </a:spcAft>
              <a:buClr>
                <a:schemeClr val="lt1"/>
              </a:buClr>
              <a:buSzPts val="800"/>
              <a:buFont typeface="Inter"/>
              <a:buNone/>
              <a:defRPr sz="800"/>
            </a:lvl6pPr>
            <a:lvl7pPr lvl="6">
              <a:spcBef>
                <a:spcPts val="0"/>
              </a:spcBef>
              <a:spcAft>
                <a:spcPts val="0"/>
              </a:spcAft>
              <a:buClr>
                <a:schemeClr val="lt1"/>
              </a:buClr>
              <a:buSzPts val="800"/>
              <a:buFont typeface="Inter"/>
              <a:buNone/>
              <a:defRPr sz="800"/>
            </a:lvl7pPr>
            <a:lvl8pPr lvl="7">
              <a:spcBef>
                <a:spcPts val="0"/>
              </a:spcBef>
              <a:spcAft>
                <a:spcPts val="0"/>
              </a:spcAft>
              <a:buClr>
                <a:schemeClr val="lt1"/>
              </a:buClr>
              <a:buSzPts val="800"/>
              <a:buFont typeface="Inter"/>
              <a:buNone/>
              <a:defRPr sz="800"/>
            </a:lvl8pPr>
            <a:lvl9pPr lvl="8">
              <a:spcBef>
                <a:spcPts val="0"/>
              </a:spcBef>
              <a:spcAft>
                <a:spcPts val="0"/>
              </a:spcAft>
              <a:buClr>
                <a:schemeClr val="lt1"/>
              </a:buClr>
              <a:buSzPts val="800"/>
              <a:buFont typeface="Inter"/>
              <a:buNone/>
              <a:defRPr sz="800"/>
            </a:lvl9pPr>
          </a:lstStyle>
          <a:p/>
        </p:txBody>
      </p:sp>
      <p:sp>
        <p:nvSpPr>
          <p:cNvPr id="1397" name="Google Shape;1397;p78"/>
          <p:cNvSpPr txBox="1"/>
          <p:nvPr>
            <p:ph idx="2" type="subTitle"/>
          </p:nvPr>
        </p:nvSpPr>
        <p:spPr>
          <a:xfrm>
            <a:off x="4089700" y="-175"/>
            <a:ext cx="26826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98" name="Google Shape;1398;p78"/>
          <p:cNvSpPr txBox="1"/>
          <p:nvPr>
            <p:ph idx="3" type="subTitle"/>
          </p:nvPr>
        </p:nvSpPr>
        <p:spPr>
          <a:xfrm>
            <a:off x="6773700" y="-175"/>
            <a:ext cx="1848900" cy="335100"/>
          </a:xfrm>
          <a:prstGeom prst="rect">
            <a:avLst/>
          </a:prstGeom>
        </p:spPr>
        <p:txBody>
          <a:bodyPr anchorCtr="0" anchor="ctr" bIns="91425" lIns="91425" spcFirstLastPara="1" rIns="274300" wrap="square" tIns="91425">
            <a:normAutofit/>
          </a:bodyPr>
          <a:lstStyle>
            <a:lvl1pPr lvl="0" algn="r">
              <a:spcBef>
                <a:spcPts val="0"/>
              </a:spcBef>
              <a:spcAft>
                <a:spcPts val="0"/>
              </a:spcAft>
              <a:buClr>
                <a:schemeClr val="lt1"/>
              </a:buClr>
              <a:buSzPts val="800"/>
              <a:buFont typeface="Inter"/>
              <a:buNone/>
              <a:defRPr sz="800"/>
            </a:lvl1pPr>
            <a:lvl2pPr lvl="1" algn="r">
              <a:spcBef>
                <a:spcPts val="0"/>
              </a:spcBef>
              <a:spcAft>
                <a:spcPts val="0"/>
              </a:spcAft>
              <a:buClr>
                <a:schemeClr val="lt1"/>
              </a:buClr>
              <a:buSzPts val="800"/>
              <a:buFont typeface="Inter"/>
              <a:buNone/>
              <a:defRPr sz="800"/>
            </a:lvl2pPr>
            <a:lvl3pPr lvl="2" algn="r">
              <a:spcBef>
                <a:spcPts val="0"/>
              </a:spcBef>
              <a:spcAft>
                <a:spcPts val="0"/>
              </a:spcAft>
              <a:buClr>
                <a:schemeClr val="lt1"/>
              </a:buClr>
              <a:buSzPts val="800"/>
              <a:buFont typeface="Inter"/>
              <a:buNone/>
              <a:defRPr sz="800"/>
            </a:lvl3pPr>
            <a:lvl4pPr lvl="3" algn="r">
              <a:spcBef>
                <a:spcPts val="0"/>
              </a:spcBef>
              <a:spcAft>
                <a:spcPts val="0"/>
              </a:spcAft>
              <a:buClr>
                <a:schemeClr val="lt1"/>
              </a:buClr>
              <a:buSzPts val="800"/>
              <a:buFont typeface="Inter"/>
              <a:buNone/>
              <a:defRPr sz="800"/>
            </a:lvl4pPr>
            <a:lvl5pPr lvl="4" algn="r">
              <a:spcBef>
                <a:spcPts val="0"/>
              </a:spcBef>
              <a:spcAft>
                <a:spcPts val="0"/>
              </a:spcAft>
              <a:buClr>
                <a:schemeClr val="lt1"/>
              </a:buClr>
              <a:buSzPts val="800"/>
              <a:buFont typeface="Inter"/>
              <a:buNone/>
              <a:defRPr sz="800"/>
            </a:lvl5pPr>
            <a:lvl6pPr lvl="5" algn="r">
              <a:spcBef>
                <a:spcPts val="0"/>
              </a:spcBef>
              <a:spcAft>
                <a:spcPts val="0"/>
              </a:spcAft>
              <a:buClr>
                <a:schemeClr val="lt1"/>
              </a:buClr>
              <a:buSzPts val="800"/>
              <a:buFont typeface="Inter"/>
              <a:buNone/>
              <a:defRPr sz="800"/>
            </a:lvl6pPr>
            <a:lvl7pPr lvl="6" algn="r">
              <a:spcBef>
                <a:spcPts val="0"/>
              </a:spcBef>
              <a:spcAft>
                <a:spcPts val="0"/>
              </a:spcAft>
              <a:buClr>
                <a:schemeClr val="lt1"/>
              </a:buClr>
              <a:buSzPts val="800"/>
              <a:buFont typeface="Inter"/>
              <a:buNone/>
              <a:defRPr sz="800"/>
            </a:lvl7pPr>
            <a:lvl8pPr lvl="7" algn="r">
              <a:spcBef>
                <a:spcPts val="0"/>
              </a:spcBef>
              <a:spcAft>
                <a:spcPts val="0"/>
              </a:spcAft>
              <a:buClr>
                <a:schemeClr val="lt1"/>
              </a:buClr>
              <a:buSzPts val="800"/>
              <a:buFont typeface="Inter"/>
              <a:buNone/>
              <a:defRPr sz="800"/>
            </a:lvl8pPr>
            <a:lvl9pPr lvl="8" algn="r">
              <a:spcBef>
                <a:spcPts val="0"/>
              </a:spcBef>
              <a:spcAft>
                <a:spcPts val="0"/>
              </a:spcAft>
              <a:buClr>
                <a:schemeClr val="lt1"/>
              </a:buClr>
              <a:buSzPts val="800"/>
              <a:buFont typeface="Inter"/>
              <a:buNone/>
              <a:defRPr sz="800"/>
            </a:lvl9pPr>
          </a:lstStyle>
          <a:p/>
        </p:txBody>
      </p:sp>
      <p:sp>
        <p:nvSpPr>
          <p:cNvPr id="1399" name="Google Shape;1399;p78"/>
          <p:cNvSpPr/>
          <p:nvPr>
            <p:ph idx="4" type="pic"/>
          </p:nvPr>
        </p:nvSpPr>
        <p:spPr>
          <a:xfrm>
            <a:off x="1907087" y="1245243"/>
            <a:ext cx="1868700" cy="1051200"/>
          </a:xfrm>
          <a:prstGeom prst="roundRect">
            <a:avLst>
              <a:gd fmla="val 6865" name="adj"/>
            </a:avLst>
          </a:prstGeom>
          <a:noFill/>
          <a:ln>
            <a:noFill/>
          </a:ln>
        </p:spPr>
      </p:sp>
      <p:sp>
        <p:nvSpPr>
          <p:cNvPr id="1400" name="Google Shape;1400;p78"/>
          <p:cNvSpPr/>
          <p:nvPr>
            <p:ph idx="5" type="pic"/>
          </p:nvPr>
        </p:nvSpPr>
        <p:spPr>
          <a:xfrm>
            <a:off x="3898886" y="1245243"/>
            <a:ext cx="1868700" cy="1051200"/>
          </a:xfrm>
          <a:prstGeom prst="roundRect">
            <a:avLst>
              <a:gd fmla="val 6865" name="adj"/>
            </a:avLst>
          </a:prstGeom>
          <a:noFill/>
          <a:ln>
            <a:noFill/>
          </a:ln>
        </p:spPr>
      </p:sp>
      <p:sp>
        <p:nvSpPr>
          <p:cNvPr id="1401" name="Google Shape;1401;p78"/>
          <p:cNvSpPr/>
          <p:nvPr>
            <p:ph idx="6" type="pic"/>
          </p:nvPr>
        </p:nvSpPr>
        <p:spPr>
          <a:xfrm>
            <a:off x="5890685" y="1245243"/>
            <a:ext cx="1868700" cy="1051200"/>
          </a:xfrm>
          <a:prstGeom prst="roundRect">
            <a:avLst>
              <a:gd fmla="val 6865" name="adj"/>
            </a:avLst>
          </a:prstGeom>
          <a:noFill/>
          <a:ln>
            <a:noFill/>
          </a:ln>
        </p:spPr>
      </p:sp>
      <p:sp>
        <p:nvSpPr>
          <p:cNvPr id="1402" name="Google Shape;1402;p78"/>
          <p:cNvSpPr/>
          <p:nvPr>
            <p:ph idx="7" type="pic"/>
          </p:nvPr>
        </p:nvSpPr>
        <p:spPr>
          <a:xfrm>
            <a:off x="1907087" y="2409575"/>
            <a:ext cx="1868700" cy="1051200"/>
          </a:xfrm>
          <a:prstGeom prst="roundRect">
            <a:avLst>
              <a:gd fmla="val 6865" name="adj"/>
            </a:avLst>
          </a:prstGeom>
          <a:noFill/>
          <a:ln>
            <a:noFill/>
          </a:ln>
        </p:spPr>
      </p:sp>
      <p:sp>
        <p:nvSpPr>
          <p:cNvPr id="1403" name="Google Shape;1403;p78"/>
          <p:cNvSpPr/>
          <p:nvPr>
            <p:ph idx="8" type="pic"/>
          </p:nvPr>
        </p:nvSpPr>
        <p:spPr>
          <a:xfrm>
            <a:off x="3898886" y="2409575"/>
            <a:ext cx="1868700" cy="1051200"/>
          </a:xfrm>
          <a:prstGeom prst="roundRect">
            <a:avLst>
              <a:gd fmla="val 6865" name="adj"/>
            </a:avLst>
          </a:prstGeom>
          <a:noFill/>
          <a:ln>
            <a:noFill/>
          </a:ln>
        </p:spPr>
      </p:sp>
      <p:sp>
        <p:nvSpPr>
          <p:cNvPr id="1404" name="Google Shape;1404;p78"/>
          <p:cNvSpPr/>
          <p:nvPr>
            <p:ph idx="9" type="pic"/>
          </p:nvPr>
        </p:nvSpPr>
        <p:spPr>
          <a:xfrm>
            <a:off x="5890685" y="2409575"/>
            <a:ext cx="1868700" cy="1051200"/>
          </a:xfrm>
          <a:prstGeom prst="roundRect">
            <a:avLst>
              <a:gd fmla="val 6865" name="adj"/>
            </a:avLst>
          </a:prstGeom>
          <a:noFill/>
          <a:ln>
            <a:noFill/>
          </a:ln>
        </p:spPr>
      </p:sp>
      <p:sp>
        <p:nvSpPr>
          <p:cNvPr id="1405" name="Google Shape;1405;p78"/>
          <p:cNvSpPr/>
          <p:nvPr>
            <p:ph idx="13" type="pic"/>
          </p:nvPr>
        </p:nvSpPr>
        <p:spPr>
          <a:xfrm>
            <a:off x="1907087" y="3573907"/>
            <a:ext cx="1868700" cy="1051200"/>
          </a:xfrm>
          <a:prstGeom prst="roundRect">
            <a:avLst>
              <a:gd fmla="val 6865" name="adj"/>
            </a:avLst>
          </a:prstGeom>
          <a:noFill/>
          <a:ln>
            <a:noFill/>
          </a:ln>
        </p:spPr>
      </p:sp>
      <p:sp>
        <p:nvSpPr>
          <p:cNvPr id="1406" name="Google Shape;1406;p78"/>
          <p:cNvSpPr/>
          <p:nvPr>
            <p:ph idx="14" type="pic"/>
          </p:nvPr>
        </p:nvSpPr>
        <p:spPr>
          <a:xfrm>
            <a:off x="3898886" y="3573907"/>
            <a:ext cx="1868700" cy="1051200"/>
          </a:xfrm>
          <a:prstGeom prst="roundRect">
            <a:avLst>
              <a:gd fmla="val 6865" name="adj"/>
            </a:avLst>
          </a:prstGeom>
          <a:noFill/>
          <a:ln>
            <a:noFill/>
          </a:ln>
        </p:spPr>
      </p:sp>
      <p:sp>
        <p:nvSpPr>
          <p:cNvPr id="1407" name="Google Shape;1407;p78"/>
          <p:cNvSpPr/>
          <p:nvPr>
            <p:ph idx="15" type="pic"/>
          </p:nvPr>
        </p:nvSpPr>
        <p:spPr>
          <a:xfrm>
            <a:off x="5890685" y="3573907"/>
            <a:ext cx="1868700" cy="1051200"/>
          </a:xfrm>
          <a:prstGeom prst="roundRect">
            <a:avLst>
              <a:gd fmla="val 6865" name="adj"/>
            </a:avLst>
          </a:prstGeom>
          <a:noFill/>
          <a:ln>
            <a:noFill/>
          </a:ln>
        </p:spPr>
      </p:sp>
      <p:cxnSp>
        <p:nvCxnSpPr>
          <p:cNvPr id="1408" name="Google Shape;1408;p78"/>
          <p:cNvCxnSpPr/>
          <p:nvPr/>
        </p:nvCxnSpPr>
        <p:spPr>
          <a:xfrm>
            <a:off x="521250" y="-200"/>
            <a:ext cx="0" cy="5143800"/>
          </a:xfrm>
          <a:prstGeom prst="straightConnector1">
            <a:avLst/>
          </a:prstGeom>
          <a:noFill/>
          <a:ln cap="flat" cmpd="sng" w="9525">
            <a:solidFill>
              <a:schemeClr val="lt1"/>
            </a:solidFill>
            <a:prstDash val="solid"/>
            <a:round/>
            <a:headEnd len="sm" w="sm" type="none"/>
            <a:tailEnd len="sm" w="sm" type="none"/>
          </a:ln>
        </p:spPr>
      </p:cxnSp>
      <p:cxnSp>
        <p:nvCxnSpPr>
          <p:cNvPr id="1409" name="Google Shape;1409;p78"/>
          <p:cNvCxnSpPr/>
          <p:nvPr/>
        </p:nvCxnSpPr>
        <p:spPr>
          <a:xfrm>
            <a:off x="521250" y="334900"/>
            <a:ext cx="8623200" cy="0"/>
          </a:xfrm>
          <a:prstGeom prst="straightConnector1">
            <a:avLst/>
          </a:prstGeom>
          <a:noFill/>
          <a:ln cap="flat" cmpd="sng" w="9525">
            <a:solidFill>
              <a:schemeClr val="lt1"/>
            </a:solidFill>
            <a:prstDash val="solid"/>
            <a:round/>
            <a:headEnd len="sm" w="sm" type="none"/>
            <a:tailEnd len="sm" w="sm" type="none"/>
          </a:ln>
        </p:spPr>
      </p:cxnSp>
      <p:cxnSp>
        <p:nvCxnSpPr>
          <p:cNvPr id="1410" name="Google Shape;1410;p78"/>
          <p:cNvCxnSpPr/>
          <p:nvPr/>
        </p:nvCxnSpPr>
        <p:spPr>
          <a:xfrm>
            <a:off x="6773750" y="-200"/>
            <a:ext cx="0" cy="335100"/>
          </a:xfrm>
          <a:prstGeom prst="straightConnector1">
            <a:avLst/>
          </a:prstGeom>
          <a:noFill/>
          <a:ln cap="flat" cmpd="sng" w="9525">
            <a:solidFill>
              <a:schemeClr val="lt1"/>
            </a:solidFill>
            <a:prstDash val="solid"/>
            <a:round/>
            <a:headEnd len="sm" w="sm" type="none"/>
            <a:tailEnd len="sm" w="sm" type="none"/>
          </a:ln>
        </p:spPr>
      </p:cxnSp>
      <p:cxnSp>
        <p:nvCxnSpPr>
          <p:cNvPr id="1411" name="Google Shape;1411;p78"/>
          <p:cNvCxnSpPr/>
          <p:nvPr/>
        </p:nvCxnSpPr>
        <p:spPr>
          <a:xfrm>
            <a:off x="8623975" y="-200"/>
            <a:ext cx="0" cy="335100"/>
          </a:xfrm>
          <a:prstGeom prst="straightConnector1">
            <a:avLst/>
          </a:prstGeom>
          <a:noFill/>
          <a:ln cap="flat" cmpd="sng" w="9525">
            <a:solidFill>
              <a:schemeClr val="lt1"/>
            </a:solidFill>
            <a:prstDash val="solid"/>
            <a:round/>
            <a:headEnd len="sm" w="sm" type="none"/>
            <a:tailEnd len="sm" w="sm" type="none"/>
          </a:ln>
        </p:spPr>
      </p:cxnSp>
      <p:sp>
        <p:nvSpPr>
          <p:cNvPr id="1412" name="Google Shape;1412;p78"/>
          <p:cNvSpPr txBox="1"/>
          <p:nvPr>
            <p:ph type="title"/>
          </p:nvPr>
        </p:nvSpPr>
        <p:spPr>
          <a:xfrm flipH="1">
            <a:off x="524150" y="334900"/>
            <a:ext cx="8098500" cy="510000"/>
          </a:xfrm>
          <a:prstGeom prst="rect">
            <a:avLst/>
          </a:prstGeom>
        </p:spPr>
        <p:txBody>
          <a:bodyPr anchorCtr="0" anchor="ctr" bIns="91425" lIns="274300" spcFirstLastPara="1" rIns="91425" wrap="square" tIns="91425">
            <a:normAutofit/>
          </a:bodyPr>
          <a:lstStyle>
            <a:lvl1pPr lvl="0">
              <a:spcBef>
                <a:spcPts val="0"/>
              </a:spcBef>
              <a:spcAft>
                <a:spcPts val="0"/>
              </a:spcAft>
              <a:buClr>
                <a:schemeClr val="lt1"/>
              </a:buClr>
              <a:buSzPts val="2400"/>
              <a:buFont typeface="Gowun Batang"/>
              <a:buNone/>
              <a:defRPr sz="2400"/>
            </a:lvl1pPr>
            <a:lvl2pPr lvl="1">
              <a:spcBef>
                <a:spcPts val="0"/>
              </a:spcBef>
              <a:spcAft>
                <a:spcPts val="0"/>
              </a:spcAft>
              <a:buClr>
                <a:schemeClr val="lt1"/>
              </a:buClr>
              <a:buSzPts val="2400"/>
              <a:buFont typeface="Gowun Batang"/>
              <a:buNone/>
              <a:defRPr sz="2400"/>
            </a:lvl2pPr>
            <a:lvl3pPr lvl="2">
              <a:spcBef>
                <a:spcPts val="0"/>
              </a:spcBef>
              <a:spcAft>
                <a:spcPts val="0"/>
              </a:spcAft>
              <a:buClr>
                <a:schemeClr val="lt1"/>
              </a:buClr>
              <a:buSzPts val="2400"/>
              <a:buFont typeface="Gowun Batang"/>
              <a:buNone/>
              <a:defRPr sz="2400"/>
            </a:lvl3pPr>
            <a:lvl4pPr lvl="3">
              <a:spcBef>
                <a:spcPts val="0"/>
              </a:spcBef>
              <a:spcAft>
                <a:spcPts val="0"/>
              </a:spcAft>
              <a:buClr>
                <a:schemeClr val="lt1"/>
              </a:buClr>
              <a:buSzPts val="2400"/>
              <a:buFont typeface="Gowun Batang"/>
              <a:buNone/>
              <a:defRPr sz="2400"/>
            </a:lvl4pPr>
            <a:lvl5pPr lvl="4">
              <a:spcBef>
                <a:spcPts val="0"/>
              </a:spcBef>
              <a:spcAft>
                <a:spcPts val="0"/>
              </a:spcAft>
              <a:buClr>
                <a:schemeClr val="lt1"/>
              </a:buClr>
              <a:buSzPts val="2400"/>
              <a:buFont typeface="Gowun Batang"/>
              <a:buNone/>
              <a:defRPr sz="2400"/>
            </a:lvl5pPr>
            <a:lvl6pPr lvl="5">
              <a:spcBef>
                <a:spcPts val="0"/>
              </a:spcBef>
              <a:spcAft>
                <a:spcPts val="0"/>
              </a:spcAft>
              <a:buClr>
                <a:schemeClr val="lt1"/>
              </a:buClr>
              <a:buSzPts val="2400"/>
              <a:buFont typeface="Gowun Batang"/>
              <a:buNone/>
              <a:defRPr sz="2400"/>
            </a:lvl6pPr>
            <a:lvl7pPr lvl="6">
              <a:spcBef>
                <a:spcPts val="0"/>
              </a:spcBef>
              <a:spcAft>
                <a:spcPts val="0"/>
              </a:spcAft>
              <a:buClr>
                <a:schemeClr val="lt1"/>
              </a:buClr>
              <a:buSzPts val="2400"/>
              <a:buFont typeface="Gowun Batang"/>
              <a:buNone/>
              <a:defRPr sz="2400"/>
            </a:lvl7pPr>
            <a:lvl8pPr lvl="7">
              <a:spcBef>
                <a:spcPts val="0"/>
              </a:spcBef>
              <a:spcAft>
                <a:spcPts val="0"/>
              </a:spcAft>
              <a:buClr>
                <a:schemeClr val="lt1"/>
              </a:buClr>
              <a:buSzPts val="2400"/>
              <a:buFont typeface="Gowun Batang"/>
              <a:buNone/>
              <a:defRPr sz="2400"/>
            </a:lvl8pPr>
            <a:lvl9pPr lvl="8">
              <a:spcBef>
                <a:spcPts val="0"/>
              </a:spcBef>
              <a:spcAft>
                <a:spcPts val="0"/>
              </a:spcAft>
              <a:buClr>
                <a:schemeClr val="lt1"/>
              </a:buClr>
              <a:buSzPts val="2400"/>
              <a:buFont typeface="Gowun Batang"/>
              <a:buNone/>
              <a:defRPr sz="2400"/>
            </a:lvl9pPr>
          </a:lstStyle>
          <a:p/>
        </p:txBody>
      </p:sp>
      <p:cxnSp>
        <p:nvCxnSpPr>
          <p:cNvPr id="1413" name="Google Shape;1413;p78"/>
          <p:cNvCxnSpPr/>
          <p:nvPr/>
        </p:nvCxnSpPr>
        <p:spPr>
          <a:xfrm>
            <a:off x="521250" y="841675"/>
            <a:ext cx="8623200" cy="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14" name="Shape 1414"/>
        <p:cNvGrpSpPr/>
        <p:nvPr/>
      </p:nvGrpSpPr>
      <p:grpSpPr>
        <a:xfrm>
          <a:off x="0" y="0"/>
          <a:ext cx="0" cy="0"/>
          <a:chOff x="0" y="0"/>
          <a:chExt cx="0" cy="0"/>
        </a:xfrm>
      </p:grpSpPr>
      <p:sp>
        <p:nvSpPr>
          <p:cNvPr id="1415" name="Google Shape;1415;p79"/>
          <p:cNvSpPr txBox="1"/>
          <p:nvPr>
            <p:ph type="ctrTitle"/>
          </p:nvPr>
        </p:nvSpPr>
        <p:spPr>
          <a:xfrm>
            <a:off x="311708" y="744575"/>
            <a:ext cx="8520600" cy="2052600"/>
          </a:xfrm>
          <a:prstGeom prst="rect">
            <a:avLst/>
          </a:prstGeom>
        </p:spPr>
        <p:txBody>
          <a:bodyPr anchorCtr="0" anchor="b" bIns="91425" lIns="91425" spcFirstLastPara="1" rIns="91425" wrap="square" tIns="91425">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416" name="Google Shape;1416;p79"/>
          <p:cNvSpPr txBox="1"/>
          <p:nvPr>
            <p:ph idx="1" type="subTitle"/>
          </p:nvPr>
        </p:nvSpPr>
        <p:spPr>
          <a:xfrm>
            <a:off x="311700" y="2834125"/>
            <a:ext cx="8520600" cy="7926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800"/>
              <a:buNone/>
              <a:defRPr sz="2800"/>
            </a:lvl1pPr>
            <a:lvl2pPr lvl="1" algn="ctr">
              <a:lnSpc>
                <a:spcPct val="100000"/>
              </a:lnSpc>
              <a:spcBef>
                <a:spcPts val="800"/>
              </a:spcBef>
              <a:spcAft>
                <a:spcPts val="0"/>
              </a:spcAft>
              <a:buSzPts val="2800"/>
              <a:buNone/>
              <a:defRPr sz="2800"/>
            </a:lvl2pPr>
            <a:lvl3pPr lvl="2" algn="ctr">
              <a:lnSpc>
                <a:spcPct val="100000"/>
              </a:lnSpc>
              <a:spcBef>
                <a:spcPts val="800"/>
              </a:spcBef>
              <a:spcAft>
                <a:spcPts val="0"/>
              </a:spcAft>
              <a:buSzPts val="2800"/>
              <a:buNone/>
              <a:defRPr sz="2800"/>
            </a:lvl3pPr>
            <a:lvl4pPr lvl="3" algn="ctr">
              <a:lnSpc>
                <a:spcPct val="100000"/>
              </a:lnSpc>
              <a:spcBef>
                <a:spcPts val="800"/>
              </a:spcBef>
              <a:spcAft>
                <a:spcPts val="0"/>
              </a:spcAft>
              <a:buSzPts val="2800"/>
              <a:buNone/>
              <a:defRPr sz="2800"/>
            </a:lvl4pPr>
            <a:lvl5pPr lvl="4" algn="ctr">
              <a:lnSpc>
                <a:spcPct val="100000"/>
              </a:lnSpc>
              <a:spcBef>
                <a:spcPts val="800"/>
              </a:spcBef>
              <a:spcAft>
                <a:spcPts val="0"/>
              </a:spcAft>
              <a:buSzPts val="2800"/>
              <a:buNone/>
              <a:defRPr sz="2800"/>
            </a:lvl5pPr>
            <a:lvl6pPr lvl="5" algn="ctr">
              <a:lnSpc>
                <a:spcPct val="100000"/>
              </a:lnSpc>
              <a:spcBef>
                <a:spcPts val="800"/>
              </a:spcBef>
              <a:spcAft>
                <a:spcPts val="0"/>
              </a:spcAft>
              <a:buSzPts val="2800"/>
              <a:buNone/>
              <a:defRPr sz="2800"/>
            </a:lvl6pPr>
            <a:lvl7pPr lvl="6" algn="ctr">
              <a:lnSpc>
                <a:spcPct val="100000"/>
              </a:lnSpc>
              <a:spcBef>
                <a:spcPts val="800"/>
              </a:spcBef>
              <a:spcAft>
                <a:spcPts val="0"/>
              </a:spcAft>
              <a:buSzPts val="2800"/>
              <a:buNone/>
              <a:defRPr sz="2800"/>
            </a:lvl7pPr>
            <a:lvl8pPr lvl="7" algn="ctr">
              <a:lnSpc>
                <a:spcPct val="100000"/>
              </a:lnSpc>
              <a:spcBef>
                <a:spcPts val="800"/>
              </a:spcBef>
              <a:spcAft>
                <a:spcPts val="0"/>
              </a:spcAft>
              <a:buSzPts val="2800"/>
              <a:buNone/>
              <a:defRPr sz="2800"/>
            </a:lvl8pPr>
            <a:lvl9pPr lvl="8" algn="ctr">
              <a:lnSpc>
                <a:spcPct val="100000"/>
              </a:lnSpc>
              <a:spcBef>
                <a:spcPts val="800"/>
              </a:spcBef>
              <a:spcAft>
                <a:spcPts val="0"/>
              </a:spcAft>
              <a:buSzPts val="2800"/>
              <a:buNone/>
              <a:defRPr sz="2800"/>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417" name="Shape 1417"/>
        <p:cNvGrpSpPr/>
        <p:nvPr/>
      </p:nvGrpSpPr>
      <p:grpSpPr>
        <a:xfrm>
          <a:off x="0" y="0"/>
          <a:ext cx="0" cy="0"/>
          <a:chOff x="0" y="0"/>
          <a:chExt cx="0" cy="0"/>
        </a:xfrm>
      </p:grpSpPr>
      <p:sp>
        <p:nvSpPr>
          <p:cNvPr id="1418" name="Google Shape;1418;p80"/>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419" name="Google Shape;1419;p80"/>
          <p:cNvSpPr txBox="1"/>
          <p:nvPr>
            <p:ph idx="1" type="subTitle"/>
          </p:nvPr>
        </p:nvSpPr>
        <p:spPr>
          <a:xfrm>
            <a:off x="265500" y="2803075"/>
            <a:ext cx="4045200" cy="1235100"/>
          </a:xfrm>
          <a:prstGeom prst="rect">
            <a:avLst/>
          </a:prstGeom>
        </p:spPr>
        <p:txBody>
          <a:bodyPr anchorCtr="0" anchor="t" bIns="91425" lIns="91425" spcFirstLastPara="1" rIns="91425" wrap="square" tIns="91425">
            <a:spAutoFit/>
          </a:bodyPr>
          <a:lstStyle>
            <a:lvl1pPr lvl="0" algn="ctr">
              <a:lnSpc>
                <a:spcPct val="100000"/>
              </a:lnSpc>
              <a:spcBef>
                <a:spcPts val="0"/>
              </a:spcBef>
              <a:spcAft>
                <a:spcPts val="0"/>
              </a:spcAft>
              <a:buSzPts val="2100"/>
              <a:buNone/>
              <a:defRPr sz="2100"/>
            </a:lvl1pPr>
            <a:lvl2pPr lvl="1" algn="ctr">
              <a:lnSpc>
                <a:spcPct val="100000"/>
              </a:lnSpc>
              <a:spcBef>
                <a:spcPts val="800"/>
              </a:spcBef>
              <a:spcAft>
                <a:spcPts val="0"/>
              </a:spcAft>
              <a:buSzPts val="2100"/>
              <a:buNone/>
              <a:defRPr sz="2100"/>
            </a:lvl2pPr>
            <a:lvl3pPr lvl="2" algn="ctr">
              <a:lnSpc>
                <a:spcPct val="100000"/>
              </a:lnSpc>
              <a:spcBef>
                <a:spcPts val="800"/>
              </a:spcBef>
              <a:spcAft>
                <a:spcPts val="0"/>
              </a:spcAft>
              <a:buSzPts val="2100"/>
              <a:buNone/>
              <a:defRPr sz="2100"/>
            </a:lvl3pPr>
            <a:lvl4pPr lvl="3" algn="ctr">
              <a:lnSpc>
                <a:spcPct val="100000"/>
              </a:lnSpc>
              <a:spcBef>
                <a:spcPts val="800"/>
              </a:spcBef>
              <a:spcAft>
                <a:spcPts val="0"/>
              </a:spcAft>
              <a:buSzPts val="2100"/>
              <a:buNone/>
              <a:defRPr sz="2100"/>
            </a:lvl4pPr>
            <a:lvl5pPr lvl="4" algn="ctr">
              <a:lnSpc>
                <a:spcPct val="100000"/>
              </a:lnSpc>
              <a:spcBef>
                <a:spcPts val="800"/>
              </a:spcBef>
              <a:spcAft>
                <a:spcPts val="0"/>
              </a:spcAft>
              <a:buSzPts val="2100"/>
              <a:buNone/>
              <a:defRPr sz="2100"/>
            </a:lvl5pPr>
            <a:lvl6pPr lvl="5" algn="ctr">
              <a:lnSpc>
                <a:spcPct val="100000"/>
              </a:lnSpc>
              <a:spcBef>
                <a:spcPts val="800"/>
              </a:spcBef>
              <a:spcAft>
                <a:spcPts val="0"/>
              </a:spcAft>
              <a:buSzPts val="2100"/>
              <a:buNone/>
              <a:defRPr sz="2100"/>
            </a:lvl6pPr>
            <a:lvl7pPr lvl="6" algn="ctr">
              <a:lnSpc>
                <a:spcPct val="100000"/>
              </a:lnSpc>
              <a:spcBef>
                <a:spcPts val="800"/>
              </a:spcBef>
              <a:spcAft>
                <a:spcPts val="0"/>
              </a:spcAft>
              <a:buSzPts val="2100"/>
              <a:buNone/>
              <a:defRPr sz="2100"/>
            </a:lvl7pPr>
            <a:lvl8pPr lvl="7" algn="ctr">
              <a:lnSpc>
                <a:spcPct val="100000"/>
              </a:lnSpc>
              <a:spcBef>
                <a:spcPts val="800"/>
              </a:spcBef>
              <a:spcAft>
                <a:spcPts val="0"/>
              </a:spcAft>
              <a:buSzPts val="2100"/>
              <a:buNone/>
              <a:defRPr sz="2100"/>
            </a:lvl8pPr>
            <a:lvl9pPr lvl="8" algn="ctr">
              <a:lnSpc>
                <a:spcPct val="100000"/>
              </a:lnSpc>
              <a:spcBef>
                <a:spcPts val="800"/>
              </a:spcBef>
              <a:spcAft>
                <a:spcPts val="0"/>
              </a:spcAft>
              <a:buSzPts val="2100"/>
              <a:buNone/>
              <a:defRPr sz="2100"/>
            </a:lvl9pPr>
          </a:lstStyle>
          <a:p/>
        </p:txBody>
      </p:sp>
      <p:sp>
        <p:nvSpPr>
          <p:cNvPr id="1420" name="Google Shape;1420;p80"/>
          <p:cNvSpPr txBox="1"/>
          <p:nvPr>
            <p:ph idx="2" type="body"/>
          </p:nvPr>
        </p:nvSpPr>
        <p:spPr>
          <a:xfrm>
            <a:off x="4939500" y="724075"/>
            <a:ext cx="3837000" cy="3695100"/>
          </a:xfrm>
          <a:prstGeom prst="rect">
            <a:avLst/>
          </a:prstGeom>
        </p:spPr>
        <p:txBody>
          <a:bodyPr anchorCtr="0" anchor="ctr"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421" name="Shape 1421"/>
        <p:cNvGrpSpPr/>
        <p:nvPr/>
      </p:nvGrpSpPr>
      <p:grpSpPr>
        <a:xfrm>
          <a:off x="0" y="0"/>
          <a:ext cx="0" cy="0"/>
          <a:chOff x="0" y="0"/>
          <a:chExt cx="0" cy="0"/>
        </a:xfrm>
      </p:grpSpPr>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
    <p:spTree>
      <p:nvGrpSpPr>
        <p:cNvPr id="1426" name="Shape 1426"/>
        <p:cNvGrpSpPr/>
        <p:nvPr/>
      </p:nvGrpSpPr>
      <p:grpSpPr>
        <a:xfrm>
          <a:off x="0" y="0"/>
          <a:ext cx="0" cy="0"/>
          <a:chOff x="0" y="0"/>
          <a:chExt cx="0" cy="0"/>
        </a:xfrm>
      </p:grpSpPr>
      <p:cxnSp>
        <p:nvCxnSpPr>
          <p:cNvPr id="1427" name="Google Shape;1427;p83"/>
          <p:cNvCxnSpPr/>
          <p:nvPr/>
        </p:nvCxnSpPr>
        <p:spPr>
          <a:xfrm>
            <a:off x="0" y="3618350"/>
            <a:ext cx="9144000" cy="0"/>
          </a:xfrm>
          <a:prstGeom prst="straightConnector1">
            <a:avLst/>
          </a:prstGeom>
          <a:noFill/>
          <a:ln cap="flat" cmpd="sng" w="9525">
            <a:solidFill>
              <a:schemeClr val="dk1"/>
            </a:solidFill>
            <a:prstDash val="solid"/>
            <a:round/>
            <a:headEnd len="med" w="med" type="none"/>
            <a:tailEnd len="med" w="med" type="none"/>
          </a:ln>
        </p:spPr>
      </p:cxnSp>
      <p:sp>
        <p:nvSpPr>
          <p:cNvPr id="1428" name="Google Shape;1428;p83"/>
          <p:cNvSpPr/>
          <p:nvPr>
            <p:ph idx="2" type="pic"/>
          </p:nvPr>
        </p:nvSpPr>
        <p:spPr>
          <a:xfrm rot="-5400000">
            <a:off x="4689300" y="690800"/>
            <a:ext cx="3062700" cy="5855100"/>
          </a:xfrm>
          <a:prstGeom prst="round2SameRect">
            <a:avLst>
              <a:gd fmla="val 50000" name="adj1"/>
              <a:gd fmla="val 0" name="adj2"/>
            </a:avLst>
          </a:prstGeom>
          <a:noFill/>
          <a:ln>
            <a:noFill/>
          </a:ln>
        </p:spPr>
      </p:sp>
      <p:sp>
        <p:nvSpPr>
          <p:cNvPr id="1429" name="Google Shape;1429;p83"/>
          <p:cNvSpPr txBox="1"/>
          <p:nvPr>
            <p:ph type="title"/>
          </p:nvPr>
        </p:nvSpPr>
        <p:spPr>
          <a:xfrm>
            <a:off x="256050" y="3313175"/>
            <a:ext cx="2352600" cy="123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1pPr>
            <a:lvl2pPr lvl="1">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2pPr>
            <a:lvl3pPr lvl="2">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3pPr>
            <a:lvl4pPr lvl="3">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4pPr>
            <a:lvl5pPr lvl="4">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5pPr>
            <a:lvl6pPr lvl="5">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6pPr>
            <a:lvl7pPr lvl="6">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7pPr>
            <a:lvl8pPr lvl="7">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8pPr>
            <a:lvl9pPr lvl="8">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9pPr>
          </a:lstStyle>
          <a:p/>
        </p:txBody>
      </p:sp>
      <p:sp>
        <p:nvSpPr>
          <p:cNvPr id="1430" name="Google Shape;1430;p83"/>
          <p:cNvSpPr txBox="1"/>
          <p:nvPr>
            <p:ph idx="3" type="title"/>
          </p:nvPr>
        </p:nvSpPr>
        <p:spPr>
          <a:xfrm>
            <a:off x="256050" y="3800525"/>
            <a:ext cx="2352600" cy="123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1pPr>
            <a:lvl2pPr lvl="1">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2pPr>
            <a:lvl3pPr lvl="2">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3pPr>
            <a:lvl4pPr lvl="3">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4pPr>
            <a:lvl5pPr lvl="4">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5pPr>
            <a:lvl6pPr lvl="5">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6pPr>
            <a:lvl7pPr lvl="6">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7pPr>
            <a:lvl8pPr lvl="7">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8pPr>
            <a:lvl9pPr lvl="8">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9pPr>
          </a:lstStyle>
          <a:p/>
        </p:txBody>
      </p:sp>
      <p:sp>
        <p:nvSpPr>
          <p:cNvPr id="1431" name="Google Shape;1431;p83"/>
          <p:cNvSpPr txBox="1"/>
          <p:nvPr>
            <p:ph idx="1"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432" name="Google Shape;1432;p83"/>
          <p:cNvSpPr txBox="1"/>
          <p:nvPr>
            <p:ph idx="4" type="title"/>
          </p:nvPr>
        </p:nvSpPr>
        <p:spPr>
          <a:xfrm>
            <a:off x="256050" y="256025"/>
            <a:ext cx="8631900" cy="11355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6000"/>
              <a:buFont typeface="Montserrat"/>
              <a:buNone/>
              <a:defRPr sz="6000">
                <a:latin typeface="Montserrat"/>
                <a:ea typeface="Montserrat"/>
                <a:cs typeface="Montserrat"/>
                <a:sym typeface="Montserrat"/>
              </a:defRPr>
            </a:lvl1pPr>
            <a:lvl2pPr lvl="1">
              <a:spcBef>
                <a:spcPts val="0"/>
              </a:spcBef>
              <a:spcAft>
                <a:spcPts val="0"/>
              </a:spcAft>
              <a:buClr>
                <a:schemeClr val="dk1"/>
              </a:buClr>
              <a:buSzPts val="6000"/>
              <a:buFont typeface="Montserrat"/>
              <a:buNone/>
              <a:defRPr sz="6000">
                <a:latin typeface="Montserrat"/>
                <a:ea typeface="Montserrat"/>
                <a:cs typeface="Montserrat"/>
                <a:sym typeface="Montserrat"/>
              </a:defRPr>
            </a:lvl2pPr>
            <a:lvl3pPr lvl="2">
              <a:spcBef>
                <a:spcPts val="0"/>
              </a:spcBef>
              <a:spcAft>
                <a:spcPts val="0"/>
              </a:spcAft>
              <a:buClr>
                <a:schemeClr val="dk1"/>
              </a:buClr>
              <a:buSzPts val="6000"/>
              <a:buFont typeface="Montserrat"/>
              <a:buNone/>
              <a:defRPr sz="6000">
                <a:latin typeface="Montserrat"/>
                <a:ea typeface="Montserrat"/>
                <a:cs typeface="Montserrat"/>
                <a:sym typeface="Montserrat"/>
              </a:defRPr>
            </a:lvl3pPr>
            <a:lvl4pPr lvl="3">
              <a:spcBef>
                <a:spcPts val="0"/>
              </a:spcBef>
              <a:spcAft>
                <a:spcPts val="0"/>
              </a:spcAft>
              <a:buClr>
                <a:schemeClr val="dk1"/>
              </a:buClr>
              <a:buSzPts val="6000"/>
              <a:buFont typeface="Montserrat"/>
              <a:buNone/>
              <a:defRPr sz="6000">
                <a:latin typeface="Montserrat"/>
                <a:ea typeface="Montserrat"/>
                <a:cs typeface="Montserrat"/>
                <a:sym typeface="Montserrat"/>
              </a:defRPr>
            </a:lvl4pPr>
            <a:lvl5pPr lvl="4">
              <a:spcBef>
                <a:spcPts val="0"/>
              </a:spcBef>
              <a:spcAft>
                <a:spcPts val="0"/>
              </a:spcAft>
              <a:buClr>
                <a:schemeClr val="dk1"/>
              </a:buClr>
              <a:buSzPts val="6000"/>
              <a:buFont typeface="Montserrat"/>
              <a:buNone/>
              <a:defRPr sz="6000">
                <a:latin typeface="Montserrat"/>
                <a:ea typeface="Montserrat"/>
                <a:cs typeface="Montserrat"/>
                <a:sym typeface="Montserrat"/>
              </a:defRPr>
            </a:lvl5pPr>
            <a:lvl6pPr lvl="5">
              <a:spcBef>
                <a:spcPts val="0"/>
              </a:spcBef>
              <a:spcAft>
                <a:spcPts val="0"/>
              </a:spcAft>
              <a:buClr>
                <a:schemeClr val="dk1"/>
              </a:buClr>
              <a:buSzPts val="6000"/>
              <a:buFont typeface="Montserrat"/>
              <a:buNone/>
              <a:defRPr sz="6000">
                <a:latin typeface="Montserrat"/>
                <a:ea typeface="Montserrat"/>
                <a:cs typeface="Montserrat"/>
                <a:sym typeface="Montserrat"/>
              </a:defRPr>
            </a:lvl6pPr>
            <a:lvl7pPr lvl="6">
              <a:spcBef>
                <a:spcPts val="0"/>
              </a:spcBef>
              <a:spcAft>
                <a:spcPts val="0"/>
              </a:spcAft>
              <a:buClr>
                <a:schemeClr val="dk1"/>
              </a:buClr>
              <a:buSzPts val="6000"/>
              <a:buFont typeface="Montserrat"/>
              <a:buNone/>
              <a:defRPr sz="6000">
                <a:latin typeface="Montserrat"/>
                <a:ea typeface="Montserrat"/>
                <a:cs typeface="Montserrat"/>
                <a:sym typeface="Montserrat"/>
              </a:defRPr>
            </a:lvl7pPr>
            <a:lvl8pPr lvl="7">
              <a:spcBef>
                <a:spcPts val="0"/>
              </a:spcBef>
              <a:spcAft>
                <a:spcPts val="0"/>
              </a:spcAft>
              <a:buClr>
                <a:schemeClr val="dk1"/>
              </a:buClr>
              <a:buSzPts val="6000"/>
              <a:buFont typeface="Montserrat"/>
              <a:buNone/>
              <a:defRPr sz="6000">
                <a:latin typeface="Montserrat"/>
                <a:ea typeface="Montserrat"/>
                <a:cs typeface="Montserrat"/>
                <a:sym typeface="Montserrat"/>
              </a:defRPr>
            </a:lvl8pPr>
            <a:lvl9pPr lvl="8">
              <a:spcBef>
                <a:spcPts val="0"/>
              </a:spcBef>
              <a:spcAft>
                <a:spcPts val="0"/>
              </a:spcAft>
              <a:buClr>
                <a:schemeClr val="dk1"/>
              </a:buClr>
              <a:buSzPts val="6000"/>
              <a:buFont typeface="Montserrat"/>
              <a:buNone/>
              <a:defRPr sz="6000">
                <a:latin typeface="Montserrat"/>
                <a:ea typeface="Montserrat"/>
                <a:cs typeface="Montserrat"/>
                <a:sym typeface="Montserrat"/>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p:cSld name="BLANK_1_1_1">
    <p:spTree>
      <p:nvGrpSpPr>
        <p:cNvPr id="1433" name="Shape 1433"/>
        <p:cNvGrpSpPr/>
        <p:nvPr/>
      </p:nvGrpSpPr>
      <p:grpSpPr>
        <a:xfrm>
          <a:off x="0" y="0"/>
          <a:ext cx="0" cy="0"/>
          <a:chOff x="0" y="0"/>
          <a:chExt cx="0" cy="0"/>
        </a:xfrm>
      </p:grpSpPr>
      <p:sp>
        <p:nvSpPr>
          <p:cNvPr id="1434" name="Google Shape;1434;p84"/>
          <p:cNvSpPr txBox="1"/>
          <p:nvPr>
            <p:ph idx="1" type="body"/>
          </p:nvPr>
        </p:nvSpPr>
        <p:spPr>
          <a:xfrm>
            <a:off x="256025" y="2647675"/>
            <a:ext cx="36396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435" name="Google Shape;1435;p84"/>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36" name="Google Shape;1436;p84"/>
          <p:cNvSpPr txBox="1"/>
          <p:nvPr>
            <p:ph idx="2"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1">
  <p:cSld name="BLANK_1_1_1_1_1_1_1_2">
    <p:spTree>
      <p:nvGrpSpPr>
        <p:cNvPr id="1437" name="Shape 1437"/>
        <p:cNvGrpSpPr/>
        <p:nvPr/>
      </p:nvGrpSpPr>
      <p:grpSpPr>
        <a:xfrm>
          <a:off x="0" y="0"/>
          <a:ext cx="0" cy="0"/>
          <a:chOff x="0" y="0"/>
          <a:chExt cx="0" cy="0"/>
        </a:xfrm>
      </p:grpSpPr>
      <p:sp>
        <p:nvSpPr>
          <p:cNvPr id="1438" name="Google Shape;1438;p85"/>
          <p:cNvSpPr/>
          <p:nvPr/>
        </p:nvSpPr>
        <p:spPr>
          <a:xfrm>
            <a:off x="4572000" y="-6600"/>
            <a:ext cx="4572000" cy="515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39" name="Google Shape;1439;p85"/>
          <p:cNvSpPr txBox="1"/>
          <p:nvPr>
            <p:ph type="title"/>
          </p:nvPr>
        </p:nvSpPr>
        <p:spPr>
          <a:xfrm>
            <a:off x="256025" y="213150"/>
            <a:ext cx="4261200" cy="1005900"/>
          </a:xfrm>
          <a:prstGeom prst="rect">
            <a:avLst/>
          </a:prstGeom>
        </p:spPr>
        <p:txBody>
          <a:bodyPr anchorCtr="0" anchor="t" bIns="0" lIns="0" spcFirstLastPara="1" rIns="0" wrap="square" tIns="0">
            <a:norm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40" name="Google Shape;1440;p85"/>
          <p:cNvSpPr txBox="1"/>
          <p:nvPr>
            <p:ph idx="1" type="body"/>
          </p:nvPr>
        </p:nvSpPr>
        <p:spPr>
          <a:xfrm>
            <a:off x="256025" y="1547275"/>
            <a:ext cx="36396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441" name="Google Shape;1441;p85"/>
          <p:cNvSpPr txBox="1"/>
          <p:nvPr>
            <p:ph idx="2" type="title"/>
          </p:nvPr>
        </p:nvSpPr>
        <p:spPr>
          <a:xfrm>
            <a:off x="6067500" y="4448600"/>
            <a:ext cx="1581000" cy="118500"/>
          </a:xfrm>
          <a:prstGeom prst="rect">
            <a:avLst/>
          </a:prstGeom>
        </p:spPr>
        <p:txBody>
          <a:bodyPr anchorCtr="0" anchor="t" bIns="0" lIns="0" spcFirstLastPara="1" rIns="0" wrap="square" tIns="0">
            <a:normAutofit/>
          </a:bodyPr>
          <a:lstStyle>
            <a:lvl1pPr lvl="0" algn="ctr">
              <a:spcBef>
                <a:spcPts val="0"/>
              </a:spcBef>
              <a:spcAft>
                <a:spcPts val="0"/>
              </a:spcAft>
              <a:buNone/>
              <a:defRPr sz="1000">
                <a:solidFill>
                  <a:schemeClr val="lt2"/>
                </a:solidFill>
                <a:latin typeface="Montserrat"/>
                <a:ea typeface="Montserrat"/>
                <a:cs typeface="Montserrat"/>
                <a:sym typeface="Montserrat"/>
              </a:defRPr>
            </a:lvl1pPr>
            <a:lvl2pPr lvl="1">
              <a:lnSpc>
                <a:spcPct val="115000"/>
              </a:lnSpc>
              <a:spcBef>
                <a:spcPts val="0"/>
              </a:spcBef>
              <a:spcAft>
                <a:spcPts val="0"/>
              </a:spcAft>
              <a:buNone/>
              <a:defRPr sz="1000">
                <a:solidFill>
                  <a:schemeClr val="lt2"/>
                </a:solidFill>
                <a:latin typeface="Montserrat"/>
                <a:ea typeface="Montserrat"/>
                <a:cs typeface="Montserrat"/>
                <a:sym typeface="Montserrat"/>
              </a:defRPr>
            </a:lvl2pPr>
            <a:lvl3pPr lvl="2">
              <a:lnSpc>
                <a:spcPct val="115000"/>
              </a:lnSpc>
              <a:spcBef>
                <a:spcPts val="0"/>
              </a:spcBef>
              <a:spcAft>
                <a:spcPts val="0"/>
              </a:spcAft>
              <a:buNone/>
              <a:defRPr sz="1000">
                <a:solidFill>
                  <a:schemeClr val="lt2"/>
                </a:solidFill>
                <a:latin typeface="Montserrat"/>
                <a:ea typeface="Montserrat"/>
                <a:cs typeface="Montserrat"/>
                <a:sym typeface="Montserrat"/>
              </a:defRPr>
            </a:lvl3pPr>
            <a:lvl4pPr lvl="3">
              <a:lnSpc>
                <a:spcPct val="115000"/>
              </a:lnSpc>
              <a:spcBef>
                <a:spcPts val="0"/>
              </a:spcBef>
              <a:spcAft>
                <a:spcPts val="0"/>
              </a:spcAft>
              <a:buNone/>
              <a:defRPr sz="1000">
                <a:solidFill>
                  <a:schemeClr val="lt2"/>
                </a:solidFill>
                <a:latin typeface="Montserrat"/>
                <a:ea typeface="Montserrat"/>
                <a:cs typeface="Montserrat"/>
                <a:sym typeface="Montserrat"/>
              </a:defRPr>
            </a:lvl4pPr>
            <a:lvl5pPr lvl="4">
              <a:lnSpc>
                <a:spcPct val="115000"/>
              </a:lnSpc>
              <a:spcBef>
                <a:spcPts val="0"/>
              </a:spcBef>
              <a:spcAft>
                <a:spcPts val="0"/>
              </a:spcAft>
              <a:buNone/>
              <a:defRPr sz="1000">
                <a:solidFill>
                  <a:schemeClr val="lt2"/>
                </a:solidFill>
                <a:latin typeface="Montserrat"/>
                <a:ea typeface="Montserrat"/>
                <a:cs typeface="Montserrat"/>
                <a:sym typeface="Montserrat"/>
              </a:defRPr>
            </a:lvl5pPr>
            <a:lvl6pPr lvl="5">
              <a:lnSpc>
                <a:spcPct val="115000"/>
              </a:lnSpc>
              <a:spcBef>
                <a:spcPts val="0"/>
              </a:spcBef>
              <a:spcAft>
                <a:spcPts val="0"/>
              </a:spcAft>
              <a:buNone/>
              <a:defRPr sz="1000">
                <a:solidFill>
                  <a:schemeClr val="lt2"/>
                </a:solidFill>
                <a:latin typeface="Montserrat"/>
                <a:ea typeface="Montserrat"/>
                <a:cs typeface="Montserrat"/>
                <a:sym typeface="Montserrat"/>
              </a:defRPr>
            </a:lvl6pPr>
            <a:lvl7pPr lvl="6">
              <a:lnSpc>
                <a:spcPct val="115000"/>
              </a:lnSpc>
              <a:spcBef>
                <a:spcPts val="0"/>
              </a:spcBef>
              <a:spcAft>
                <a:spcPts val="0"/>
              </a:spcAft>
              <a:buNone/>
              <a:defRPr sz="1000">
                <a:solidFill>
                  <a:schemeClr val="lt2"/>
                </a:solidFill>
                <a:latin typeface="Montserrat"/>
                <a:ea typeface="Montserrat"/>
                <a:cs typeface="Montserrat"/>
                <a:sym typeface="Montserrat"/>
              </a:defRPr>
            </a:lvl7pPr>
            <a:lvl8pPr lvl="7">
              <a:lnSpc>
                <a:spcPct val="115000"/>
              </a:lnSpc>
              <a:spcBef>
                <a:spcPts val="0"/>
              </a:spcBef>
              <a:spcAft>
                <a:spcPts val="0"/>
              </a:spcAft>
              <a:buNone/>
              <a:defRPr sz="1000">
                <a:solidFill>
                  <a:schemeClr val="lt2"/>
                </a:solidFill>
                <a:latin typeface="Montserrat"/>
                <a:ea typeface="Montserrat"/>
                <a:cs typeface="Montserrat"/>
                <a:sym typeface="Montserrat"/>
              </a:defRPr>
            </a:lvl8pPr>
            <a:lvl9pPr lvl="8">
              <a:lnSpc>
                <a:spcPct val="115000"/>
              </a:lnSpc>
              <a:spcBef>
                <a:spcPts val="0"/>
              </a:spcBef>
              <a:spcAft>
                <a:spcPts val="0"/>
              </a:spcAft>
              <a:buNone/>
              <a:defRPr sz="1000">
                <a:solidFill>
                  <a:schemeClr val="lt2"/>
                </a:solidFill>
                <a:latin typeface="Montserrat"/>
                <a:ea typeface="Montserrat"/>
                <a:cs typeface="Montserrat"/>
                <a:sym typeface="Montserrat"/>
              </a:defRPr>
            </a:lvl9pPr>
          </a:lstStyle>
          <a:p/>
        </p:txBody>
      </p:sp>
      <p:sp>
        <p:nvSpPr>
          <p:cNvPr id="1442" name="Google Shape;1442;p85"/>
          <p:cNvSpPr txBox="1"/>
          <p:nvPr>
            <p:ph idx="3" type="title"/>
          </p:nvPr>
        </p:nvSpPr>
        <p:spPr>
          <a:xfrm>
            <a:off x="6067500" y="4621154"/>
            <a:ext cx="1581000" cy="118500"/>
          </a:xfrm>
          <a:prstGeom prst="rect">
            <a:avLst/>
          </a:prstGeom>
        </p:spPr>
        <p:txBody>
          <a:bodyPr anchorCtr="0" anchor="t" bIns="0" lIns="0" spcFirstLastPara="1" rIns="0" wrap="square" tIns="0">
            <a:normAutofit/>
          </a:bodyPr>
          <a:lstStyle>
            <a:lvl1pPr lvl="0" algn="ctr">
              <a:spcBef>
                <a:spcPts val="0"/>
              </a:spcBef>
              <a:spcAft>
                <a:spcPts val="0"/>
              </a:spcAft>
              <a:buNone/>
              <a:defRPr sz="800">
                <a:solidFill>
                  <a:schemeClr val="lt2"/>
                </a:solidFill>
              </a:defRPr>
            </a:lvl1pPr>
            <a:lvl2pPr lvl="1">
              <a:lnSpc>
                <a:spcPct val="115000"/>
              </a:lnSpc>
              <a:spcBef>
                <a:spcPts val="0"/>
              </a:spcBef>
              <a:spcAft>
                <a:spcPts val="0"/>
              </a:spcAft>
              <a:buNone/>
              <a:defRPr sz="800">
                <a:solidFill>
                  <a:schemeClr val="lt2"/>
                </a:solidFill>
              </a:defRPr>
            </a:lvl2pPr>
            <a:lvl3pPr lvl="2">
              <a:lnSpc>
                <a:spcPct val="115000"/>
              </a:lnSpc>
              <a:spcBef>
                <a:spcPts val="0"/>
              </a:spcBef>
              <a:spcAft>
                <a:spcPts val="0"/>
              </a:spcAft>
              <a:buNone/>
              <a:defRPr sz="800">
                <a:solidFill>
                  <a:schemeClr val="lt2"/>
                </a:solidFill>
              </a:defRPr>
            </a:lvl3pPr>
            <a:lvl4pPr lvl="3">
              <a:lnSpc>
                <a:spcPct val="115000"/>
              </a:lnSpc>
              <a:spcBef>
                <a:spcPts val="0"/>
              </a:spcBef>
              <a:spcAft>
                <a:spcPts val="0"/>
              </a:spcAft>
              <a:buNone/>
              <a:defRPr sz="800">
                <a:solidFill>
                  <a:schemeClr val="lt2"/>
                </a:solidFill>
              </a:defRPr>
            </a:lvl4pPr>
            <a:lvl5pPr lvl="4">
              <a:lnSpc>
                <a:spcPct val="115000"/>
              </a:lnSpc>
              <a:spcBef>
                <a:spcPts val="0"/>
              </a:spcBef>
              <a:spcAft>
                <a:spcPts val="0"/>
              </a:spcAft>
              <a:buNone/>
              <a:defRPr sz="800">
                <a:solidFill>
                  <a:schemeClr val="lt2"/>
                </a:solidFill>
              </a:defRPr>
            </a:lvl5pPr>
            <a:lvl6pPr lvl="5">
              <a:lnSpc>
                <a:spcPct val="115000"/>
              </a:lnSpc>
              <a:spcBef>
                <a:spcPts val="0"/>
              </a:spcBef>
              <a:spcAft>
                <a:spcPts val="0"/>
              </a:spcAft>
              <a:buNone/>
              <a:defRPr sz="800">
                <a:solidFill>
                  <a:schemeClr val="lt2"/>
                </a:solidFill>
              </a:defRPr>
            </a:lvl6pPr>
            <a:lvl7pPr lvl="6">
              <a:lnSpc>
                <a:spcPct val="115000"/>
              </a:lnSpc>
              <a:spcBef>
                <a:spcPts val="0"/>
              </a:spcBef>
              <a:spcAft>
                <a:spcPts val="0"/>
              </a:spcAft>
              <a:buNone/>
              <a:defRPr sz="800">
                <a:solidFill>
                  <a:schemeClr val="lt2"/>
                </a:solidFill>
              </a:defRPr>
            </a:lvl7pPr>
            <a:lvl8pPr lvl="7">
              <a:lnSpc>
                <a:spcPct val="115000"/>
              </a:lnSpc>
              <a:spcBef>
                <a:spcPts val="0"/>
              </a:spcBef>
              <a:spcAft>
                <a:spcPts val="0"/>
              </a:spcAft>
              <a:buNone/>
              <a:defRPr sz="800">
                <a:solidFill>
                  <a:schemeClr val="lt2"/>
                </a:solidFill>
              </a:defRPr>
            </a:lvl8pPr>
            <a:lvl9pPr lvl="8">
              <a:lnSpc>
                <a:spcPct val="115000"/>
              </a:lnSpc>
              <a:spcBef>
                <a:spcPts val="0"/>
              </a:spcBef>
              <a:spcAft>
                <a:spcPts val="0"/>
              </a:spcAft>
              <a:buNone/>
              <a:defRPr sz="800">
                <a:solidFill>
                  <a:schemeClr val="lt2"/>
                </a:solidFill>
              </a:defRPr>
            </a:lvl9pPr>
          </a:lstStyle>
          <a:p/>
        </p:txBody>
      </p:sp>
      <p:sp>
        <p:nvSpPr>
          <p:cNvPr id="1443" name="Google Shape;1443;p85"/>
          <p:cNvSpPr txBox="1"/>
          <p:nvPr>
            <p:ph idx="4"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444" name="Google Shape;1444;p85"/>
          <p:cNvSpPr txBox="1"/>
          <p:nvPr>
            <p:ph idx="5" type="body"/>
          </p:nvPr>
        </p:nvSpPr>
        <p:spPr>
          <a:xfrm>
            <a:off x="5190600" y="1902000"/>
            <a:ext cx="3639600" cy="1644300"/>
          </a:xfrm>
          <a:prstGeom prst="rect">
            <a:avLst/>
          </a:prstGeom>
        </p:spPr>
        <p:txBody>
          <a:bodyPr anchorCtr="0" anchor="t" bIns="0" lIns="0" spcFirstLastPara="1" rIns="0" wrap="square" tIns="0">
            <a:noAutofit/>
          </a:bodyPr>
          <a:lstStyle>
            <a:lvl1pPr indent="-342900" lvl="0" marL="457200" algn="ctr">
              <a:lnSpc>
                <a:spcPct val="115000"/>
              </a:lnSpc>
              <a:spcBef>
                <a:spcPts val="0"/>
              </a:spcBef>
              <a:spcAft>
                <a:spcPts val="0"/>
              </a:spcAft>
              <a:buClr>
                <a:schemeClr val="lt2"/>
              </a:buClr>
              <a:buSzPts val="1800"/>
              <a:buFont typeface="Montserrat"/>
              <a:buChar char="●"/>
              <a:defRPr sz="1800"/>
            </a:lvl1pPr>
            <a:lvl2pPr indent="-342900" lvl="1" marL="914400" algn="ctr">
              <a:lnSpc>
                <a:spcPct val="115000"/>
              </a:lnSpc>
              <a:spcBef>
                <a:spcPts val="0"/>
              </a:spcBef>
              <a:spcAft>
                <a:spcPts val="0"/>
              </a:spcAft>
              <a:buClr>
                <a:schemeClr val="lt2"/>
              </a:buClr>
              <a:buSzPts val="1800"/>
              <a:buFont typeface="Montserrat"/>
              <a:buChar char="○"/>
              <a:defRPr sz="1800"/>
            </a:lvl2pPr>
            <a:lvl3pPr indent="-342900" lvl="2" marL="1371600" algn="ctr">
              <a:lnSpc>
                <a:spcPct val="115000"/>
              </a:lnSpc>
              <a:spcBef>
                <a:spcPts val="0"/>
              </a:spcBef>
              <a:spcAft>
                <a:spcPts val="0"/>
              </a:spcAft>
              <a:buClr>
                <a:schemeClr val="lt2"/>
              </a:buClr>
              <a:buSzPts val="1800"/>
              <a:buFont typeface="Montserrat"/>
              <a:buChar char="■"/>
              <a:defRPr sz="1800"/>
            </a:lvl3pPr>
            <a:lvl4pPr indent="-342900" lvl="3" marL="1828800" algn="ctr">
              <a:lnSpc>
                <a:spcPct val="115000"/>
              </a:lnSpc>
              <a:spcBef>
                <a:spcPts val="0"/>
              </a:spcBef>
              <a:spcAft>
                <a:spcPts val="0"/>
              </a:spcAft>
              <a:buClr>
                <a:schemeClr val="lt2"/>
              </a:buClr>
              <a:buSzPts val="1800"/>
              <a:buFont typeface="Montserrat"/>
              <a:buChar char="●"/>
              <a:defRPr sz="1800"/>
            </a:lvl4pPr>
            <a:lvl5pPr indent="-342900" lvl="4" marL="2286000" algn="ctr">
              <a:lnSpc>
                <a:spcPct val="115000"/>
              </a:lnSpc>
              <a:spcBef>
                <a:spcPts val="0"/>
              </a:spcBef>
              <a:spcAft>
                <a:spcPts val="0"/>
              </a:spcAft>
              <a:buClr>
                <a:schemeClr val="lt2"/>
              </a:buClr>
              <a:buSzPts val="1800"/>
              <a:buFont typeface="Montserrat"/>
              <a:buChar char="○"/>
              <a:defRPr sz="1800"/>
            </a:lvl5pPr>
            <a:lvl6pPr indent="-342900" lvl="5" marL="2743200" algn="ctr">
              <a:lnSpc>
                <a:spcPct val="115000"/>
              </a:lnSpc>
              <a:spcBef>
                <a:spcPts val="0"/>
              </a:spcBef>
              <a:spcAft>
                <a:spcPts val="0"/>
              </a:spcAft>
              <a:buClr>
                <a:schemeClr val="lt2"/>
              </a:buClr>
              <a:buSzPts val="1800"/>
              <a:buFont typeface="Montserrat"/>
              <a:buChar char="■"/>
              <a:defRPr sz="1800"/>
            </a:lvl6pPr>
            <a:lvl7pPr indent="-342900" lvl="6" marL="3200400" algn="ctr">
              <a:lnSpc>
                <a:spcPct val="115000"/>
              </a:lnSpc>
              <a:spcBef>
                <a:spcPts val="0"/>
              </a:spcBef>
              <a:spcAft>
                <a:spcPts val="0"/>
              </a:spcAft>
              <a:buClr>
                <a:schemeClr val="lt2"/>
              </a:buClr>
              <a:buSzPts val="1800"/>
              <a:buFont typeface="Montserrat"/>
              <a:buChar char="●"/>
              <a:defRPr sz="1800"/>
            </a:lvl7pPr>
            <a:lvl8pPr indent="-342900" lvl="7" marL="3657600" algn="ctr">
              <a:lnSpc>
                <a:spcPct val="115000"/>
              </a:lnSpc>
              <a:spcBef>
                <a:spcPts val="0"/>
              </a:spcBef>
              <a:spcAft>
                <a:spcPts val="0"/>
              </a:spcAft>
              <a:buClr>
                <a:schemeClr val="lt2"/>
              </a:buClr>
              <a:buSzPts val="1800"/>
              <a:buFont typeface="Montserrat"/>
              <a:buChar char="○"/>
              <a:defRPr sz="1800"/>
            </a:lvl8pPr>
            <a:lvl9pPr indent="-342900" lvl="8" marL="4114800" algn="ctr">
              <a:lnSpc>
                <a:spcPct val="115000"/>
              </a:lnSpc>
              <a:spcBef>
                <a:spcPts val="0"/>
              </a:spcBef>
              <a:spcAft>
                <a:spcPts val="0"/>
              </a:spcAft>
              <a:buClr>
                <a:schemeClr val="lt2"/>
              </a:buClr>
              <a:buSzPts val="1800"/>
              <a:buFont typeface="Montserrat"/>
              <a:buChar char="■"/>
              <a:defRPr sz="1800"/>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3">
  <p:cSld name="BLANK_1_1_1_1_1_1_1_1_1_1_1_5">
    <p:bg>
      <p:bgPr>
        <a:solidFill>
          <a:schemeClr val="dk2"/>
        </a:solidFill>
      </p:bgPr>
    </p:bg>
    <p:spTree>
      <p:nvGrpSpPr>
        <p:cNvPr id="1445" name="Shape 1445"/>
        <p:cNvGrpSpPr/>
        <p:nvPr/>
      </p:nvGrpSpPr>
      <p:grpSpPr>
        <a:xfrm>
          <a:off x="0" y="0"/>
          <a:ext cx="0" cy="0"/>
          <a:chOff x="0" y="0"/>
          <a:chExt cx="0" cy="0"/>
        </a:xfrm>
      </p:grpSpPr>
      <p:sp>
        <p:nvSpPr>
          <p:cNvPr id="1446" name="Google Shape;1446;p86"/>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47" name="Google Shape;1447;p86"/>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48" name="Google Shape;1448;p86"/>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49" name="Google Shape;1449;p86"/>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50" name="Google Shape;1450;p86"/>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51" name="Google Shape;1451;p86"/>
          <p:cNvSpPr txBox="1"/>
          <p:nvPr>
            <p:ph idx="1" type="body"/>
          </p:nvPr>
        </p:nvSpPr>
        <p:spPr>
          <a:xfrm>
            <a:off x="255975" y="1836350"/>
            <a:ext cx="1881600" cy="775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452" name="Google Shape;1452;p86"/>
          <p:cNvSpPr txBox="1"/>
          <p:nvPr>
            <p:ph idx="2" type="title"/>
          </p:nvPr>
        </p:nvSpPr>
        <p:spPr>
          <a:xfrm>
            <a:off x="255975" y="154727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1453" name="Google Shape;1453;p86"/>
          <p:cNvSpPr txBox="1"/>
          <p:nvPr>
            <p:ph idx="3" type="body"/>
          </p:nvPr>
        </p:nvSpPr>
        <p:spPr>
          <a:xfrm>
            <a:off x="2506125" y="1836350"/>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454" name="Google Shape;1454;p86"/>
          <p:cNvSpPr txBox="1"/>
          <p:nvPr>
            <p:ph idx="4" type="title"/>
          </p:nvPr>
        </p:nvSpPr>
        <p:spPr>
          <a:xfrm>
            <a:off x="2506125" y="154727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1455" name="Google Shape;1455;p86"/>
          <p:cNvSpPr txBox="1"/>
          <p:nvPr>
            <p:ph idx="5" type="body"/>
          </p:nvPr>
        </p:nvSpPr>
        <p:spPr>
          <a:xfrm>
            <a:off x="4756275" y="1836350"/>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456" name="Google Shape;1456;p86"/>
          <p:cNvSpPr txBox="1"/>
          <p:nvPr>
            <p:ph idx="6" type="title"/>
          </p:nvPr>
        </p:nvSpPr>
        <p:spPr>
          <a:xfrm>
            <a:off x="4756275" y="154727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1">
  <p:cSld name="BLANK_1_1_1_1_1_1_1_1_1_1_1_4">
    <p:spTree>
      <p:nvGrpSpPr>
        <p:cNvPr id="1457" name="Shape 1457"/>
        <p:cNvGrpSpPr/>
        <p:nvPr/>
      </p:nvGrpSpPr>
      <p:grpSpPr>
        <a:xfrm>
          <a:off x="0" y="0"/>
          <a:ext cx="0" cy="0"/>
          <a:chOff x="0" y="0"/>
          <a:chExt cx="0" cy="0"/>
        </a:xfrm>
      </p:grpSpPr>
      <p:sp>
        <p:nvSpPr>
          <p:cNvPr id="1458" name="Google Shape;1458;p87"/>
          <p:cNvSpPr/>
          <p:nvPr/>
        </p:nvSpPr>
        <p:spPr>
          <a:xfrm>
            <a:off x="-75" y="100"/>
            <a:ext cx="65658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1459" name="Google Shape;1459;p87"/>
          <p:cNvSpPr txBox="1"/>
          <p:nvPr>
            <p:ph idx="1" type="body"/>
          </p:nvPr>
        </p:nvSpPr>
        <p:spPr>
          <a:xfrm>
            <a:off x="6821675" y="1272000"/>
            <a:ext cx="20664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460" name="Google Shape;1460;p87"/>
          <p:cNvSpPr txBox="1"/>
          <p:nvPr>
            <p:ph type="title"/>
          </p:nvPr>
        </p:nvSpPr>
        <p:spPr>
          <a:xfrm>
            <a:off x="4517150" y="4764350"/>
            <a:ext cx="1792800" cy="123000"/>
          </a:xfrm>
          <a:prstGeom prst="rect">
            <a:avLst/>
          </a:prstGeom>
        </p:spPr>
        <p:txBody>
          <a:bodyPr anchorCtr="0" anchor="t" bIns="0" lIns="0" spcFirstLastPara="1" rIns="0" wrap="square" tIns="0">
            <a:spAutoFit/>
          </a:bodyPr>
          <a:lstStyle>
            <a:lvl1pPr lvl="0"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1pPr>
            <a:lvl2pPr lvl="1"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2pPr>
            <a:lvl3pPr lvl="2"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3pPr>
            <a:lvl4pPr lvl="3"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4pPr>
            <a:lvl5pPr lvl="4"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5pPr>
            <a:lvl6pPr lvl="5"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6pPr>
            <a:lvl7pPr lvl="6"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7pPr>
            <a:lvl8pPr lvl="7"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8pPr>
            <a:lvl9pPr lvl="8"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9pPr>
          </a:lstStyle>
          <a:p/>
        </p:txBody>
      </p:sp>
      <p:sp>
        <p:nvSpPr>
          <p:cNvPr id="1461" name="Google Shape;1461;p87"/>
          <p:cNvSpPr txBox="1"/>
          <p:nvPr>
            <p:ph idx="2"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1462" name="Google Shape;1462;p87"/>
          <p:cNvSpPr txBox="1"/>
          <p:nvPr>
            <p:ph idx="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2">
  <p:cSld name="BLANK_1_1_1_1_1_1_1_1_1_1_1_4_2">
    <p:spTree>
      <p:nvGrpSpPr>
        <p:cNvPr id="1463" name="Shape 1463"/>
        <p:cNvGrpSpPr/>
        <p:nvPr/>
      </p:nvGrpSpPr>
      <p:grpSpPr>
        <a:xfrm>
          <a:off x="0" y="0"/>
          <a:ext cx="0" cy="0"/>
          <a:chOff x="0" y="0"/>
          <a:chExt cx="0" cy="0"/>
        </a:xfrm>
      </p:grpSpPr>
      <p:sp>
        <p:nvSpPr>
          <p:cNvPr id="1464" name="Google Shape;1464;p88"/>
          <p:cNvSpPr/>
          <p:nvPr/>
        </p:nvSpPr>
        <p:spPr>
          <a:xfrm flipH="1">
            <a:off x="-25" y="0"/>
            <a:ext cx="65658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65" name="Google Shape;1465;p88"/>
          <p:cNvSpPr txBox="1"/>
          <p:nvPr>
            <p:ph type="title"/>
          </p:nvPr>
        </p:nvSpPr>
        <p:spPr>
          <a:xfrm>
            <a:off x="256025" y="213150"/>
            <a:ext cx="60540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1466" name="Google Shape;1466;p88"/>
          <p:cNvSpPr txBox="1"/>
          <p:nvPr>
            <p:ph idx="1" type="body"/>
          </p:nvPr>
        </p:nvSpPr>
        <p:spPr>
          <a:xfrm>
            <a:off x="6821675" y="1272000"/>
            <a:ext cx="20664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467" name="Google Shape;1467;p88"/>
          <p:cNvSpPr txBox="1"/>
          <p:nvPr>
            <p:ph idx="2" type="title"/>
          </p:nvPr>
        </p:nvSpPr>
        <p:spPr>
          <a:xfrm>
            <a:off x="4517150" y="4764350"/>
            <a:ext cx="1792800" cy="123000"/>
          </a:xfrm>
          <a:prstGeom prst="rect">
            <a:avLst/>
          </a:prstGeom>
        </p:spPr>
        <p:txBody>
          <a:bodyPr anchorCtr="0" anchor="t" bIns="0" lIns="0" spcFirstLastPara="1" rIns="0" wrap="square" tIns="0">
            <a:spAutoFit/>
          </a:bodyPr>
          <a:lstStyle>
            <a:lvl1pPr lvl="0"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1pPr>
            <a:lvl2pPr lvl="1"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2pPr>
            <a:lvl3pPr lvl="2"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3pPr>
            <a:lvl4pPr lvl="3"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4pPr>
            <a:lvl5pPr lvl="4"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5pPr>
            <a:lvl6pPr lvl="5"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6pPr>
            <a:lvl7pPr lvl="6"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7pPr>
            <a:lvl8pPr lvl="7"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8pPr>
            <a:lvl9pPr lvl="8"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9pPr>
          </a:lstStyle>
          <a:p/>
        </p:txBody>
      </p:sp>
      <p:sp>
        <p:nvSpPr>
          <p:cNvPr id="1468" name="Google Shape;1468;p88"/>
          <p:cNvSpPr txBox="1"/>
          <p:nvPr>
            <p:ph idx="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ub-section 3">
  <p:cSld name="BLANK_1_1_1_1_1_1_1_1_1_1_1_4_1_1_1">
    <p:bg>
      <p:bgPr>
        <a:solidFill>
          <a:schemeClr val="dk1"/>
        </a:solidFill>
      </p:bgPr>
    </p:bg>
    <p:spTree>
      <p:nvGrpSpPr>
        <p:cNvPr id="1469" name="Shape 1469"/>
        <p:cNvGrpSpPr/>
        <p:nvPr/>
      </p:nvGrpSpPr>
      <p:grpSpPr>
        <a:xfrm>
          <a:off x="0" y="0"/>
          <a:ext cx="0" cy="0"/>
          <a:chOff x="0" y="0"/>
          <a:chExt cx="0" cy="0"/>
        </a:xfrm>
      </p:grpSpPr>
      <p:sp>
        <p:nvSpPr>
          <p:cNvPr id="1470" name="Google Shape;1470;p89"/>
          <p:cNvSpPr txBox="1"/>
          <p:nvPr>
            <p:ph type="title"/>
          </p:nvPr>
        </p:nvSpPr>
        <p:spPr>
          <a:xfrm>
            <a:off x="256025" y="213150"/>
            <a:ext cx="55836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1471" name="Google Shape;1471;p89"/>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72" name="Google Shape;1472;p89"/>
          <p:cNvSpPr txBox="1"/>
          <p:nvPr>
            <p:ph idx="1" type="body"/>
          </p:nvPr>
        </p:nvSpPr>
        <p:spPr>
          <a:xfrm>
            <a:off x="255975" y="1876725"/>
            <a:ext cx="1881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i="1"/>
            </a:lvl1pPr>
            <a:lvl2pPr indent="-285750" lvl="1" marL="914400">
              <a:spcBef>
                <a:spcPts val="0"/>
              </a:spcBef>
              <a:spcAft>
                <a:spcPts val="0"/>
              </a:spcAft>
              <a:buClr>
                <a:schemeClr val="lt2"/>
              </a:buClr>
              <a:buSzPts val="900"/>
              <a:buFont typeface="Montserrat"/>
              <a:buChar char="○"/>
              <a:defRPr i="1"/>
            </a:lvl2pPr>
            <a:lvl3pPr indent="-285750" lvl="2" marL="1371600">
              <a:spcBef>
                <a:spcPts val="0"/>
              </a:spcBef>
              <a:spcAft>
                <a:spcPts val="0"/>
              </a:spcAft>
              <a:buClr>
                <a:schemeClr val="lt2"/>
              </a:buClr>
              <a:buSzPts val="900"/>
              <a:buFont typeface="Montserrat"/>
              <a:buChar char="■"/>
              <a:defRPr i="1"/>
            </a:lvl3pPr>
            <a:lvl4pPr indent="-285750" lvl="3" marL="1828800">
              <a:spcBef>
                <a:spcPts val="0"/>
              </a:spcBef>
              <a:spcAft>
                <a:spcPts val="0"/>
              </a:spcAft>
              <a:buClr>
                <a:schemeClr val="lt2"/>
              </a:buClr>
              <a:buSzPts val="900"/>
              <a:buFont typeface="Montserrat"/>
              <a:buChar char="●"/>
              <a:defRPr i="1"/>
            </a:lvl4pPr>
            <a:lvl5pPr indent="-285750" lvl="4" marL="2286000">
              <a:spcBef>
                <a:spcPts val="0"/>
              </a:spcBef>
              <a:spcAft>
                <a:spcPts val="0"/>
              </a:spcAft>
              <a:buClr>
                <a:schemeClr val="lt2"/>
              </a:buClr>
              <a:buSzPts val="900"/>
              <a:buFont typeface="Montserrat"/>
              <a:buChar char="○"/>
              <a:defRPr i="1"/>
            </a:lvl5pPr>
            <a:lvl6pPr indent="-285750" lvl="5" marL="2743200">
              <a:spcBef>
                <a:spcPts val="0"/>
              </a:spcBef>
              <a:spcAft>
                <a:spcPts val="0"/>
              </a:spcAft>
              <a:buClr>
                <a:schemeClr val="lt2"/>
              </a:buClr>
              <a:buSzPts val="900"/>
              <a:buFont typeface="Montserrat"/>
              <a:buChar char="■"/>
              <a:defRPr i="1"/>
            </a:lvl6pPr>
            <a:lvl7pPr indent="-285750" lvl="6" marL="3200400">
              <a:spcBef>
                <a:spcPts val="0"/>
              </a:spcBef>
              <a:spcAft>
                <a:spcPts val="0"/>
              </a:spcAft>
              <a:buClr>
                <a:schemeClr val="lt2"/>
              </a:buClr>
              <a:buSzPts val="900"/>
              <a:buFont typeface="Montserrat"/>
              <a:buChar char="●"/>
              <a:defRPr i="1"/>
            </a:lvl7pPr>
            <a:lvl8pPr indent="-285750" lvl="7" marL="3657600">
              <a:spcBef>
                <a:spcPts val="0"/>
              </a:spcBef>
              <a:spcAft>
                <a:spcPts val="0"/>
              </a:spcAft>
              <a:buClr>
                <a:schemeClr val="lt2"/>
              </a:buClr>
              <a:buSzPts val="900"/>
              <a:buFont typeface="Montserrat"/>
              <a:buChar char="○"/>
              <a:defRPr i="1"/>
            </a:lvl8pPr>
            <a:lvl9pPr indent="-285750" lvl="8" marL="4114800">
              <a:spcBef>
                <a:spcPts val="0"/>
              </a:spcBef>
              <a:spcAft>
                <a:spcPts val="0"/>
              </a:spcAft>
              <a:buClr>
                <a:schemeClr val="lt2"/>
              </a:buClr>
              <a:buSzPts val="900"/>
              <a:buFont typeface="Montserrat"/>
              <a:buChar char="■"/>
              <a:defRPr i="1"/>
            </a:lvl9pPr>
          </a:lstStyle>
          <a:p/>
        </p:txBody>
      </p:sp>
      <p:sp>
        <p:nvSpPr>
          <p:cNvPr id="1473" name="Google Shape;1473;p89"/>
          <p:cNvSpPr txBox="1"/>
          <p:nvPr>
            <p:ph idx="2" type="body"/>
          </p:nvPr>
        </p:nvSpPr>
        <p:spPr>
          <a:xfrm>
            <a:off x="2506175" y="187672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i="1"/>
            </a:lvl1pPr>
            <a:lvl2pPr indent="-285750" lvl="1" marL="914400">
              <a:lnSpc>
                <a:spcPct val="115000"/>
              </a:lnSpc>
              <a:spcBef>
                <a:spcPts val="0"/>
              </a:spcBef>
              <a:spcAft>
                <a:spcPts val="0"/>
              </a:spcAft>
              <a:buClr>
                <a:schemeClr val="lt2"/>
              </a:buClr>
              <a:buSzPts val="900"/>
              <a:buFont typeface="Montserrat"/>
              <a:buChar char="○"/>
              <a:defRPr i="1"/>
            </a:lvl2pPr>
            <a:lvl3pPr indent="-285750" lvl="2" marL="1371600">
              <a:lnSpc>
                <a:spcPct val="115000"/>
              </a:lnSpc>
              <a:spcBef>
                <a:spcPts val="0"/>
              </a:spcBef>
              <a:spcAft>
                <a:spcPts val="0"/>
              </a:spcAft>
              <a:buClr>
                <a:schemeClr val="lt2"/>
              </a:buClr>
              <a:buSzPts val="900"/>
              <a:buFont typeface="Montserrat"/>
              <a:buChar char="■"/>
              <a:defRPr i="1"/>
            </a:lvl3pPr>
            <a:lvl4pPr indent="-285750" lvl="3" marL="1828800">
              <a:lnSpc>
                <a:spcPct val="115000"/>
              </a:lnSpc>
              <a:spcBef>
                <a:spcPts val="0"/>
              </a:spcBef>
              <a:spcAft>
                <a:spcPts val="0"/>
              </a:spcAft>
              <a:buClr>
                <a:schemeClr val="lt2"/>
              </a:buClr>
              <a:buSzPts val="900"/>
              <a:buFont typeface="Montserrat"/>
              <a:buChar char="●"/>
              <a:defRPr i="1"/>
            </a:lvl4pPr>
            <a:lvl5pPr indent="-285750" lvl="4" marL="2286000">
              <a:lnSpc>
                <a:spcPct val="115000"/>
              </a:lnSpc>
              <a:spcBef>
                <a:spcPts val="0"/>
              </a:spcBef>
              <a:spcAft>
                <a:spcPts val="0"/>
              </a:spcAft>
              <a:buClr>
                <a:schemeClr val="lt2"/>
              </a:buClr>
              <a:buSzPts val="900"/>
              <a:buFont typeface="Montserrat"/>
              <a:buChar char="○"/>
              <a:defRPr i="1"/>
            </a:lvl5pPr>
            <a:lvl6pPr indent="-285750" lvl="5" marL="2743200">
              <a:lnSpc>
                <a:spcPct val="115000"/>
              </a:lnSpc>
              <a:spcBef>
                <a:spcPts val="0"/>
              </a:spcBef>
              <a:spcAft>
                <a:spcPts val="0"/>
              </a:spcAft>
              <a:buClr>
                <a:schemeClr val="lt2"/>
              </a:buClr>
              <a:buSzPts val="900"/>
              <a:buFont typeface="Montserrat"/>
              <a:buChar char="■"/>
              <a:defRPr i="1"/>
            </a:lvl6pPr>
            <a:lvl7pPr indent="-285750" lvl="6" marL="3200400">
              <a:lnSpc>
                <a:spcPct val="115000"/>
              </a:lnSpc>
              <a:spcBef>
                <a:spcPts val="0"/>
              </a:spcBef>
              <a:spcAft>
                <a:spcPts val="0"/>
              </a:spcAft>
              <a:buClr>
                <a:schemeClr val="lt2"/>
              </a:buClr>
              <a:buSzPts val="900"/>
              <a:buFont typeface="Montserrat"/>
              <a:buChar char="●"/>
              <a:defRPr i="1"/>
            </a:lvl7pPr>
            <a:lvl8pPr indent="-285750" lvl="7" marL="3657600">
              <a:lnSpc>
                <a:spcPct val="115000"/>
              </a:lnSpc>
              <a:spcBef>
                <a:spcPts val="0"/>
              </a:spcBef>
              <a:spcAft>
                <a:spcPts val="0"/>
              </a:spcAft>
              <a:buClr>
                <a:schemeClr val="lt2"/>
              </a:buClr>
              <a:buSzPts val="900"/>
              <a:buFont typeface="Montserrat"/>
              <a:buChar char="○"/>
              <a:defRPr i="1"/>
            </a:lvl8pPr>
            <a:lvl9pPr indent="-285750" lvl="8" marL="4114800">
              <a:lnSpc>
                <a:spcPct val="115000"/>
              </a:lnSpc>
              <a:spcBef>
                <a:spcPts val="0"/>
              </a:spcBef>
              <a:spcAft>
                <a:spcPts val="0"/>
              </a:spcAft>
              <a:buClr>
                <a:schemeClr val="lt2"/>
              </a:buClr>
              <a:buSzPts val="900"/>
              <a:buFont typeface="Montserrat"/>
              <a:buChar char="■"/>
              <a:defRPr i="1"/>
            </a:lvl9pPr>
          </a:lstStyle>
          <a:p/>
        </p:txBody>
      </p:sp>
      <p:sp>
        <p:nvSpPr>
          <p:cNvPr id="1474" name="Google Shape;1474;p89"/>
          <p:cNvSpPr txBox="1"/>
          <p:nvPr>
            <p:ph idx="3" type="body"/>
          </p:nvPr>
        </p:nvSpPr>
        <p:spPr>
          <a:xfrm>
            <a:off x="4756375" y="187672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i="1"/>
            </a:lvl1pPr>
            <a:lvl2pPr indent="-285750" lvl="1" marL="914400">
              <a:lnSpc>
                <a:spcPct val="115000"/>
              </a:lnSpc>
              <a:spcBef>
                <a:spcPts val="0"/>
              </a:spcBef>
              <a:spcAft>
                <a:spcPts val="0"/>
              </a:spcAft>
              <a:buClr>
                <a:schemeClr val="lt2"/>
              </a:buClr>
              <a:buSzPts val="900"/>
              <a:buFont typeface="Montserrat"/>
              <a:buChar char="○"/>
              <a:defRPr i="1"/>
            </a:lvl2pPr>
            <a:lvl3pPr indent="-285750" lvl="2" marL="1371600">
              <a:lnSpc>
                <a:spcPct val="115000"/>
              </a:lnSpc>
              <a:spcBef>
                <a:spcPts val="0"/>
              </a:spcBef>
              <a:spcAft>
                <a:spcPts val="0"/>
              </a:spcAft>
              <a:buClr>
                <a:schemeClr val="lt2"/>
              </a:buClr>
              <a:buSzPts val="900"/>
              <a:buFont typeface="Montserrat"/>
              <a:buChar char="■"/>
              <a:defRPr i="1"/>
            </a:lvl3pPr>
            <a:lvl4pPr indent="-285750" lvl="3" marL="1828800">
              <a:lnSpc>
                <a:spcPct val="115000"/>
              </a:lnSpc>
              <a:spcBef>
                <a:spcPts val="0"/>
              </a:spcBef>
              <a:spcAft>
                <a:spcPts val="0"/>
              </a:spcAft>
              <a:buClr>
                <a:schemeClr val="lt2"/>
              </a:buClr>
              <a:buSzPts val="900"/>
              <a:buFont typeface="Montserrat"/>
              <a:buChar char="●"/>
              <a:defRPr i="1"/>
            </a:lvl4pPr>
            <a:lvl5pPr indent="-285750" lvl="4" marL="2286000">
              <a:lnSpc>
                <a:spcPct val="115000"/>
              </a:lnSpc>
              <a:spcBef>
                <a:spcPts val="0"/>
              </a:spcBef>
              <a:spcAft>
                <a:spcPts val="0"/>
              </a:spcAft>
              <a:buClr>
                <a:schemeClr val="lt2"/>
              </a:buClr>
              <a:buSzPts val="900"/>
              <a:buFont typeface="Montserrat"/>
              <a:buChar char="○"/>
              <a:defRPr i="1"/>
            </a:lvl5pPr>
            <a:lvl6pPr indent="-285750" lvl="5" marL="2743200">
              <a:lnSpc>
                <a:spcPct val="115000"/>
              </a:lnSpc>
              <a:spcBef>
                <a:spcPts val="0"/>
              </a:spcBef>
              <a:spcAft>
                <a:spcPts val="0"/>
              </a:spcAft>
              <a:buClr>
                <a:schemeClr val="lt2"/>
              </a:buClr>
              <a:buSzPts val="900"/>
              <a:buFont typeface="Montserrat"/>
              <a:buChar char="■"/>
              <a:defRPr i="1"/>
            </a:lvl6pPr>
            <a:lvl7pPr indent="-285750" lvl="6" marL="3200400">
              <a:lnSpc>
                <a:spcPct val="115000"/>
              </a:lnSpc>
              <a:spcBef>
                <a:spcPts val="0"/>
              </a:spcBef>
              <a:spcAft>
                <a:spcPts val="0"/>
              </a:spcAft>
              <a:buClr>
                <a:schemeClr val="lt2"/>
              </a:buClr>
              <a:buSzPts val="900"/>
              <a:buFont typeface="Montserrat"/>
              <a:buChar char="●"/>
              <a:defRPr i="1"/>
            </a:lvl7pPr>
            <a:lvl8pPr indent="-285750" lvl="7" marL="3657600">
              <a:lnSpc>
                <a:spcPct val="115000"/>
              </a:lnSpc>
              <a:spcBef>
                <a:spcPts val="0"/>
              </a:spcBef>
              <a:spcAft>
                <a:spcPts val="0"/>
              </a:spcAft>
              <a:buClr>
                <a:schemeClr val="lt2"/>
              </a:buClr>
              <a:buSzPts val="900"/>
              <a:buFont typeface="Montserrat"/>
              <a:buChar char="○"/>
              <a:defRPr i="1"/>
            </a:lvl8pPr>
            <a:lvl9pPr indent="-285750" lvl="8" marL="4114800">
              <a:lnSpc>
                <a:spcPct val="115000"/>
              </a:lnSpc>
              <a:spcBef>
                <a:spcPts val="0"/>
              </a:spcBef>
              <a:spcAft>
                <a:spcPts val="0"/>
              </a:spcAft>
              <a:buClr>
                <a:schemeClr val="lt2"/>
              </a:buClr>
              <a:buSzPts val="900"/>
              <a:buFont typeface="Montserrat"/>
              <a:buChar char="■"/>
              <a:defRPr i="1"/>
            </a:lvl9pPr>
          </a:lstStyle>
          <a:p/>
        </p:txBody>
      </p:sp>
      <p:sp>
        <p:nvSpPr>
          <p:cNvPr id="1475" name="Google Shape;1475;p89"/>
          <p:cNvSpPr txBox="1"/>
          <p:nvPr>
            <p:ph idx="4" type="subTitle"/>
          </p:nvPr>
        </p:nvSpPr>
        <p:spPr>
          <a:xfrm>
            <a:off x="255975" y="1548360"/>
            <a:ext cx="4131900" cy="254400"/>
          </a:xfrm>
          <a:prstGeom prst="rect">
            <a:avLst/>
          </a:prstGeom>
        </p:spPr>
        <p:txBody>
          <a:bodyPr anchorCtr="0" anchor="t" bIns="0" lIns="0" spcFirstLastPara="1" rIns="0" wrap="square" tIns="0">
            <a:noAutofit/>
          </a:bodyPr>
          <a:lstStyle>
            <a:lvl1pPr lvl="0" algn="l">
              <a:spcBef>
                <a:spcPts val="0"/>
              </a:spcBef>
              <a:spcAft>
                <a:spcPts val="0"/>
              </a:spcAft>
              <a:buSzPts val="800"/>
              <a:buNone/>
              <a:defRPr sz="14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cxnSp>
        <p:nvCxnSpPr>
          <p:cNvPr id="1476" name="Google Shape;1476;p89"/>
          <p:cNvCxnSpPr>
            <a:stCxn id="1477" idx="2"/>
            <a:endCxn id="1478" idx="6"/>
          </p:cNvCxnSpPr>
          <p:nvPr/>
        </p:nvCxnSpPr>
        <p:spPr>
          <a:xfrm>
            <a:off x="7312308" y="609469"/>
            <a:ext cx="1831500" cy="0"/>
          </a:xfrm>
          <a:prstGeom prst="straightConnector1">
            <a:avLst/>
          </a:prstGeom>
          <a:noFill/>
          <a:ln cap="flat" cmpd="sng" w="9525">
            <a:solidFill>
              <a:schemeClr val="accent1"/>
            </a:solidFill>
            <a:prstDash val="solid"/>
            <a:round/>
            <a:headEnd len="med" w="med" type="none"/>
            <a:tailEnd len="med" w="med" type="none"/>
          </a:ln>
        </p:spPr>
      </p:cxnSp>
      <p:sp>
        <p:nvSpPr>
          <p:cNvPr id="1478" name="Google Shape;1478;p89"/>
          <p:cNvSpPr/>
          <p:nvPr/>
        </p:nvSpPr>
        <p:spPr>
          <a:xfrm>
            <a:off x="7925052" y="0"/>
            <a:ext cx="1218900" cy="12189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79" name="Google Shape;1479;p89"/>
          <p:cNvSpPr/>
          <p:nvPr/>
        </p:nvSpPr>
        <p:spPr>
          <a:xfrm>
            <a:off x="7503454" y="189104"/>
            <a:ext cx="840900" cy="8409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77" name="Google Shape;1477;p89"/>
          <p:cNvSpPr/>
          <p:nvPr/>
        </p:nvSpPr>
        <p:spPr>
          <a:xfrm>
            <a:off x="7312308" y="403669"/>
            <a:ext cx="411600" cy="4116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BLANK_1_1_1_1_1_1_1_1_1_1_1_3_1">
    <p:spTree>
      <p:nvGrpSpPr>
        <p:cNvPr id="1480" name="Shape 1480"/>
        <p:cNvGrpSpPr/>
        <p:nvPr/>
      </p:nvGrpSpPr>
      <p:grpSpPr>
        <a:xfrm>
          <a:off x="0" y="0"/>
          <a:ext cx="0" cy="0"/>
          <a:chOff x="0" y="0"/>
          <a:chExt cx="0" cy="0"/>
        </a:xfrm>
      </p:grpSpPr>
      <p:sp>
        <p:nvSpPr>
          <p:cNvPr id="1481" name="Google Shape;1481;p90"/>
          <p:cNvSpPr txBox="1"/>
          <p:nvPr>
            <p:ph idx="1" type="body"/>
          </p:nvPr>
        </p:nvSpPr>
        <p:spPr>
          <a:xfrm>
            <a:off x="255975" y="2020075"/>
            <a:ext cx="1881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482" name="Google Shape;1482;p90"/>
          <p:cNvSpPr txBox="1"/>
          <p:nvPr>
            <p:ph idx="2" type="subTitle"/>
          </p:nvPr>
        </p:nvSpPr>
        <p:spPr>
          <a:xfrm>
            <a:off x="25597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483" name="Google Shape;1483;p90"/>
          <p:cNvSpPr/>
          <p:nvPr/>
        </p:nvSpPr>
        <p:spPr>
          <a:xfrm flipH="1" rot="10800000">
            <a:off x="6692400" y="2691600"/>
            <a:ext cx="2451900" cy="2451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84" name="Google Shape;1484;p90"/>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85" name="Google Shape;1485;p90"/>
          <p:cNvSpPr txBox="1"/>
          <p:nvPr>
            <p:ph idx="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486" name="Google Shape;1486;p90"/>
          <p:cNvSpPr txBox="1"/>
          <p:nvPr>
            <p:ph idx="4" type="body"/>
          </p:nvPr>
        </p:nvSpPr>
        <p:spPr>
          <a:xfrm>
            <a:off x="2558625" y="202007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487" name="Google Shape;1487;p90"/>
          <p:cNvSpPr txBox="1"/>
          <p:nvPr>
            <p:ph idx="5" type="subTitle"/>
          </p:nvPr>
        </p:nvSpPr>
        <p:spPr>
          <a:xfrm>
            <a:off x="255862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488" name="Google Shape;1488;p90"/>
          <p:cNvSpPr txBox="1"/>
          <p:nvPr>
            <p:ph idx="6" type="body"/>
          </p:nvPr>
        </p:nvSpPr>
        <p:spPr>
          <a:xfrm>
            <a:off x="4808775" y="202007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489" name="Google Shape;1489;p90"/>
          <p:cNvSpPr txBox="1"/>
          <p:nvPr>
            <p:ph idx="7" type="subTitle"/>
          </p:nvPr>
        </p:nvSpPr>
        <p:spPr>
          <a:xfrm>
            <a:off x="480877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490" name="Google Shape;1490;p90"/>
          <p:cNvSpPr txBox="1"/>
          <p:nvPr>
            <p:ph idx="8" type="body"/>
          </p:nvPr>
        </p:nvSpPr>
        <p:spPr>
          <a:xfrm>
            <a:off x="6821675" y="2023213"/>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491" name="Google Shape;1491;p90"/>
          <p:cNvSpPr txBox="1"/>
          <p:nvPr>
            <p:ph idx="9" type="subTitle"/>
          </p:nvPr>
        </p:nvSpPr>
        <p:spPr>
          <a:xfrm>
            <a:off x="705892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492" name="Google Shape;1492;p90"/>
          <p:cNvSpPr txBox="1"/>
          <p:nvPr>
            <p:ph idx="13" type="subTitle"/>
          </p:nvPr>
        </p:nvSpPr>
        <p:spPr>
          <a:xfrm>
            <a:off x="25597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493" name="Google Shape;1493;p90"/>
          <p:cNvSpPr txBox="1"/>
          <p:nvPr>
            <p:ph idx="14" type="subTitle"/>
          </p:nvPr>
        </p:nvSpPr>
        <p:spPr>
          <a:xfrm>
            <a:off x="255862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494" name="Google Shape;1494;p90"/>
          <p:cNvSpPr txBox="1"/>
          <p:nvPr>
            <p:ph idx="15" type="subTitle"/>
          </p:nvPr>
        </p:nvSpPr>
        <p:spPr>
          <a:xfrm>
            <a:off x="480877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495" name="Google Shape;1495;p90"/>
          <p:cNvSpPr txBox="1"/>
          <p:nvPr>
            <p:ph idx="16" type="subTitle"/>
          </p:nvPr>
        </p:nvSpPr>
        <p:spPr>
          <a:xfrm>
            <a:off x="705892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2 content display">
  <p:cSld name="BLANK_1_1_1_1_1_1_1_1_1_1_1_2_1_4">
    <p:bg>
      <p:bgPr>
        <a:solidFill>
          <a:schemeClr val="lt1"/>
        </a:solidFill>
      </p:bgPr>
    </p:bg>
    <p:spTree>
      <p:nvGrpSpPr>
        <p:cNvPr id="1496" name="Shape 1496"/>
        <p:cNvGrpSpPr/>
        <p:nvPr/>
      </p:nvGrpSpPr>
      <p:grpSpPr>
        <a:xfrm>
          <a:off x="0" y="0"/>
          <a:ext cx="0" cy="0"/>
          <a:chOff x="0" y="0"/>
          <a:chExt cx="0" cy="0"/>
        </a:xfrm>
      </p:grpSpPr>
      <p:sp>
        <p:nvSpPr>
          <p:cNvPr id="1497" name="Google Shape;1497;p91"/>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8" name="Google Shape;1498;p91"/>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99" name="Google Shape;1499;p91"/>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00" name="Google Shape;1500;p91"/>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01" name="Google Shape;1501;p91"/>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02" name="Google Shape;1502;p91"/>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03" name="Google Shape;1503;p91"/>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1504" name="Google Shape;1504;p91"/>
          <p:cNvCxnSpPr>
            <a:stCxn id="1503" idx="7"/>
            <a:endCxn id="1500" idx="7"/>
          </p:cNvCxnSpPr>
          <p:nvPr/>
        </p:nvCxnSpPr>
        <p:spPr>
          <a:xfrm rot="10800000">
            <a:off x="8206169" y="96334"/>
            <a:ext cx="550500" cy="668700"/>
          </a:xfrm>
          <a:prstGeom prst="straightConnector1">
            <a:avLst/>
          </a:prstGeom>
          <a:noFill/>
          <a:ln cap="flat" cmpd="sng" w="9525">
            <a:solidFill>
              <a:schemeClr val="dk1"/>
            </a:solidFill>
            <a:prstDash val="solid"/>
            <a:round/>
            <a:headEnd len="med" w="med" type="none"/>
            <a:tailEnd len="med" w="med" type="none"/>
          </a:ln>
        </p:spPr>
      </p:cxnSp>
      <p:cxnSp>
        <p:nvCxnSpPr>
          <p:cNvPr id="1505" name="Google Shape;1505;p91"/>
          <p:cNvCxnSpPr>
            <a:stCxn id="1503" idx="4"/>
          </p:cNvCxnSpPr>
          <p:nvPr/>
        </p:nvCxnSpPr>
        <p:spPr>
          <a:xfrm flipH="1">
            <a:off x="7517364" y="845439"/>
            <a:ext cx="1206000" cy="369600"/>
          </a:xfrm>
          <a:prstGeom prst="straightConnector1">
            <a:avLst/>
          </a:prstGeom>
          <a:noFill/>
          <a:ln cap="flat" cmpd="sng" w="9525">
            <a:solidFill>
              <a:schemeClr val="dk1"/>
            </a:solidFill>
            <a:prstDash val="solid"/>
            <a:round/>
            <a:headEnd len="med" w="med" type="none"/>
            <a:tailEnd len="med" w="med" type="none"/>
          </a:ln>
        </p:spPr>
      </p:cxnSp>
      <p:cxnSp>
        <p:nvCxnSpPr>
          <p:cNvPr id="1506" name="Google Shape;1506;p91"/>
          <p:cNvCxnSpPr/>
          <p:nvPr/>
        </p:nvCxnSpPr>
        <p:spPr>
          <a:xfrm flipH="1" rot="10800000">
            <a:off x="7323426" y="233734"/>
            <a:ext cx="335400" cy="759900"/>
          </a:xfrm>
          <a:prstGeom prst="straightConnector1">
            <a:avLst/>
          </a:prstGeom>
          <a:noFill/>
          <a:ln cap="flat" cmpd="sng" w="9525">
            <a:solidFill>
              <a:schemeClr val="dk1"/>
            </a:solidFill>
            <a:prstDash val="solid"/>
            <a:round/>
            <a:headEnd len="med" w="med" type="none"/>
            <a:tailEnd len="med" w="med" type="none"/>
          </a:ln>
        </p:spPr>
      </p:cxnSp>
      <p:sp>
        <p:nvSpPr>
          <p:cNvPr id="1507" name="Google Shape;1507;p91"/>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508" name="Google Shape;1508;p91"/>
          <p:cNvSpPr txBox="1"/>
          <p:nvPr>
            <p:ph idx="2" type="body"/>
          </p:nvPr>
        </p:nvSpPr>
        <p:spPr>
          <a:xfrm>
            <a:off x="1994150" y="3231050"/>
            <a:ext cx="2458500" cy="16581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509" name="Google Shape;1509;p91"/>
          <p:cNvSpPr/>
          <p:nvPr>
            <p:ph idx="3" type="pic"/>
          </p:nvPr>
        </p:nvSpPr>
        <p:spPr>
          <a:xfrm>
            <a:off x="255950" y="2983150"/>
            <a:ext cx="1588200" cy="1904400"/>
          </a:xfrm>
          <a:prstGeom prst="rect">
            <a:avLst/>
          </a:prstGeom>
          <a:noFill/>
          <a:ln>
            <a:noFill/>
          </a:ln>
        </p:spPr>
      </p:sp>
      <p:sp>
        <p:nvSpPr>
          <p:cNvPr id="1510" name="Google Shape;1510;p91"/>
          <p:cNvSpPr txBox="1"/>
          <p:nvPr>
            <p:ph idx="4" type="subTitle"/>
          </p:nvPr>
        </p:nvSpPr>
        <p:spPr>
          <a:xfrm>
            <a:off x="1994150" y="2994050"/>
            <a:ext cx="2458500" cy="1641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1511" name="Google Shape;1511;p91"/>
          <p:cNvSpPr txBox="1"/>
          <p:nvPr>
            <p:ph idx="5" type="body"/>
          </p:nvPr>
        </p:nvSpPr>
        <p:spPr>
          <a:xfrm>
            <a:off x="6429400" y="3231850"/>
            <a:ext cx="2458500" cy="16581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512" name="Google Shape;1512;p91"/>
          <p:cNvSpPr/>
          <p:nvPr>
            <p:ph idx="6" type="pic"/>
          </p:nvPr>
        </p:nvSpPr>
        <p:spPr>
          <a:xfrm>
            <a:off x="4691200" y="2983950"/>
            <a:ext cx="1588200" cy="1904400"/>
          </a:xfrm>
          <a:prstGeom prst="rect">
            <a:avLst/>
          </a:prstGeom>
          <a:noFill/>
          <a:ln>
            <a:noFill/>
          </a:ln>
        </p:spPr>
      </p:sp>
      <p:sp>
        <p:nvSpPr>
          <p:cNvPr id="1513" name="Google Shape;1513;p91"/>
          <p:cNvSpPr txBox="1"/>
          <p:nvPr>
            <p:ph idx="7" type="subTitle"/>
          </p:nvPr>
        </p:nvSpPr>
        <p:spPr>
          <a:xfrm>
            <a:off x="6429400" y="2994850"/>
            <a:ext cx="2458500" cy="1641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1514" name="Google Shape;1514;p91"/>
          <p:cNvSpPr txBox="1"/>
          <p:nvPr>
            <p:ph idx="8" type="body"/>
          </p:nvPr>
        </p:nvSpPr>
        <p:spPr>
          <a:xfrm>
            <a:off x="4882425" y="1547275"/>
            <a:ext cx="36396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3">
  <p:cSld name="BLANK_1_1_1_1_1_1_1_1_1_1_1_2_1_3">
    <p:bg>
      <p:bgPr>
        <a:solidFill>
          <a:schemeClr val="dk2"/>
        </a:solidFill>
      </p:bgPr>
    </p:bg>
    <p:spTree>
      <p:nvGrpSpPr>
        <p:cNvPr id="1515" name="Shape 1515"/>
        <p:cNvGrpSpPr/>
        <p:nvPr/>
      </p:nvGrpSpPr>
      <p:grpSpPr>
        <a:xfrm>
          <a:off x="0" y="0"/>
          <a:ext cx="0" cy="0"/>
          <a:chOff x="0" y="0"/>
          <a:chExt cx="0" cy="0"/>
        </a:xfrm>
      </p:grpSpPr>
      <p:sp>
        <p:nvSpPr>
          <p:cNvPr id="1516" name="Google Shape;1516;p92"/>
          <p:cNvSpPr/>
          <p:nvPr/>
        </p:nvSpPr>
        <p:spPr>
          <a:xfrm>
            <a:off x="8141300" y="200278"/>
            <a:ext cx="823800" cy="198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17" name="Google Shape;1517;p92"/>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18" name="Google Shape;1518;p92"/>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19" name="Google Shape;1519;p92"/>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20" name="Google Shape;1520;p92"/>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21" name="Google Shape;1521;p92"/>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22" name="Google Shape;1522;p92"/>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23" name="Google Shape;1523;p92"/>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524" name="Google Shape;1524;p92"/>
          <p:cNvSpPr txBox="1"/>
          <p:nvPr>
            <p:ph idx="2" type="body"/>
          </p:nvPr>
        </p:nvSpPr>
        <p:spPr>
          <a:xfrm>
            <a:off x="4882425" y="1547275"/>
            <a:ext cx="36396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4">
  <p:cSld name="BLANK_1_1_1_1_1_1_1_1_1_1_1_2_1_3_1">
    <p:bg>
      <p:bgPr>
        <a:solidFill>
          <a:schemeClr val="dk2"/>
        </a:solidFill>
      </p:bgPr>
    </p:bg>
    <p:spTree>
      <p:nvGrpSpPr>
        <p:cNvPr id="1525" name="Shape 1525"/>
        <p:cNvGrpSpPr/>
        <p:nvPr/>
      </p:nvGrpSpPr>
      <p:grpSpPr>
        <a:xfrm>
          <a:off x="0" y="0"/>
          <a:ext cx="0" cy="0"/>
          <a:chOff x="0" y="0"/>
          <a:chExt cx="0" cy="0"/>
        </a:xfrm>
      </p:grpSpPr>
      <p:sp>
        <p:nvSpPr>
          <p:cNvPr id="1526" name="Google Shape;1526;p93"/>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27" name="Google Shape;1527;p93"/>
          <p:cNvSpPr/>
          <p:nvPr/>
        </p:nvSpPr>
        <p:spPr>
          <a:xfrm>
            <a:off x="8141300" y="200278"/>
            <a:ext cx="823800" cy="198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28" name="Google Shape;1528;p93"/>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29" name="Google Shape;1529;p93"/>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30" name="Google Shape;1530;p93"/>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31" name="Google Shape;1531;p93"/>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32" name="Google Shape;1532;p93"/>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33" name="Google Shape;1533;p93"/>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534" name="Google Shape;1534;p93"/>
          <p:cNvSpPr txBox="1"/>
          <p:nvPr>
            <p:ph idx="2" type="body"/>
          </p:nvPr>
        </p:nvSpPr>
        <p:spPr>
          <a:xfrm>
            <a:off x="444125" y="4243800"/>
            <a:ext cx="24021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535" name="Google Shape;1535;p93"/>
          <p:cNvSpPr txBox="1"/>
          <p:nvPr>
            <p:ph idx="3" type="body"/>
          </p:nvPr>
        </p:nvSpPr>
        <p:spPr>
          <a:xfrm>
            <a:off x="3370950" y="4243800"/>
            <a:ext cx="24021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536" name="Google Shape;1536;p93"/>
          <p:cNvSpPr txBox="1"/>
          <p:nvPr>
            <p:ph idx="4" type="body"/>
          </p:nvPr>
        </p:nvSpPr>
        <p:spPr>
          <a:xfrm>
            <a:off x="6297725" y="4243800"/>
            <a:ext cx="24021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537" name="Google Shape;1537;p93"/>
          <p:cNvSpPr txBox="1"/>
          <p:nvPr>
            <p:ph idx="5" type="title"/>
          </p:nvPr>
        </p:nvSpPr>
        <p:spPr>
          <a:xfrm>
            <a:off x="444125" y="3094675"/>
            <a:ext cx="2402100" cy="3693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38" name="Google Shape;1538;p93"/>
          <p:cNvSpPr txBox="1"/>
          <p:nvPr>
            <p:ph idx="6" type="title"/>
          </p:nvPr>
        </p:nvSpPr>
        <p:spPr>
          <a:xfrm>
            <a:off x="3370950" y="3094675"/>
            <a:ext cx="2402100" cy="3693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39" name="Google Shape;1539;p93"/>
          <p:cNvSpPr txBox="1"/>
          <p:nvPr>
            <p:ph idx="7" type="title"/>
          </p:nvPr>
        </p:nvSpPr>
        <p:spPr>
          <a:xfrm>
            <a:off x="6297775" y="3094675"/>
            <a:ext cx="2402100" cy="3693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6">
  <p:cSld name="BLANK_1_1_1_1_1_1_1_1_1_1_1_2_1_2_2">
    <p:spTree>
      <p:nvGrpSpPr>
        <p:cNvPr id="1540" name="Shape 1540"/>
        <p:cNvGrpSpPr/>
        <p:nvPr/>
      </p:nvGrpSpPr>
      <p:grpSpPr>
        <a:xfrm>
          <a:off x="0" y="0"/>
          <a:ext cx="0" cy="0"/>
          <a:chOff x="0" y="0"/>
          <a:chExt cx="0" cy="0"/>
        </a:xfrm>
      </p:grpSpPr>
      <p:sp>
        <p:nvSpPr>
          <p:cNvPr id="1541" name="Google Shape;1541;p94"/>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42" name="Google Shape;1542;p94"/>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543" name="Google Shape;1543;p94"/>
          <p:cNvSpPr txBox="1"/>
          <p:nvPr>
            <p:ph idx="2"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544" name="Google Shape;1544;p94"/>
          <p:cNvSpPr txBox="1"/>
          <p:nvPr>
            <p:ph idx="3" type="title"/>
          </p:nvPr>
        </p:nvSpPr>
        <p:spPr>
          <a:xfrm>
            <a:off x="3622350"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545" name="Google Shape;1545;p94"/>
          <p:cNvSpPr txBox="1"/>
          <p:nvPr>
            <p:ph idx="4" type="subTitle"/>
          </p:nvPr>
        </p:nvSpPr>
        <p:spPr>
          <a:xfrm>
            <a:off x="3729900"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546" name="Google Shape;1546;p94"/>
          <p:cNvSpPr txBox="1"/>
          <p:nvPr>
            <p:ph idx="5" type="title"/>
          </p:nvPr>
        </p:nvSpPr>
        <p:spPr>
          <a:xfrm>
            <a:off x="574363"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547" name="Google Shape;1547;p94"/>
          <p:cNvSpPr txBox="1"/>
          <p:nvPr>
            <p:ph idx="6" type="subTitle"/>
          </p:nvPr>
        </p:nvSpPr>
        <p:spPr>
          <a:xfrm>
            <a:off x="681913"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548" name="Google Shape;1548;p94"/>
          <p:cNvSpPr txBox="1"/>
          <p:nvPr>
            <p:ph idx="7" type="title"/>
          </p:nvPr>
        </p:nvSpPr>
        <p:spPr>
          <a:xfrm>
            <a:off x="6670325"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549" name="Google Shape;1549;p94"/>
          <p:cNvSpPr txBox="1"/>
          <p:nvPr>
            <p:ph idx="8" type="subTitle"/>
          </p:nvPr>
        </p:nvSpPr>
        <p:spPr>
          <a:xfrm>
            <a:off x="6777875"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7">
  <p:cSld name="BLANK_1_1_1_1_1_1_1_1_1_1_1_2_1_2_2_1">
    <p:bg>
      <p:bgPr>
        <a:solidFill>
          <a:schemeClr val="dk2"/>
        </a:solidFill>
      </p:bgPr>
    </p:bg>
    <p:spTree>
      <p:nvGrpSpPr>
        <p:cNvPr id="1550" name="Shape 1550"/>
        <p:cNvGrpSpPr/>
        <p:nvPr/>
      </p:nvGrpSpPr>
      <p:grpSpPr>
        <a:xfrm>
          <a:off x="0" y="0"/>
          <a:ext cx="0" cy="0"/>
          <a:chOff x="0" y="0"/>
          <a:chExt cx="0" cy="0"/>
        </a:xfrm>
      </p:grpSpPr>
      <p:sp>
        <p:nvSpPr>
          <p:cNvPr id="1551" name="Google Shape;1551;p95"/>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52" name="Google Shape;1552;p95"/>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53" name="Google Shape;1553;p95"/>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554" name="Google Shape;1554;p95"/>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55" name="Google Shape;1555;p95"/>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56" name="Google Shape;1556;p95"/>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57" name="Google Shape;1557;p95"/>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58" name="Google Shape;1558;p95"/>
          <p:cNvSpPr txBox="1"/>
          <p:nvPr>
            <p:ph idx="2" type="title"/>
          </p:nvPr>
        </p:nvSpPr>
        <p:spPr>
          <a:xfrm>
            <a:off x="3622350"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559" name="Google Shape;1559;p95"/>
          <p:cNvSpPr txBox="1"/>
          <p:nvPr>
            <p:ph idx="3" type="subTitle"/>
          </p:nvPr>
        </p:nvSpPr>
        <p:spPr>
          <a:xfrm>
            <a:off x="3729900"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560" name="Google Shape;1560;p95"/>
          <p:cNvSpPr txBox="1"/>
          <p:nvPr>
            <p:ph idx="4" type="title"/>
          </p:nvPr>
        </p:nvSpPr>
        <p:spPr>
          <a:xfrm>
            <a:off x="574363"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561" name="Google Shape;1561;p95"/>
          <p:cNvSpPr txBox="1"/>
          <p:nvPr>
            <p:ph idx="5" type="subTitle"/>
          </p:nvPr>
        </p:nvSpPr>
        <p:spPr>
          <a:xfrm>
            <a:off x="681913"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562" name="Google Shape;1562;p95"/>
          <p:cNvSpPr txBox="1"/>
          <p:nvPr>
            <p:ph idx="6" type="title"/>
          </p:nvPr>
        </p:nvSpPr>
        <p:spPr>
          <a:xfrm>
            <a:off x="6670325" y="3410283"/>
            <a:ext cx="1899300" cy="714900"/>
          </a:xfrm>
          <a:prstGeom prst="rect">
            <a:avLst/>
          </a:prstGeom>
        </p:spPr>
        <p:txBody>
          <a:bodyPr anchorCtr="0" anchor="t" bIns="91425" lIns="91425" spcFirstLastPara="1" rIns="91425" wrap="square" tIns="91425">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563" name="Google Shape;1563;p95"/>
          <p:cNvSpPr txBox="1"/>
          <p:nvPr>
            <p:ph idx="7" type="subTitle"/>
          </p:nvPr>
        </p:nvSpPr>
        <p:spPr>
          <a:xfrm>
            <a:off x="6777875"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8">
  <p:cSld name="BLANK_1_1_1_1_1_1_1_1_1_1_1_2_1_5">
    <p:bg>
      <p:bgPr>
        <a:solidFill>
          <a:schemeClr val="lt1"/>
        </a:solidFill>
      </p:bgPr>
    </p:bg>
    <p:spTree>
      <p:nvGrpSpPr>
        <p:cNvPr id="1564" name="Shape 1564"/>
        <p:cNvGrpSpPr/>
        <p:nvPr/>
      </p:nvGrpSpPr>
      <p:grpSpPr>
        <a:xfrm>
          <a:off x="0" y="0"/>
          <a:ext cx="0" cy="0"/>
          <a:chOff x="0" y="0"/>
          <a:chExt cx="0" cy="0"/>
        </a:xfrm>
      </p:grpSpPr>
      <p:sp>
        <p:nvSpPr>
          <p:cNvPr id="1565" name="Google Shape;1565;p96"/>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6" name="Google Shape;1566;p96"/>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67" name="Google Shape;1567;p96"/>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68" name="Google Shape;1568;p96"/>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69" name="Google Shape;1569;p96"/>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70" name="Google Shape;1570;p96"/>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71" name="Google Shape;1571;p96"/>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1572" name="Google Shape;1572;p96"/>
          <p:cNvCxnSpPr>
            <a:stCxn id="1571" idx="7"/>
            <a:endCxn id="1568" idx="7"/>
          </p:cNvCxnSpPr>
          <p:nvPr/>
        </p:nvCxnSpPr>
        <p:spPr>
          <a:xfrm rot="10800000">
            <a:off x="8206169" y="96334"/>
            <a:ext cx="550500" cy="668700"/>
          </a:xfrm>
          <a:prstGeom prst="straightConnector1">
            <a:avLst/>
          </a:prstGeom>
          <a:noFill/>
          <a:ln cap="flat" cmpd="sng" w="9525">
            <a:solidFill>
              <a:schemeClr val="dk1"/>
            </a:solidFill>
            <a:prstDash val="solid"/>
            <a:round/>
            <a:headEnd len="med" w="med" type="none"/>
            <a:tailEnd len="med" w="med" type="none"/>
          </a:ln>
        </p:spPr>
      </p:cxnSp>
      <p:cxnSp>
        <p:nvCxnSpPr>
          <p:cNvPr id="1573" name="Google Shape;1573;p96"/>
          <p:cNvCxnSpPr>
            <a:stCxn id="1571" idx="4"/>
          </p:cNvCxnSpPr>
          <p:nvPr/>
        </p:nvCxnSpPr>
        <p:spPr>
          <a:xfrm flipH="1">
            <a:off x="7517364" y="845439"/>
            <a:ext cx="1206000" cy="369600"/>
          </a:xfrm>
          <a:prstGeom prst="straightConnector1">
            <a:avLst/>
          </a:prstGeom>
          <a:noFill/>
          <a:ln cap="flat" cmpd="sng" w="9525">
            <a:solidFill>
              <a:schemeClr val="dk1"/>
            </a:solidFill>
            <a:prstDash val="solid"/>
            <a:round/>
            <a:headEnd len="med" w="med" type="none"/>
            <a:tailEnd len="med" w="med" type="none"/>
          </a:ln>
        </p:spPr>
      </p:cxnSp>
      <p:cxnSp>
        <p:nvCxnSpPr>
          <p:cNvPr id="1574" name="Google Shape;1574;p96"/>
          <p:cNvCxnSpPr/>
          <p:nvPr/>
        </p:nvCxnSpPr>
        <p:spPr>
          <a:xfrm flipH="1" rot="10800000">
            <a:off x="7323426" y="233734"/>
            <a:ext cx="335400" cy="759900"/>
          </a:xfrm>
          <a:prstGeom prst="straightConnector1">
            <a:avLst/>
          </a:prstGeom>
          <a:noFill/>
          <a:ln cap="flat" cmpd="sng" w="9525">
            <a:solidFill>
              <a:schemeClr val="dk1"/>
            </a:solidFill>
            <a:prstDash val="solid"/>
            <a:round/>
            <a:headEnd len="med" w="med" type="none"/>
            <a:tailEnd len="med" w="med" type="none"/>
          </a:ln>
        </p:spPr>
      </p:cxnSp>
      <p:sp>
        <p:nvSpPr>
          <p:cNvPr id="1575" name="Google Shape;1575;p96"/>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576" name="Google Shape;1576;p96"/>
          <p:cNvSpPr txBox="1"/>
          <p:nvPr>
            <p:ph idx="2" type="title"/>
          </p:nvPr>
        </p:nvSpPr>
        <p:spPr>
          <a:xfrm>
            <a:off x="112425" y="35229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a:solidFill>
                  <a:schemeClr val="lt2"/>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577" name="Google Shape;1577;p96"/>
          <p:cNvSpPr txBox="1"/>
          <p:nvPr>
            <p:ph idx="3" type="subTitle"/>
          </p:nvPr>
        </p:nvSpPr>
        <p:spPr>
          <a:xfrm>
            <a:off x="459075" y="4178725"/>
            <a:ext cx="1206000" cy="275700"/>
          </a:xfrm>
          <a:prstGeom prst="rect">
            <a:avLst/>
          </a:prstGeom>
        </p:spPr>
        <p:txBody>
          <a:bodyPr anchorCtr="0" anchor="t" bIns="0" lIns="0" spcFirstLastPara="1" rIns="0" wrap="square" tIns="0">
            <a:noAutofit/>
          </a:bodyPr>
          <a:lstStyle>
            <a:lvl1pPr lvl="0" algn="ctr">
              <a:spcBef>
                <a:spcPts val="0"/>
              </a:spcBef>
              <a:spcAft>
                <a:spcPts val="0"/>
              </a:spcAft>
              <a:buNone/>
              <a:defRPr sz="900"/>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1578" name="Google Shape;1578;p96"/>
          <p:cNvSpPr txBox="1"/>
          <p:nvPr>
            <p:ph idx="4" type="title"/>
          </p:nvPr>
        </p:nvSpPr>
        <p:spPr>
          <a:xfrm>
            <a:off x="4718600" y="35229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a:solidFill>
                  <a:schemeClr val="lt2"/>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579" name="Google Shape;1579;p96"/>
          <p:cNvSpPr txBox="1"/>
          <p:nvPr>
            <p:ph idx="5" type="subTitle"/>
          </p:nvPr>
        </p:nvSpPr>
        <p:spPr>
          <a:xfrm>
            <a:off x="5065250" y="4178725"/>
            <a:ext cx="1206000" cy="275700"/>
          </a:xfrm>
          <a:prstGeom prst="rect">
            <a:avLst/>
          </a:prstGeom>
        </p:spPr>
        <p:txBody>
          <a:bodyPr anchorCtr="0" anchor="t" bIns="0" lIns="0" spcFirstLastPara="1" rIns="0" wrap="square" tIns="0">
            <a:noAutofit/>
          </a:bodyPr>
          <a:lstStyle>
            <a:lvl1pPr lvl="0" algn="ctr">
              <a:spcBef>
                <a:spcPts val="0"/>
              </a:spcBef>
              <a:spcAft>
                <a:spcPts val="0"/>
              </a:spcAft>
              <a:buNone/>
              <a:defRPr sz="900"/>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1580" name="Google Shape;1580;p96"/>
          <p:cNvSpPr txBox="1"/>
          <p:nvPr>
            <p:ph idx="6" type="body"/>
          </p:nvPr>
        </p:nvSpPr>
        <p:spPr>
          <a:xfrm>
            <a:off x="6880375" y="3231050"/>
            <a:ext cx="20307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581" name="Google Shape;1581;p96"/>
          <p:cNvSpPr txBox="1"/>
          <p:nvPr>
            <p:ph idx="7" type="subTitle"/>
          </p:nvPr>
        </p:nvSpPr>
        <p:spPr>
          <a:xfrm>
            <a:off x="6880375" y="2984750"/>
            <a:ext cx="2030700" cy="246300"/>
          </a:xfrm>
          <a:prstGeom prst="rect">
            <a:avLst/>
          </a:prstGeom>
        </p:spPr>
        <p:txBody>
          <a:bodyPr anchorCtr="0" anchor="t" bIns="0" lIns="0" spcFirstLastPara="1" rIns="0" wrap="square" tIns="0">
            <a:noAutofit/>
          </a:bodyPr>
          <a:lstStyle>
            <a:lvl1pPr lvl="0" algn="l">
              <a:spcBef>
                <a:spcPts val="0"/>
              </a:spcBef>
              <a:spcAft>
                <a:spcPts val="0"/>
              </a:spcAft>
              <a:buNone/>
              <a:defRPr sz="1200">
                <a:latin typeface="Montserrat Medium"/>
                <a:ea typeface="Montserrat Medium"/>
                <a:cs typeface="Montserrat Medium"/>
                <a:sym typeface="Montserrat Medium"/>
              </a:defRPr>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1582" name="Google Shape;1582;p96"/>
          <p:cNvSpPr txBox="1"/>
          <p:nvPr>
            <p:ph idx="8" type="subTitle"/>
          </p:nvPr>
        </p:nvSpPr>
        <p:spPr>
          <a:xfrm>
            <a:off x="2274000" y="2984750"/>
            <a:ext cx="2030700" cy="246300"/>
          </a:xfrm>
          <a:prstGeom prst="rect">
            <a:avLst/>
          </a:prstGeom>
        </p:spPr>
        <p:txBody>
          <a:bodyPr anchorCtr="0" anchor="t" bIns="0" lIns="0" spcFirstLastPara="1" rIns="0" wrap="square" tIns="0">
            <a:noAutofit/>
          </a:bodyPr>
          <a:lstStyle>
            <a:lvl1pPr lvl="0" algn="l">
              <a:spcBef>
                <a:spcPts val="0"/>
              </a:spcBef>
              <a:spcAft>
                <a:spcPts val="0"/>
              </a:spcAft>
              <a:buNone/>
              <a:defRPr sz="1200">
                <a:latin typeface="Montserrat Medium"/>
                <a:ea typeface="Montserrat Medium"/>
                <a:cs typeface="Montserrat Medium"/>
                <a:sym typeface="Montserrat Medium"/>
              </a:defRPr>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1583" name="Google Shape;1583;p96"/>
          <p:cNvSpPr txBox="1"/>
          <p:nvPr>
            <p:ph idx="9" type="body"/>
          </p:nvPr>
        </p:nvSpPr>
        <p:spPr>
          <a:xfrm>
            <a:off x="2274000" y="3231050"/>
            <a:ext cx="20307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9">
  <p:cSld name="BLANK_1_1_1_1_1_1_1_1_1_1_1_2_1_6">
    <p:bg>
      <p:bgPr>
        <a:solidFill>
          <a:schemeClr val="lt1"/>
        </a:solidFill>
      </p:bgPr>
    </p:bg>
    <p:spTree>
      <p:nvGrpSpPr>
        <p:cNvPr id="1584" name="Shape 1584"/>
        <p:cNvGrpSpPr/>
        <p:nvPr/>
      </p:nvGrpSpPr>
      <p:grpSpPr>
        <a:xfrm>
          <a:off x="0" y="0"/>
          <a:ext cx="0" cy="0"/>
          <a:chOff x="0" y="0"/>
          <a:chExt cx="0" cy="0"/>
        </a:xfrm>
      </p:grpSpPr>
      <p:sp>
        <p:nvSpPr>
          <p:cNvPr id="1585" name="Google Shape;1585;p97"/>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86" name="Google Shape;1586;p97"/>
          <p:cNvSpPr txBox="1"/>
          <p:nvPr>
            <p:ph idx="1" type="body"/>
          </p:nvPr>
        </p:nvSpPr>
        <p:spPr>
          <a:xfrm>
            <a:off x="422609"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587" name="Google Shape;1587;p97"/>
          <p:cNvSpPr txBox="1"/>
          <p:nvPr>
            <p:ph idx="2" type="body"/>
          </p:nvPr>
        </p:nvSpPr>
        <p:spPr>
          <a:xfrm>
            <a:off x="2614838"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588" name="Google Shape;1588;p97"/>
          <p:cNvSpPr txBox="1"/>
          <p:nvPr>
            <p:ph idx="3" type="body"/>
          </p:nvPr>
        </p:nvSpPr>
        <p:spPr>
          <a:xfrm>
            <a:off x="4785550"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589" name="Google Shape;1589;p97"/>
          <p:cNvSpPr txBox="1"/>
          <p:nvPr>
            <p:ph idx="4" type="body"/>
          </p:nvPr>
        </p:nvSpPr>
        <p:spPr>
          <a:xfrm>
            <a:off x="6956263"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590" name="Google Shape;1590;p97"/>
          <p:cNvSpPr txBox="1"/>
          <p:nvPr>
            <p:ph type="title"/>
          </p:nvPr>
        </p:nvSpPr>
        <p:spPr>
          <a:xfrm>
            <a:off x="422609" y="3094675"/>
            <a:ext cx="1728600" cy="3693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91" name="Google Shape;1591;p97"/>
          <p:cNvSpPr txBox="1"/>
          <p:nvPr>
            <p:ph idx="5" type="title"/>
          </p:nvPr>
        </p:nvSpPr>
        <p:spPr>
          <a:xfrm>
            <a:off x="2614838" y="3094675"/>
            <a:ext cx="1728600" cy="3693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92" name="Google Shape;1592;p97"/>
          <p:cNvSpPr txBox="1"/>
          <p:nvPr>
            <p:ph idx="6" type="title"/>
          </p:nvPr>
        </p:nvSpPr>
        <p:spPr>
          <a:xfrm>
            <a:off x="4785550" y="3094675"/>
            <a:ext cx="1728600" cy="369300"/>
          </a:xfrm>
          <a:prstGeom prst="rect">
            <a:avLst/>
          </a:prstGeom>
        </p:spPr>
        <p:txBody>
          <a:bodyPr anchorCtr="0" anchor="t" bIns="91425" lIns="91425" spcFirstLastPara="1" rIns="91425" wrap="square" tIns="91425">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93" name="Google Shape;1593;p97"/>
          <p:cNvSpPr txBox="1"/>
          <p:nvPr>
            <p:ph idx="7" type="title"/>
          </p:nvPr>
        </p:nvSpPr>
        <p:spPr>
          <a:xfrm>
            <a:off x="6956263" y="3094675"/>
            <a:ext cx="1728600" cy="3693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94" name="Google Shape;1594;p97"/>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5" name="Google Shape;1595;p97"/>
          <p:cNvSpPr txBox="1"/>
          <p:nvPr>
            <p:ph idx="8"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96" name="Google Shape;1596;p97"/>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97" name="Google Shape;1597;p97"/>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98" name="Google Shape;1598;p97"/>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99" name="Google Shape;1599;p97"/>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1600" name="Google Shape;1600;p97"/>
          <p:cNvCxnSpPr>
            <a:stCxn id="1599" idx="7"/>
            <a:endCxn id="1596" idx="7"/>
          </p:cNvCxnSpPr>
          <p:nvPr/>
        </p:nvCxnSpPr>
        <p:spPr>
          <a:xfrm rot="10800000">
            <a:off x="8206169" y="96334"/>
            <a:ext cx="550500" cy="668700"/>
          </a:xfrm>
          <a:prstGeom prst="straightConnector1">
            <a:avLst/>
          </a:prstGeom>
          <a:noFill/>
          <a:ln cap="flat" cmpd="sng" w="9525">
            <a:solidFill>
              <a:schemeClr val="dk1"/>
            </a:solidFill>
            <a:prstDash val="solid"/>
            <a:round/>
            <a:headEnd len="med" w="med" type="none"/>
            <a:tailEnd len="med" w="med" type="none"/>
          </a:ln>
        </p:spPr>
      </p:cxnSp>
      <p:cxnSp>
        <p:nvCxnSpPr>
          <p:cNvPr id="1601" name="Google Shape;1601;p97"/>
          <p:cNvCxnSpPr>
            <a:stCxn id="1599" idx="4"/>
          </p:cNvCxnSpPr>
          <p:nvPr/>
        </p:nvCxnSpPr>
        <p:spPr>
          <a:xfrm flipH="1">
            <a:off x="7517364" y="845439"/>
            <a:ext cx="1206000" cy="369600"/>
          </a:xfrm>
          <a:prstGeom prst="straightConnector1">
            <a:avLst/>
          </a:prstGeom>
          <a:noFill/>
          <a:ln cap="flat" cmpd="sng" w="9525">
            <a:solidFill>
              <a:schemeClr val="dk1"/>
            </a:solidFill>
            <a:prstDash val="solid"/>
            <a:round/>
            <a:headEnd len="med" w="med" type="none"/>
            <a:tailEnd len="med" w="med" type="none"/>
          </a:ln>
        </p:spPr>
      </p:cxnSp>
      <p:cxnSp>
        <p:nvCxnSpPr>
          <p:cNvPr id="1602" name="Google Shape;1602;p97"/>
          <p:cNvCxnSpPr/>
          <p:nvPr/>
        </p:nvCxnSpPr>
        <p:spPr>
          <a:xfrm flipH="1" rot="10800000">
            <a:off x="7323426" y="233734"/>
            <a:ext cx="335400" cy="759900"/>
          </a:xfrm>
          <a:prstGeom prst="straightConnector1">
            <a:avLst/>
          </a:prstGeom>
          <a:noFill/>
          <a:ln cap="flat" cmpd="sng" w="9525">
            <a:solidFill>
              <a:schemeClr val="dk1"/>
            </a:solidFill>
            <a:prstDash val="solid"/>
            <a:round/>
            <a:headEnd len="med" w="med" type="none"/>
            <a:tailEnd len="med" w="med" type="none"/>
          </a:ln>
        </p:spPr>
      </p:cxnSp>
      <p:sp>
        <p:nvSpPr>
          <p:cNvPr id="1603" name="Google Shape;1603;p97"/>
          <p:cNvSpPr txBox="1"/>
          <p:nvPr>
            <p:ph idx="9"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4 content display">
  <p:cSld name="BLANK_1_1_1_1_1_1_1_1_1_1_1_2_1_2_1">
    <p:spTree>
      <p:nvGrpSpPr>
        <p:cNvPr id="1604" name="Shape 1604"/>
        <p:cNvGrpSpPr/>
        <p:nvPr/>
      </p:nvGrpSpPr>
      <p:grpSpPr>
        <a:xfrm>
          <a:off x="0" y="0"/>
          <a:ext cx="0" cy="0"/>
          <a:chOff x="0" y="0"/>
          <a:chExt cx="0" cy="0"/>
        </a:xfrm>
      </p:grpSpPr>
      <p:sp>
        <p:nvSpPr>
          <p:cNvPr id="1605" name="Google Shape;1605;p98"/>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cxnSp>
        <p:nvCxnSpPr>
          <p:cNvPr id="1606" name="Google Shape;1606;p98"/>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1607" name="Google Shape;1607;p98"/>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608" name="Google Shape;1608;p98"/>
          <p:cNvSpPr txBox="1"/>
          <p:nvPr>
            <p:ph idx="2" type="body"/>
          </p:nvPr>
        </p:nvSpPr>
        <p:spPr>
          <a:xfrm>
            <a:off x="4882425" y="1547275"/>
            <a:ext cx="36396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609" name="Google Shape;1609;p98"/>
          <p:cNvSpPr txBox="1"/>
          <p:nvPr>
            <p:ph idx="3" type="body"/>
          </p:nvPr>
        </p:nvSpPr>
        <p:spPr>
          <a:xfrm>
            <a:off x="3582350" y="3224900"/>
            <a:ext cx="3639600" cy="16581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610" name="Google Shape;1610;p98"/>
          <p:cNvSpPr txBox="1"/>
          <p:nvPr>
            <p:ph idx="4" type="subTitle"/>
          </p:nvPr>
        </p:nvSpPr>
        <p:spPr>
          <a:xfrm>
            <a:off x="3582350" y="2987900"/>
            <a:ext cx="3639600" cy="1641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1611" name="Google Shape;1611;p98"/>
          <p:cNvSpPr/>
          <p:nvPr>
            <p:ph idx="5" type="pic"/>
          </p:nvPr>
        </p:nvSpPr>
        <p:spPr>
          <a:xfrm>
            <a:off x="256025" y="2987900"/>
            <a:ext cx="3176400" cy="1904400"/>
          </a:xfrm>
          <a:prstGeom prst="rect">
            <a:avLst/>
          </a:prstGeom>
          <a:noFill/>
          <a:ln>
            <a:noFill/>
          </a:ln>
        </p:spPr>
      </p:sp>
      <p:sp>
        <p:nvSpPr>
          <p:cNvPr id="1612" name="Google Shape;1612;p98"/>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SzPts val="800"/>
              <a:buFont typeface="Montserrat"/>
              <a:buNone/>
              <a:defRPr/>
            </a:lvl1pPr>
            <a:lvl2pPr lvl="1">
              <a:spcBef>
                <a:spcPts val="0"/>
              </a:spcBef>
              <a:spcAft>
                <a:spcPts val="0"/>
              </a:spcAft>
              <a:buSzPts val="800"/>
              <a:buFont typeface="Montserrat"/>
              <a:buNone/>
              <a:defRPr/>
            </a:lvl2pPr>
            <a:lvl3pPr lvl="2">
              <a:spcBef>
                <a:spcPts val="0"/>
              </a:spcBef>
              <a:spcAft>
                <a:spcPts val="0"/>
              </a:spcAft>
              <a:buSzPts val="800"/>
              <a:buFont typeface="Montserrat"/>
              <a:buNone/>
              <a:defRPr/>
            </a:lvl3pPr>
            <a:lvl4pPr lvl="3">
              <a:spcBef>
                <a:spcPts val="0"/>
              </a:spcBef>
              <a:spcAft>
                <a:spcPts val="0"/>
              </a:spcAft>
              <a:buSzPts val="800"/>
              <a:buFont typeface="Montserrat"/>
              <a:buNone/>
              <a:defRPr/>
            </a:lvl4pPr>
            <a:lvl5pPr lvl="4">
              <a:spcBef>
                <a:spcPts val="0"/>
              </a:spcBef>
              <a:spcAft>
                <a:spcPts val="0"/>
              </a:spcAft>
              <a:buSzPts val="800"/>
              <a:buFont typeface="Montserrat"/>
              <a:buNone/>
              <a:defRPr/>
            </a:lvl5pPr>
            <a:lvl6pPr lvl="5">
              <a:spcBef>
                <a:spcPts val="0"/>
              </a:spcBef>
              <a:spcAft>
                <a:spcPts val="0"/>
              </a:spcAft>
              <a:buSzPts val="800"/>
              <a:buFont typeface="Montserrat"/>
              <a:buNone/>
              <a:defRPr/>
            </a:lvl6pPr>
            <a:lvl7pPr lvl="6">
              <a:spcBef>
                <a:spcPts val="0"/>
              </a:spcBef>
              <a:spcAft>
                <a:spcPts val="0"/>
              </a:spcAft>
              <a:buSzPts val="800"/>
              <a:buFont typeface="Montserrat"/>
              <a:buNone/>
              <a:defRPr/>
            </a:lvl7pPr>
            <a:lvl8pPr lvl="7">
              <a:spcBef>
                <a:spcPts val="0"/>
              </a:spcBef>
              <a:spcAft>
                <a:spcPts val="0"/>
              </a:spcAft>
              <a:buSzPts val="800"/>
              <a:buFont typeface="Montserrat"/>
              <a:buNone/>
              <a:defRPr/>
            </a:lvl8pPr>
            <a:lvl9pPr lvl="8">
              <a:spcBef>
                <a:spcPts val="0"/>
              </a:spcBef>
              <a:spcAft>
                <a:spcPts val="0"/>
              </a:spcAft>
              <a:buSzPts val="800"/>
              <a:buFont typeface="Montserrat"/>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with image">
  <p:cSld name="BLANK_1_1_1_1_1_1_1_1_1_1_1_2_1_2_1_1">
    <p:bg>
      <p:bgPr>
        <a:solidFill>
          <a:schemeClr val="lt1"/>
        </a:solidFill>
      </p:bgPr>
    </p:bg>
    <p:spTree>
      <p:nvGrpSpPr>
        <p:cNvPr id="1613" name="Shape 1613"/>
        <p:cNvGrpSpPr/>
        <p:nvPr/>
      </p:nvGrpSpPr>
      <p:grpSpPr>
        <a:xfrm>
          <a:off x="0" y="0"/>
          <a:ext cx="0" cy="0"/>
          <a:chOff x="0" y="0"/>
          <a:chExt cx="0" cy="0"/>
        </a:xfrm>
      </p:grpSpPr>
      <p:sp>
        <p:nvSpPr>
          <p:cNvPr id="1614" name="Google Shape;1614;p99"/>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615" name="Google Shape;1615;p99"/>
          <p:cNvSpPr/>
          <p:nvPr>
            <p:ph idx="2" type="pic"/>
          </p:nvPr>
        </p:nvSpPr>
        <p:spPr>
          <a:xfrm>
            <a:off x="6565675" y="6375"/>
            <a:ext cx="2578200" cy="5143500"/>
          </a:xfrm>
          <a:prstGeom prst="rect">
            <a:avLst/>
          </a:prstGeom>
          <a:noFill/>
          <a:ln>
            <a:noFill/>
          </a:ln>
        </p:spPr>
      </p:sp>
      <p:sp>
        <p:nvSpPr>
          <p:cNvPr id="1616" name="Google Shape;1616;p99"/>
          <p:cNvSpPr txBox="1"/>
          <p:nvPr>
            <p:ph idx="1" type="body"/>
          </p:nvPr>
        </p:nvSpPr>
        <p:spPr>
          <a:xfrm>
            <a:off x="256600" y="1672900"/>
            <a:ext cx="1881600" cy="775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617" name="Google Shape;1617;p99"/>
          <p:cNvSpPr txBox="1"/>
          <p:nvPr>
            <p:ph idx="3" type="title"/>
          </p:nvPr>
        </p:nvSpPr>
        <p:spPr>
          <a:xfrm>
            <a:off x="256600" y="138382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1618" name="Google Shape;1618;p99"/>
          <p:cNvSpPr txBox="1"/>
          <p:nvPr>
            <p:ph idx="4" type="body"/>
          </p:nvPr>
        </p:nvSpPr>
        <p:spPr>
          <a:xfrm>
            <a:off x="256600" y="3630275"/>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619" name="Google Shape;1619;p99"/>
          <p:cNvSpPr txBox="1"/>
          <p:nvPr>
            <p:ph idx="5" type="title"/>
          </p:nvPr>
        </p:nvSpPr>
        <p:spPr>
          <a:xfrm>
            <a:off x="256600" y="3341200"/>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1620" name="Google Shape;1620;p99"/>
          <p:cNvSpPr txBox="1"/>
          <p:nvPr>
            <p:ph idx="6" type="body"/>
          </p:nvPr>
        </p:nvSpPr>
        <p:spPr>
          <a:xfrm>
            <a:off x="2582375" y="1672900"/>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621" name="Google Shape;1621;p99"/>
          <p:cNvSpPr txBox="1"/>
          <p:nvPr>
            <p:ph idx="7" type="title"/>
          </p:nvPr>
        </p:nvSpPr>
        <p:spPr>
          <a:xfrm>
            <a:off x="2582375" y="138382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BLANK_1_1_1_1_1_1_1_1_1_1_1_2_1_2_1_1_1">
    <p:bg>
      <p:bgPr>
        <a:solidFill>
          <a:schemeClr val="dk2"/>
        </a:solidFill>
      </p:bgPr>
    </p:bg>
    <p:spTree>
      <p:nvGrpSpPr>
        <p:cNvPr id="1622" name="Shape 1622"/>
        <p:cNvGrpSpPr/>
        <p:nvPr/>
      </p:nvGrpSpPr>
      <p:grpSpPr>
        <a:xfrm>
          <a:off x="0" y="0"/>
          <a:ext cx="0" cy="0"/>
          <a:chOff x="0" y="0"/>
          <a:chExt cx="0" cy="0"/>
        </a:xfrm>
      </p:grpSpPr>
      <p:sp>
        <p:nvSpPr>
          <p:cNvPr id="1623" name="Google Shape;1623;p100"/>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624" name="Google Shape;1624;p100"/>
          <p:cNvSpPr/>
          <p:nvPr/>
        </p:nvSpPr>
        <p:spPr>
          <a:xfrm flipH="1" rot="10800000">
            <a:off x="5434850" y="1434600"/>
            <a:ext cx="3709200" cy="3708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625" name="Google Shape;1625;p100"/>
          <p:cNvSpPr txBox="1"/>
          <p:nvPr>
            <p:ph idx="1" type="body"/>
          </p:nvPr>
        </p:nvSpPr>
        <p:spPr>
          <a:xfrm>
            <a:off x="566475" y="1548175"/>
            <a:ext cx="3639600" cy="8859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626" name="Google Shape;1626;p100"/>
          <p:cNvSpPr txBox="1"/>
          <p:nvPr>
            <p:ph idx="2" type="title"/>
          </p:nvPr>
        </p:nvSpPr>
        <p:spPr>
          <a:xfrm>
            <a:off x="566475" y="1226825"/>
            <a:ext cx="3639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1627" name="Google Shape;1627;p100"/>
          <p:cNvSpPr txBox="1"/>
          <p:nvPr>
            <p:ph idx="3" type="body"/>
          </p:nvPr>
        </p:nvSpPr>
        <p:spPr>
          <a:xfrm>
            <a:off x="4937950" y="1548175"/>
            <a:ext cx="3639600" cy="885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628" name="Google Shape;1628;p100"/>
          <p:cNvSpPr txBox="1"/>
          <p:nvPr>
            <p:ph idx="4" type="title"/>
          </p:nvPr>
        </p:nvSpPr>
        <p:spPr>
          <a:xfrm>
            <a:off x="4937950" y="1226825"/>
            <a:ext cx="3639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1629" name="Google Shape;1629;p100"/>
          <p:cNvSpPr txBox="1"/>
          <p:nvPr>
            <p:ph idx="5" type="body"/>
          </p:nvPr>
        </p:nvSpPr>
        <p:spPr>
          <a:xfrm>
            <a:off x="4937925" y="3564300"/>
            <a:ext cx="3639600" cy="885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630" name="Google Shape;1630;p100"/>
          <p:cNvSpPr txBox="1"/>
          <p:nvPr>
            <p:ph idx="6" type="title"/>
          </p:nvPr>
        </p:nvSpPr>
        <p:spPr>
          <a:xfrm>
            <a:off x="4937925" y="3242950"/>
            <a:ext cx="3639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1631" name="Google Shape;1631;p100"/>
          <p:cNvSpPr txBox="1"/>
          <p:nvPr>
            <p:ph idx="7" type="body"/>
          </p:nvPr>
        </p:nvSpPr>
        <p:spPr>
          <a:xfrm>
            <a:off x="566500" y="3564300"/>
            <a:ext cx="3639600" cy="885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632" name="Google Shape;1632;p100"/>
          <p:cNvSpPr txBox="1"/>
          <p:nvPr>
            <p:ph idx="8" type="title"/>
          </p:nvPr>
        </p:nvSpPr>
        <p:spPr>
          <a:xfrm>
            <a:off x="566500" y="3242950"/>
            <a:ext cx="3639600" cy="1896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1633" name="Google Shape;1633;p100"/>
          <p:cNvSpPr txBox="1"/>
          <p:nvPr>
            <p:ph idx="9"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BLANK_1_1_1_1_1_1_1_1_1_1_1_1">
    <p:spTree>
      <p:nvGrpSpPr>
        <p:cNvPr id="1634" name="Shape 1634"/>
        <p:cNvGrpSpPr/>
        <p:nvPr/>
      </p:nvGrpSpPr>
      <p:grpSpPr>
        <a:xfrm>
          <a:off x="0" y="0"/>
          <a:ext cx="0" cy="0"/>
          <a:chOff x="0" y="0"/>
          <a:chExt cx="0" cy="0"/>
        </a:xfrm>
      </p:grpSpPr>
      <p:sp>
        <p:nvSpPr>
          <p:cNvPr id="1635" name="Google Shape;1635;p101"/>
          <p:cNvSpPr/>
          <p:nvPr/>
        </p:nvSpPr>
        <p:spPr>
          <a:xfrm flipH="1" rot="10800000">
            <a:off x="6711875" y="2691600"/>
            <a:ext cx="2451900" cy="2451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1636" name="Google Shape;1636;p101"/>
          <p:cNvSpPr txBox="1"/>
          <p:nvPr>
            <p:ph idx="1" type="subTitle"/>
          </p:nvPr>
        </p:nvSpPr>
        <p:spPr>
          <a:xfrm>
            <a:off x="4994475" y="1093500"/>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1637" name="Google Shape;1637;p101"/>
          <p:cNvSpPr txBox="1"/>
          <p:nvPr>
            <p:ph idx="2" type="subTitle"/>
          </p:nvPr>
        </p:nvSpPr>
        <p:spPr>
          <a:xfrm>
            <a:off x="4994475" y="1721375"/>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1638" name="Google Shape;1638;p101"/>
          <p:cNvSpPr txBox="1"/>
          <p:nvPr>
            <p:ph idx="3" type="subTitle"/>
          </p:nvPr>
        </p:nvSpPr>
        <p:spPr>
          <a:xfrm>
            <a:off x="4994475" y="2349250"/>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1639" name="Google Shape;1639;p101"/>
          <p:cNvSpPr txBox="1"/>
          <p:nvPr>
            <p:ph idx="4" type="subTitle"/>
          </p:nvPr>
        </p:nvSpPr>
        <p:spPr>
          <a:xfrm>
            <a:off x="4994475" y="2977125"/>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1640" name="Google Shape;1640;p101"/>
          <p:cNvSpPr txBox="1"/>
          <p:nvPr>
            <p:ph idx="5" type="subTitle"/>
          </p:nvPr>
        </p:nvSpPr>
        <p:spPr>
          <a:xfrm>
            <a:off x="4994475" y="3605000"/>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1641" name="Google Shape;1641;p101"/>
          <p:cNvSpPr txBox="1"/>
          <p:nvPr>
            <p:ph idx="6" type="subTitle"/>
          </p:nvPr>
        </p:nvSpPr>
        <p:spPr>
          <a:xfrm>
            <a:off x="4994475" y="4232875"/>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1642" name="Google Shape;1642;p101"/>
          <p:cNvSpPr/>
          <p:nvPr>
            <p:ph idx="7" type="pic"/>
          </p:nvPr>
        </p:nvSpPr>
        <p:spPr>
          <a:xfrm>
            <a:off x="50" y="1278300"/>
            <a:ext cx="4285500" cy="3865200"/>
          </a:xfrm>
          <a:prstGeom prst="rect">
            <a:avLst/>
          </a:prstGeom>
          <a:noFill/>
          <a:ln>
            <a:noFill/>
          </a:ln>
        </p:spPr>
      </p:sp>
      <p:sp>
        <p:nvSpPr>
          <p:cNvPr id="1643" name="Google Shape;1643;p101"/>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644" name="Google Shape;1644;p101"/>
          <p:cNvSpPr txBox="1"/>
          <p:nvPr>
            <p:ph idx="8"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645" name="Google Shape;1645;p101"/>
          <p:cNvSpPr txBox="1"/>
          <p:nvPr>
            <p:ph idx="9" type="subTitle"/>
          </p:nvPr>
        </p:nvSpPr>
        <p:spPr>
          <a:xfrm>
            <a:off x="5343675" y="1093500"/>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1646" name="Google Shape;1646;p101"/>
          <p:cNvSpPr txBox="1"/>
          <p:nvPr>
            <p:ph idx="13" type="subTitle"/>
          </p:nvPr>
        </p:nvSpPr>
        <p:spPr>
          <a:xfrm>
            <a:off x="5343675" y="1721375"/>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1647" name="Google Shape;1647;p101"/>
          <p:cNvSpPr txBox="1"/>
          <p:nvPr>
            <p:ph idx="14" type="subTitle"/>
          </p:nvPr>
        </p:nvSpPr>
        <p:spPr>
          <a:xfrm>
            <a:off x="5343675" y="2349250"/>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1648" name="Google Shape;1648;p101"/>
          <p:cNvSpPr txBox="1"/>
          <p:nvPr>
            <p:ph idx="15" type="subTitle"/>
          </p:nvPr>
        </p:nvSpPr>
        <p:spPr>
          <a:xfrm>
            <a:off x="5343675" y="2977125"/>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1649" name="Google Shape;1649;p101"/>
          <p:cNvSpPr txBox="1"/>
          <p:nvPr>
            <p:ph idx="16" type="subTitle"/>
          </p:nvPr>
        </p:nvSpPr>
        <p:spPr>
          <a:xfrm>
            <a:off x="5343675" y="3605000"/>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1650" name="Google Shape;1650;p101"/>
          <p:cNvSpPr txBox="1"/>
          <p:nvPr>
            <p:ph idx="17" type="subTitle"/>
          </p:nvPr>
        </p:nvSpPr>
        <p:spPr>
          <a:xfrm>
            <a:off x="5343675" y="4232875"/>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alt">
  <p:cSld name="BLANK_1_1_1_1_1_1_1_1_1_1_1_1_1_1_1_1_1_1_1">
    <p:spTree>
      <p:nvGrpSpPr>
        <p:cNvPr id="1651" name="Shape 1651"/>
        <p:cNvGrpSpPr/>
        <p:nvPr/>
      </p:nvGrpSpPr>
      <p:grpSpPr>
        <a:xfrm>
          <a:off x="0" y="0"/>
          <a:ext cx="0" cy="0"/>
          <a:chOff x="0" y="0"/>
          <a:chExt cx="0" cy="0"/>
        </a:xfrm>
      </p:grpSpPr>
      <p:sp>
        <p:nvSpPr>
          <p:cNvPr id="1652" name="Google Shape;1652;p102"/>
          <p:cNvSpPr txBox="1"/>
          <p:nvPr>
            <p:ph idx="1" type="body"/>
          </p:nvPr>
        </p:nvSpPr>
        <p:spPr>
          <a:xfrm>
            <a:off x="256025" y="4056350"/>
            <a:ext cx="2661300" cy="8310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653" name="Google Shape;1653;p102"/>
          <p:cNvSpPr txBox="1"/>
          <p:nvPr>
            <p:ph idx="2" type="body"/>
          </p:nvPr>
        </p:nvSpPr>
        <p:spPr>
          <a:xfrm>
            <a:off x="3241424" y="4056350"/>
            <a:ext cx="2661300" cy="8310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654" name="Google Shape;1654;p102"/>
          <p:cNvSpPr txBox="1"/>
          <p:nvPr>
            <p:ph idx="3" type="body"/>
          </p:nvPr>
        </p:nvSpPr>
        <p:spPr>
          <a:xfrm>
            <a:off x="6226798" y="4056350"/>
            <a:ext cx="2661300" cy="8310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655" name="Google Shape;1655;p102"/>
          <p:cNvSpPr/>
          <p:nvPr>
            <p:ph idx="4" type="pic"/>
          </p:nvPr>
        </p:nvSpPr>
        <p:spPr>
          <a:xfrm>
            <a:off x="256025" y="1597425"/>
            <a:ext cx="2661300" cy="1966200"/>
          </a:xfrm>
          <a:prstGeom prst="rect">
            <a:avLst/>
          </a:prstGeom>
          <a:noFill/>
          <a:ln>
            <a:noFill/>
          </a:ln>
        </p:spPr>
      </p:sp>
      <p:sp>
        <p:nvSpPr>
          <p:cNvPr id="1656" name="Google Shape;1656;p102"/>
          <p:cNvSpPr/>
          <p:nvPr>
            <p:ph idx="5" type="pic"/>
          </p:nvPr>
        </p:nvSpPr>
        <p:spPr>
          <a:xfrm>
            <a:off x="3241425" y="1597425"/>
            <a:ext cx="2661300" cy="1966200"/>
          </a:xfrm>
          <a:prstGeom prst="rect">
            <a:avLst/>
          </a:prstGeom>
          <a:noFill/>
          <a:ln>
            <a:noFill/>
          </a:ln>
        </p:spPr>
      </p:sp>
      <p:sp>
        <p:nvSpPr>
          <p:cNvPr id="1657" name="Google Shape;1657;p102"/>
          <p:cNvSpPr/>
          <p:nvPr>
            <p:ph idx="6" type="pic"/>
          </p:nvPr>
        </p:nvSpPr>
        <p:spPr>
          <a:xfrm>
            <a:off x="6226825" y="1588650"/>
            <a:ext cx="2661300" cy="1966200"/>
          </a:xfrm>
          <a:prstGeom prst="rect">
            <a:avLst/>
          </a:prstGeom>
          <a:noFill/>
          <a:ln>
            <a:noFill/>
          </a:ln>
        </p:spPr>
      </p:sp>
      <p:sp>
        <p:nvSpPr>
          <p:cNvPr id="1658" name="Google Shape;1658;p102"/>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659" name="Google Shape;1659;p102"/>
          <p:cNvSpPr txBox="1"/>
          <p:nvPr>
            <p:ph idx="7" type="subTitle"/>
          </p:nvPr>
        </p:nvSpPr>
        <p:spPr>
          <a:xfrm>
            <a:off x="256050" y="3765870"/>
            <a:ext cx="2661300" cy="1641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200"/>
              <a:buFont typeface="Montserrat"/>
              <a:buNone/>
              <a:defRPr sz="1200">
                <a:solidFill>
                  <a:schemeClr val="dk1"/>
                </a:solidFill>
              </a:defRPr>
            </a:lvl1pPr>
            <a:lvl2pPr lvl="1">
              <a:spcBef>
                <a:spcPts val="0"/>
              </a:spcBef>
              <a:spcAft>
                <a:spcPts val="0"/>
              </a:spcAft>
              <a:buClr>
                <a:schemeClr val="dk1"/>
              </a:buClr>
              <a:buSzPts val="1200"/>
              <a:buFont typeface="Montserrat"/>
              <a:buNone/>
              <a:defRPr sz="1200">
                <a:solidFill>
                  <a:schemeClr val="dk1"/>
                </a:solidFill>
              </a:defRPr>
            </a:lvl2pPr>
            <a:lvl3pPr lvl="2">
              <a:spcBef>
                <a:spcPts val="0"/>
              </a:spcBef>
              <a:spcAft>
                <a:spcPts val="0"/>
              </a:spcAft>
              <a:buClr>
                <a:schemeClr val="dk1"/>
              </a:buClr>
              <a:buSzPts val="1200"/>
              <a:buFont typeface="Montserrat"/>
              <a:buNone/>
              <a:defRPr sz="1200">
                <a:solidFill>
                  <a:schemeClr val="dk1"/>
                </a:solidFill>
              </a:defRPr>
            </a:lvl3pPr>
            <a:lvl4pPr lvl="3">
              <a:spcBef>
                <a:spcPts val="0"/>
              </a:spcBef>
              <a:spcAft>
                <a:spcPts val="0"/>
              </a:spcAft>
              <a:buClr>
                <a:schemeClr val="dk1"/>
              </a:buClr>
              <a:buSzPts val="1200"/>
              <a:buFont typeface="Montserrat"/>
              <a:buNone/>
              <a:defRPr sz="1200">
                <a:solidFill>
                  <a:schemeClr val="dk1"/>
                </a:solidFill>
              </a:defRPr>
            </a:lvl4pPr>
            <a:lvl5pPr lvl="4">
              <a:spcBef>
                <a:spcPts val="0"/>
              </a:spcBef>
              <a:spcAft>
                <a:spcPts val="0"/>
              </a:spcAft>
              <a:buClr>
                <a:schemeClr val="dk1"/>
              </a:buClr>
              <a:buSzPts val="1200"/>
              <a:buFont typeface="Montserrat"/>
              <a:buNone/>
              <a:defRPr sz="1200">
                <a:solidFill>
                  <a:schemeClr val="dk1"/>
                </a:solidFill>
              </a:defRPr>
            </a:lvl5pPr>
            <a:lvl6pPr lvl="5">
              <a:spcBef>
                <a:spcPts val="0"/>
              </a:spcBef>
              <a:spcAft>
                <a:spcPts val="0"/>
              </a:spcAft>
              <a:buClr>
                <a:schemeClr val="dk1"/>
              </a:buClr>
              <a:buSzPts val="1200"/>
              <a:buFont typeface="Montserrat"/>
              <a:buNone/>
              <a:defRPr sz="1200">
                <a:solidFill>
                  <a:schemeClr val="dk1"/>
                </a:solidFill>
              </a:defRPr>
            </a:lvl6pPr>
            <a:lvl7pPr lvl="6">
              <a:spcBef>
                <a:spcPts val="0"/>
              </a:spcBef>
              <a:spcAft>
                <a:spcPts val="0"/>
              </a:spcAft>
              <a:buClr>
                <a:schemeClr val="dk1"/>
              </a:buClr>
              <a:buSzPts val="1200"/>
              <a:buFont typeface="Montserrat"/>
              <a:buNone/>
              <a:defRPr sz="1200">
                <a:solidFill>
                  <a:schemeClr val="dk1"/>
                </a:solidFill>
              </a:defRPr>
            </a:lvl7pPr>
            <a:lvl8pPr lvl="7">
              <a:spcBef>
                <a:spcPts val="0"/>
              </a:spcBef>
              <a:spcAft>
                <a:spcPts val="0"/>
              </a:spcAft>
              <a:buClr>
                <a:schemeClr val="dk1"/>
              </a:buClr>
              <a:buSzPts val="1200"/>
              <a:buFont typeface="Montserrat"/>
              <a:buNone/>
              <a:defRPr sz="1200">
                <a:solidFill>
                  <a:schemeClr val="dk1"/>
                </a:solidFill>
              </a:defRPr>
            </a:lvl8pPr>
            <a:lvl9pPr lvl="8">
              <a:spcBef>
                <a:spcPts val="0"/>
              </a:spcBef>
              <a:spcAft>
                <a:spcPts val="0"/>
              </a:spcAft>
              <a:buClr>
                <a:schemeClr val="dk1"/>
              </a:buClr>
              <a:buSzPts val="1200"/>
              <a:buFont typeface="Montserrat"/>
              <a:buNone/>
              <a:defRPr sz="1200">
                <a:solidFill>
                  <a:schemeClr val="dk1"/>
                </a:solidFill>
              </a:defRPr>
            </a:lvl9pPr>
          </a:lstStyle>
          <a:p/>
        </p:txBody>
      </p:sp>
      <p:sp>
        <p:nvSpPr>
          <p:cNvPr id="1660" name="Google Shape;1660;p102"/>
          <p:cNvSpPr txBox="1"/>
          <p:nvPr>
            <p:ph idx="8" type="subTitle"/>
          </p:nvPr>
        </p:nvSpPr>
        <p:spPr>
          <a:xfrm>
            <a:off x="3241350" y="3765870"/>
            <a:ext cx="2661300" cy="1641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200"/>
              <a:buFont typeface="Montserrat"/>
              <a:buNone/>
              <a:defRPr sz="1200">
                <a:solidFill>
                  <a:schemeClr val="dk1"/>
                </a:solidFill>
              </a:defRPr>
            </a:lvl1pPr>
            <a:lvl2pPr lvl="1">
              <a:spcBef>
                <a:spcPts val="0"/>
              </a:spcBef>
              <a:spcAft>
                <a:spcPts val="0"/>
              </a:spcAft>
              <a:buClr>
                <a:schemeClr val="dk1"/>
              </a:buClr>
              <a:buSzPts val="1200"/>
              <a:buFont typeface="Montserrat"/>
              <a:buNone/>
              <a:defRPr sz="1200">
                <a:solidFill>
                  <a:schemeClr val="dk1"/>
                </a:solidFill>
              </a:defRPr>
            </a:lvl2pPr>
            <a:lvl3pPr lvl="2">
              <a:spcBef>
                <a:spcPts val="0"/>
              </a:spcBef>
              <a:spcAft>
                <a:spcPts val="0"/>
              </a:spcAft>
              <a:buClr>
                <a:schemeClr val="dk1"/>
              </a:buClr>
              <a:buSzPts val="1200"/>
              <a:buFont typeface="Montserrat"/>
              <a:buNone/>
              <a:defRPr sz="1200">
                <a:solidFill>
                  <a:schemeClr val="dk1"/>
                </a:solidFill>
              </a:defRPr>
            </a:lvl3pPr>
            <a:lvl4pPr lvl="3">
              <a:spcBef>
                <a:spcPts val="0"/>
              </a:spcBef>
              <a:spcAft>
                <a:spcPts val="0"/>
              </a:spcAft>
              <a:buClr>
                <a:schemeClr val="dk1"/>
              </a:buClr>
              <a:buSzPts val="1200"/>
              <a:buFont typeface="Montserrat"/>
              <a:buNone/>
              <a:defRPr sz="1200">
                <a:solidFill>
                  <a:schemeClr val="dk1"/>
                </a:solidFill>
              </a:defRPr>
            </a:lvl4pPr>
            <a:lvl5pPr lvl="4">
              <a:spcBef>
                <a:spcPts val="0"/>
              </a:spcBef>
              <a:spcAft>
                <a:spcPts val="0"/>
              </a:spcAft>
              <a:buClr>
                <a:schemeClr val="dk1"/>
              </a:buClr>
              <a:buSzPts val="1200"/>
              <a:buFont typeface="Montserrat"/>
              <a:buNone/>
              <a:defRPr sz="1200">
                <a:solidFill>
                  <a:schemeClr val="dk1"/>
                </a:solidFill>
              </a:defRPr>
            </a:lvl5pPr>
            <a:lvl6pPr lvl="5">
              <a:spcBef>
                <a:spcPts val="0"/>
              </a:spcBef>
              <a:spcAft>
                <a:spcPts val="0"/>
              </a:spcAft>
              <a:buClr>
                <a:schemeClr val="dk1"/>
              </a:buClr>
              <a:buSzPts val="1200"/>
              <a:buFont typeface="Montserrat"/>
              <a:buNone/>
              <a:defRPr sz="1200">
                <a:solidFill>
                  <a:schemeClr val="dk1"/>
                </a:solidFill>
              </a:defRPr>
            </a:lvl6pPr>
            <a:lvl7pPr lvl="6">
              <a:spcBef>
                <a:spcPts val="0"/>
              </a:spcBef>
              <a:spcAft>
                <a:spcPts val="0"/>
              </a:spcAft>
              <a:buClr>
                <a:schemeClr val="dk1"/>
              </a:buClr>
              <a:buSzPts val="1200"/>
              <a:buFont typeface="Montserrat"/>
              <a:buNone/>
              <a:defRPr sz="1200">
                <a:solidFill>
                  <a:schemeClr val="dk1"/>
                </a:solidFill>
              </a:defRPr>
            </a:lvl7pPr>
            <a:lvl8pPr lvl="7">
              <a:spcBef>
                <a:spcPts val="0"/>
              </a:spcBef>
              <a:spcAft>
                <a:spcPts val="0"/>
              </a:spcAft>
              <a:buClr>
                <a:schemeClr val="dk1"/>
              </a:buClr>
              <a:buSzPts val="1200"/>
              <a:buFont typeface="Montserrat"/>
              <a:buNone/>
              <a:defRPr sz="1200">
                <a:solidFill>
                  <a:schemeClr val="dk1"/>
                </a:solidFill>
              </a:defRPr>
            </a:lvl8pPr>
            <a:lvl9pPr lvl="8">
              <a:spcBef>
                <a:spcPts val="0"/>
              </a:spcBef>
              <a:spcAft>
                <a:spcPts val="0"/>
              </a:spcAft>
              <a:buClr>
                <a:schemeClr val="dk1"/>
              </a:buClr>
              <a:buSzPts val="1200"/>
              <a:buFont typeface="Montserrat"/>
              <a:buNone/>
              <a:defRPr sz="1200">
                <a:solidFill>
                  <a:schemeClr val="dk1"/>
                </a:solidFill>
              </a:defRPr>
            </a:lvl9pPr>
          </a:lstStyle>
          <a:p/>
        </p:txBody>
      </p:sp>
      <p:sp>
        <p:nvSpPr>
          <p:cNvPr id="1661" name="Google Shape;1661;p102"/>
          <p:cNvSpPr txBox="1"/>
          <p:nvPr>
            <p:ph idx="9" type="subTitle"/>
          </p:nvPr>
        </p:nvSpPr>
        <p:spPr>
          <a:xfrm>
            <a:off x="6226650" y="3765870"/>
            <a:ext cx="2661300" cy="1641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200"/>
              <a:buFont typeface="Montserrat"/>
              <a:buNone/>
              <a:defRPr sz="1200">
                <a:solidFill>
                  <a:schemeClr val="dk1"/>
                </a:solidFill>
              </a:defRPr>
            </a:lvl1pPr>
            <a:lvl2pPr lvl="1">
              <a:spcBef>
                <a:spcPts val="0"/>
              </a:spcBef>
              <a:spcAft>
                <a:spcPts val="0"/>
              </a:spcAft>
              <a:buClr>
                <a:schemeClr val="dk1"/>
              </a:buClr>
              <a:buSzPts val="1200"/>
              <a:buFont typeface="Montserrat"/>
              <a:buNone/>
              <a:defRPr sz="1200">
                <a:solidFill>
                  <a:schemeClr val="dk1"/>
                </a:solidFill>
              </a:defRPr>
            </a:lvl2pPr>
            <a:lvl3pPr lvl="2">
              <a:spcBef>
                <a:spcPts val="0"/>
              </a:spcBef>
              <a:spcAft>
                <a:spcPts val="0"/>
              </a:spcAft>
              <a:buClr>
                <a:schemeClr val="dk1"/>
              </a:buClr>
              <a:buSzPts val="1200"/>
              <a:buFont typeface="Montserrat"/>
              <a:buNone/>
              <a:defRPr sz="1200">
                <a:solidFill>
                  <a:schemeClr val="dk1"/>
                </a:solidFill>
              </a:defRPr>
            </a:lvl3pPr>
            <a:lvl4pPr lvl="3">
              <a:spcBef>
                <a:spcPts val="0"/>
              </a:spcBef>
              <a:spcAft>
                <a:spcPts val="0"/>
              </a:spcAft>
              <a:buClr>
                <a:schemeClr val="dk1"/>
              </a:buClr>
              <a:buSzPts val="1200"/>
              <a:buFont typeface="Montserrat"/>
              <a:buNone/>
              <a:defRPr sz="1200">
                <a:solidFill>
                  <a:schemeClr val="dk1"/>
                </a:solidFill>
              </a:defRPr>
            </a:lvl4pPr>
            <a:lvl5pPr lvl="4">
              <a:spcBef>
                <a:spcPts val="0"/>
              </a:spcBef>
              <a:spcAft>
                <a:spcPts val="0"/>
              </a:spcAft>
              <a:buClr>
                <a:schemeClr val="dk1"/>
              </a:buClr>
              <a:buSzPts val="1200"/>
              <a:buFont typeface="Montserrat"/>
              <a:buNone/>
              <a:defRPr sz="1200">
                <a:solidFill>
                  <a:schemeClr val="dk1"/>
                </a:solidFill>
              </a:defRPr>
            </a:lvl5pPr>
            <a:lvl6pPr lvl="5">
              <a:spcBef>
                <a:spcPts val="0"/>
              </a:spcBef>
              <a:spcAft>
                <a:spcPts val="0"/>
              </a:spcAft>
              <a:buClr>
                <a:schemeClr val="dk1"/>
              </a:buClr>
              <a:buSzPts val="1200"/>
              <a:buFont typeface="Montserrat"/>
              <a:buNone/>
              <a:defRPr sz="1200">
                <a:solidFill>
                  <a:schemeClr val="dk1"/>
                </a:solidFill>
              </a:defRPr>
            </a:lvl6pPr>
            <a:lvl7pPr lvl="6">
              <a:spcBef>
                <a:spcPts val="0"/>
              </a:spcBef>
              <a:spcAft>
                <a:spcPts val="0"/>
              </a:spcAft>
              <a:buClr>
                <a:schemeClr val="dk1"/>
              </a:buClr>
              <a:buSzPts val="1200"/>
              <a:buFont typeface="Montserrat"/>
              <a:buNone/>
              <a:defRPr sz="1200">
                <a:solidFill>
                  <a:schemeClr val="dk1"/>
                </a:solidFill>
              </a:defRPr>
            </a:lvl7pPr>
            <a:lvl8pPr lvl="7">
              <a:spcBef>
                <a:spcPts val="0"/>
              </a:spcBef>
              <a:spcAft>
                <a:spcPts val="0"/>
              </a:spcAft>
              <a:buClr>
                <a:schemeClr val="dk1"/>
              </a:buClr>
              <a:buSzPts val="1200"/>
              <a:buFont typeface="Montserrat"/>
              <a:buNone/>
              <a:defRPr sz="1200">
                <a:solidFill>
                  <a:schemeClr val="dk1"/>
                </a:solidFill>
              </a:defRPr>
            </a:lvl8pPr>
            <a:lvl9pPr lvl="8">
              <a:spcBef>
                <a:spcPts val="0"/>
              </a:spcBef>
              <a:spcAft>
                <a:spcPts val="0"/>
              </a:spcAft>
              <a:buClr>
                <a:schemeClr val="dk1"/>
              </a:buClr>
              <a:buSzPts val="1200"/>
              <a:buFont typeface="Montserrat"/>
              <a:buNone/>
              <a:defRPr sz="1200">
                <a:solidFill>
                  <a:schemeClr val="dk1"/>
                </a:solidFill>
              </a:defRPr>
            </a:lvl9pPr>
          </a:lstStyle>
          <a:p/>
        </p:txBody>
      </p:sp>
      <p:sp>
        <p:nvSpPr>
          <p:cNvPr id="1662" name="Google Shape;1662;p102"/>
          <p:cNvSpPr txBox="1"/>
          <p:nvPr>
            <p:ph idx="1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p:cSld name="BLANK_1_1_1_1_1_1_1_1_1_1_1_1_1_1_1_1_1_1_1_2">
    <p:spTree>
      <p:nvGrpSpPr>
        <p:cNvPr id="1663" name="Shape 1663"/>
        <p:cNvGrpSpPr/>
        <p:nvPr/>
      </p:nvGrpSpPr>
      <p:grpSpPr>
        <a:xfrm>
          <a:off x="0" y="0"/>
          <a:ext cx="0" cy="0"/>
          <a:chOff x="0" y="0"/>
          <a:chExt cx="0" cy="0"/>
        </a:xfrm>
      </p:grpSpPr>
      <p:sp>
        <p:nvSpPr>
          <p:cNvPr id="1664" name="Google Shape;1664;p103"/>
          <p:cNvSpPr/>
          <p:nvPr>
            <p:ph idx="2" type="pic"/>
          </p:nvPr>
        </p:nvSpPr>
        <p:spPr>
          <a:xfrm>
            <a:off x="2725025" y="1596075"/>
            <a:ext cx="1498500" cy="1498500"/>
          </a:xfrm>
          <a:prstGeom prst="rect">
            <a:avLst/>
          </a:prstGeom>
          <a:noFill/>
          <a:ln>
            <a:noFill/>
          </a:ln>
        </p:spPr>
      </p:sp>
      <p:sp>
        <p:nvSpPr>
          <p:cNvPr id="1665" name="Google Shape;1665;p103"/>
          <p:cNvSpPr/>
          <p:nvPr>
            <p:ph idx="3" type="pic"/>
          </p:nvPr>
        </p:nvSpPr>
        <p:spPr>
          <a:xfrm>
            <a:off x="7115925" y="1596075"/>
            <a:ext cx="1498500" cy="1498500"/>
          </a:xfrm>
          <a:prstGeom prst="rect">
            <a:avLst/>
          </a:prstGeom>
          <a:noFill/>
          <a:ln>
            <a:noFill/>
          </a:ln>
        </p:spPr>
      </p:sp>
      <p:sp>
        <p:nvSpPr>
          <p:cNvPr id="1666" name="Google Shape;1666;p103"/>
          <p:cNvSpPr/>
          <p:nvPr>
            <p:ph idx="4" type="pic"/>
          </p:nvPr>
        </p:nvSpPr>
        <p:spPr>
          <a:xfrm>
            <a:off x="4920475" y="1596075"/>
            <a:ext cx="1498500" cy="1498500"/>
          </a:xfrm>
          <a:prstGeom prst="ellipse">
            <a:avLst/>
          </a:prstGeom>
          <a:noFill/>
          <a:ln>
            <a:noFill/>
          </a:ln>
        </p:spPr>
      </p:sp>
      <p:sp>
        <p:nvSpPr>
          <p:cNvPr id="1667" name="Google Shape;1667;p103"/>
          <p:cNvSpPr/>
          <p:nvPr>
            <p:ph idx="5" type="pic"/>
          </p:nvPr>
        </p:nvSpPr>
        <p:spPr>
          <a:xfrm>
            <a:off x="529575" y="1596075"/>
            <a:ext cx="1498500" cy="1498500"/>
          </a:xfrm>
          <a:prstGeom prst="ellipse">
            <a:avLst/>
          </a:prstGeom>
          <a:noFill/>
          <a:ln>
            <a:noFill/>
          </a:ln>
        </p:spPr>
      </p:sp>
      <p:sp>
        <p:nvSpPr>
          <p:cNvPr id="1668" name="Google Shape;1668;p103"/>
          <p:cNvSpPr txBox="1"/>
          <p:nvPr>
            <p:ph type="title"/>
          </p:nvPr>
        </p:nvSpPr>
        <p:spPr>
          <a:xfrm>
            <a:off x="52957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1669" name="Google Shape;1669;p103"/>
          <p:cNvSpPr txBox="1"/>
          <p:nvPr>
            <p:ph idx="6"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670" name="Google Shape;1670;p103"/>
          <p:cNvSpPr txBox="1"/>
          <p:nvPr>
            <p:ph idx="7" type="title"/>
          </p:nvPr>
        </p:nvSpPr>
        <p:spPr>
          <a:xfrm>
            <a:off x="5295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1671" name="Google Shape;1671;p103"/>
          <p:cNvSpPr txBox="1"/>
          <p:nvPr>
            <p:ph idx="8" type="title"/>
          </p:nvPr>
        </p:nvSpPr>
        <p:spPr>
          <a:xfrm>
            <a:off x="27250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1672" name="Google Shape;1672;p103"/>
          <p:cNvSpPr txBox="1"/>
          <p:nvPr>
            <p:ph idx="9" type="title"/>
          </p:nvPr>
        </p:nvSpPr>
        <p:spPr>
          <a:xfrm>
            <a:off x="27250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1673" name="Google Shape;1673;p103"/>
          <p:cNvSpPr txBox="1"/>
          <p:nvPr>
            <p:ph idx="13" type="title"/>
          </p:nvPr>
        </p:nvSpPr>
        <p:spPr>
          <a:xfrm>
            <a:off x="4920475" y="3352550"/>
            <a:ext cx="1498500" cy="1896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1674" name="Google Shape;1674;p103"/>
          <p:cNvSpPr txBox="1"/>
          <p:nvPr>
            <p:ph idx="14" type="title"/>
          </p:nvPr>
        </p:nvSpPr>
        <p:spPr>
          <a:xfrm>
            <a:off x="49204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1675" name="Google Shape;1675;p103"/>
          <p:cNvSpPr txBox="1"/>
          <p:nvPr>
            <p:ph idx="15" type="title"/>
          </p:nvPr>
        </p:nvSpPr>
        <p:spPr>
          <a:xfrm>
            <a:off x="71159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1676" name="Google Shape;1676;p103"/>
          <p:cNvSpPr txBox="1"/>
          <p:nvPr>
            <p:ph idx="16" type="title"/>
          </p:nvPr>
        </p:nvSpPr>
        <p:spPr>
          <a:xfrm>
            <a:off x="71159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1677" name="Google Shape;1677;p103"/>
          <p:cNvSpPr txBox="1"/>
          <p:nvPr>
            <p:ph idx="1"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Alt 1">
  <p:cSld name="BLANK_1_1_1_1_1_1_1_1_1_1_1_1_1_1_1_1_1_1_1_2_1">
    <p:spTree>
      <p:nvGrpSpPr>
        <p:cNvPr id="1678" name="Shape 1678"/>
        <p:cNvGrpSpPr/>
        <p:nvPr/>
      </p:nvGrpSpPr>
      <p:grpSpPr>
        <a:xfrm>
          <a:off x="0" y="0"/>
          <a:ext cx="0" cy="0"/>
          <a:chOff x="0" y="0"/>
          <a:chExt cx="0" cy="0"/>
        </a:xfrm>
      </p:grpSpPr>
      <p:sp>
        <p:nvSpPr>
          <p:cNvPr id="1679" name="Google Shape;1679;p104"/>
          <p:cNvSpPr/>
          <p:nvPr>
            <p:ph idx="2" type="pic"/>
          </p:nvPr>
        </p:nvSpPr>
        <p:spPr>
          <a:xfrm>
            <a:off x="2725025" y="1596075"/>
            <a:ext cx="1498500" cy="1498500"/>
          </a:xfrm>
          <a:prstGeom prst="rect">
            <a:avLst/>
          </a:prstGeom>
          <a:noFill/>
          <a:ln>
            <a:noFill/>
          </a:ln>
        </p:spPr>
      </p:sp>
      <p:sp>
        <p:nvSpPr>
          <p:cNvPr id="1680" name="Google Shape;1680;p104"/>
          <p:cNvSpPr/>
          <p:nvPr>
            <p:ph idx="3" type="pic"/>
          </p:nvPr>
        </p:nvSpPr>
        <p:spPr>
          <a:xfrm>
            <a:off x="7115925" y="1596075"/>
            <a:ext cx="1498500" cy="1498500"/>
          </a:xfrm>
          <a:prstGeom prst="rect">
            <a:avLst/>
          </a:prstGeom>
          <a:noFill/>
          <a:ln>
            <a:noFill/>
          </a:ln>
        </p:spPr>
      </p:sp>
      <p:sp>
        <p:nvSpPr>
          <p:cNvPr id="1681" name="Google Shape;1681;p104"/>
          <p:cNvSpPr/>
          <p:nvPr>
            <p:ph idx="4" type="pic"/>
          </p:nvPr>
        </p:nvSpPr>
        <p:spPr>
          <a:xfrm>
            <a:off x="4920475" y="1596075"/>
            <a:ext cx="1498500" cy="1498500"/>
          </a:xfrm>
          <a:prstGeom prst="ellipse">
            <a:avLst/>
          </a:prstGeom>
          <a:noFill/>
          <a:ln>
            <a:noFill/>
          </a:ln>
        </p:spPr>
      </p:sp>
      <p:sp>
        <p:nvSpPr>
          <p:cNvPr id="1682" name="Google Shape;1682;p104"/>
          <p:cNvSpPr/>
          <p:nvPr>
            <p:ph idx="5" type="pic"/>
          </p:nvPr>
        </p:nvSpPr>
        <p:spPr>
          <a:xfrm>
            <a:off x="529575" y="1596075"/>
            <a:ext cx="1498500" cy="1498500"/>
          </a:xfrm>
          <a:prstGeom prst="ellipse">
            <a:avLst/>
          </a:prstGeom>
          <a:noFill/>
          <a:ln>
            <a:noFill/>
          </a:ln>
        </p:spPr>
      </p:sp>
      <p:sp>
        <p:nvSpPr>
          <p:cNvPr id="1683" name="Google Shape;1683;p104"/>
          <p:cNvSpPr txBox="1"/>
          <p:nvPr>
            <p:ph type="title"/>
          </p:nvPr>
        </p:nvSpPr>
        <p:spPr>
          <a:xfrm>
            <a:off x="52957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1684" name="Google Shape;1684;p104"/>
          <p:cNvSpPr txBox="1"/>
          <p:nvPr>
            <p:ph idx="6"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685" name="Google Shape;1685;p104"/>
          <p:cNvSpPr txBox="1"/>
          <p:nvPr>
            <p:ph idx="7" type="title"/>
          </p:nvPr>
        </p:nvSpPr>
        <p:spPr>
          <a:xfrm>
            <a:off x="5295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1686" name="Google Shape;1686;p104"/>
          <p:cNvSpPr txBox="1"/>
          <p:nvPr>
            <p:ph idx="8" type="title"/>
          </p:nvPr>
        </p:nvSpPr>
        <p:spPr>
          <a:xfrm>
            <a:off x="27250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1687" name="Google Shape;1687;p104"/>
          <p:cNvSpPr txBox="1"/>
          <p:nvPr>
            <p:ph idx="9" type="title"/>
          </p:nvPr>
        </p:nvSpPr>
        <p:spPr>
          <a:xfrm>
            <a:off x="27250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1688" name="Google Shape;1688;p104"/>
          <p:cNvSpPr txBox="1"/>
          <p:nvPr>
            <p:ph idx="13" type="title"/>
          </p:nvPr>
        </p:nvSpPr>
        <p:spPr>
          <a:xfrm>
            <a:off x="4920475" y="3352550"/>
            <a:ext cx="1498500" cy="1896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1689" name="Google Shape;1689;p104"/>
          <p:cNvSpPr txBox="1"/>
          <p:nvPr>
            <p:ph idx="14" type="title"/>
          </p:nvPr>
        </p:nvSpPr>
        <p:spPr>
          <a:xfrm>
            <a:off x="49204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1690" name="Google Shape;1690;p104"/>
          <p:cNvSpPr txBox="1"/>
          <p:nvPr>
            <p:ph idx="15" type="title"/>
          </p:nvPr>
        </p:nvSpPr>
        <p:spPr>
          <a:xfrm>
            <a:off x="71159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1691" name="Google Shape;1691;p104"/>
          <p:cNvSpPr txBox="1"/>
          <p:nvPr>
            <p:ph idx="16" type="title"/>
          </p:nvPr>
        </p:nvSpPr>
        <p:spPr>
          <a:xfrm>
            <a:off x="71159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1692" name="Google Shape;1692;p104"/>
          <p:cNvSpPr txBox="1"/>
          <p:nvPr>
            <p:ph idx="1" type="body"/>
          </p:nvPr>
        </p:nvSpPr>
        <p:spPr>
          <a:xfrm>
            <a:off x="2432125" y="3851275"/>
            <a:ext cx="2085000" cy="775800"/>
          </a:xfrm>
          <a:prstGeom prst="rect">
            <a:avLst/>
          </a:prstGeom>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1693" name="Google Shape;1693;p104"/>
          <p:cNvSpPr txBox="1"/>
          <p:nvPr>
            <p:ph idx="17" type="body"/>
          </p:nvPr>
        </p:nvSpPr>
        <p:spPr>
          <a:xfrm>
            <a:off x="256025" y="3851275"/>
            <a:ext cx="2066400" cy="775800"/>
          </a:xfrm>
          <a:prstGeom prst="rect">
            <a:avLst/>
          </a:prstGeom>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1694" name="Google Shape;1694;p104"/>
          <p:cNvSpPr txBox="1"/>
          <p:nvPr>
            <p:ph idx="18" type="body"/>
          </p:nvPr>
        </p:nvSpPr>
        <p:spPr>
          <a:xfrm>
            <a:off x="6821675" y="3851275"/>
            <a:ext cx="2066400" cy="775800"/>
          </a:xfrm>
          <a:prstGeom prst="rect">
            <a:avLst/>
          </a:prstGeom>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1695" name="Google Shape;1695;p104"/>
          <p:cNvSpPr txBox="1"/>
          <p:nvPr>
            <p:ph idx="19" type="body"/>
          </p:nvPr>
        </p:nvSpPr>
        <p:spPr>
          <a:xfrm>
            <a:off x="4629100" y="3851275"/>
            <a:ext cx="2085000" cy="775800"/>
          </a:xfrm>
          <a:prstGeom prst="rect">
            <a:avLst/>
          </a:prstGeom>
        </p:spPr>
        <p:txBody>
          <a:bodyPr anchorCtr="0" anchor="t" bIns="0" lIns="91425" spcFirstLastPara="1" rIns="91425" wrap="square" tIns="0">
            <a:spAutoFit/>
          </a:bodyPr>
          <a:lstStyle>
            <a:lvl1pPr indent="-285750" lvl="0" marL="457200" algn="ctr">
              <a:spcBef>
                <a:spcPts val="0"/>
              </a:spcBef>
              <a:spcAft>
                <a:spcPts val="0"/>
              </a:spcAft>
              <a:buClr>
                <a:schemeClr val="lt2"/>
              </a:buClr>
              <a:buSzPts val="900"/>
              <a:buFont typeface="Montserrat"/>
              <a:buChar char="●"/>
              <a:defRPr/>
            </a:lvl1pPr>
            <a:lvl2pPr indent="-285750" lvl="1" marL="914400" algn="ctr">
              <a:spcBef>
                <a:spcPts val="0"/>
              </a:spcBef>
              <a:spcAft>
                <a:spcPts val="0"/>
              </a:spcAft>
              <a:buClr>
                <a:schemeClr val="lt2"/>
              </a:buClr>
              <a:buSzPts val="900"/>
              <a:buFont typeface="Montserrat"/>
              <a:buChar char="○"/>
              <a:defRPr/>
            </a:lvl2pPr>
            <a:lvl3pPr indent="-285750" lvl="2" marL="1371600" algn="ctr">
              <a:spcBef>
                <a:spcPts val="0"/>
              </a:spcBef>
              <a:spcAft>
                <a:spcPts val="0"/>
              </a:spcAft>
              <a:buClr>
                <a:schemeClr val="lt2"/>
              </a:buClr>
              <a:buSzPts val="900"/>
              <a:buFont typeface="Montserrat"/>
              <a:buChar char="■"/>
              <a:defRPr/>
            </a:lvl3pPr>
            <a:lvl4pPr indent="-285750" lvl="3" marL="1828800" algn="ctr">
              <a:spcBef>
                <a:spcPts val="0"/>
              </a:spcBef>
              <a:spcAft>
                <a:spcPts val="0"/>
              </a:spcAft>
              <a:buClr>
                <a:schemeClr val="lt2"/>
              </a:buClr>
              <a:buSzPts val="900"/>
              <a:buFont typeface="Montserrat"/>
              <a:buChar char="●"/>
              <a:defRPr/>
            </a:lvl4pPr>
            <a:lvl5pPr indent="-285750" lvl="4" marL="2286000" algn="ctr">
              <a:spcBef>
                <a:spcPts val="0"/>
              </a:spcBef>
              <a:spcAft>
                <a:spcPts val="0"/>
              </a:spcAft>
              <a:buClr>
                <a:schemeClr val="lt2"/>
              </a:buClr>
              <a:buSzPts val="900"/>
              <a:buFont typeface="Montserrat"/>
              <a:buChar char="○"/>
              <a:defRPr/>
            </a:lvl5pPr>
            <a:lvl6pPr indent="-285750" lvl="5" marL="2743200" algn="ctr">
              <a:spcBef>
                <a:spcPts val="0"/>
              </a:spcBef>
              <a:spcAft>
                <a:spcPts val="0"/>
              </a:spcAft>
              <a:buClr>
                <a:schemeClr val="lt2"/>
              </a:buClr>
              <a:buSzPts val="900"/>
              <a:buFont typeface="Montserrat"/>
              <a:buChar char="■"/>
              <a:defRPr/>
            </a:lvl6pPr>
            <a:lvl7pPr indent="-285750" lvl="6" marL="3200400" algn="ctr">
              <a:spcBef>
                <a:spcPts val="0"/>
              </a:spcBef>
              <a:spcAft>
                <a:spcPts val="0"/>
              </a:spcAft>
              <a:buClr>
                <a:schemeClr val="lt2"/>
              </a:buClr>
              <a:buSzPts val="900"/>
              <a:buFont typeface="Montserrat"/>
              <a:buChar char="●"/>
              <a:defRPr/>
            </a:lvl7pPr>
            <a:lvl8pPr indent="-285750" lvl="7" marL="3657600" algn="ctr">
              <a:spcBef>
                <a:spcPts val="0"/>
              </a:spcBef>
              <a:spcAft>
                <a:spcPts val="0"/>
              </a:spcAft>
              <a:buClr>
                <a:schemeClr val="lt2"/>
              </a:buClr>
              <a:buSzPts val="900"/>
              <a:buFont typeface="Montserrat"/>
              <a:buChar char="○"/>
              <a:defRPr/>
            </a:lvl8pPr>
            <a:lvl9pPr indent="-285750" lvl="8" marL="4114800" algn="ctr">
              <a:spcBef>
                <a:spcPts val="0"/>
              </a:spcBef>
              <a:spcAft>
                <a:spcPts val="0"/>
              </a:spcAft>
              <a:buClr>
                <a:schemeClr val="lt2"/>
              </a:buClr>
              <a:buSzPts val="900"/>
              <a:buFont typeface="Montserrat"/>
              <a:buChar char="■"/>
              <a:defRPr/>
            </a:lvl9pPr>
          </a:lstStyle>
          <a:p/>
        </p:txBody>
      </p:sp>
      <p:sp>
        <p:nvSpPr>
          <p:cNvPr id="1696" name="Google Shape;1696;p104"/>
          <p:cNvSpPr txBox="1"/>
          <p:nvPr>
            <p:ph idx="20"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1_1_1_1_1_1_1_1_1_1_1_1_1_1_1_1_1_1_1_1_1_1">
    <p:bg>
      <p:bgPr>
        <a:solidFill>
          <a:schemeClr val="dk2"/>
        </a:solidFill>
      </p:bgPr>
    </p:bg>
    <p:spTree>
      <p:nvGrpSpPr>
        <p:cNvPr id="1697" name="Shape 1697"/>
        <p:cNvGrpSpPr/>
        <p:nvPr/>
      </p:nvGrpSpPr>
      <p:grpSpPr>
        <a:xfrm>
          <a:off x="0" y="0"/>
          <a:ext cx="0" cy="0"/>
          <a:chOff x="0" y="0"/>
          <a:chExt cx="0" cy="0"/>
        </a:xfrm>
      </p:grpSpPr>
      <p:sp>
        <p:nvSpPr>
          <p:cNvPr id="1698" name="Google Shape;1698;p105"/>
          <p:cNvSpPr/>
          <p:nvPr/>
        </p:nvSpPr>
        <p:spPr>
          <a:xfrm>
            <a:off x="0" y="1182000"/>
            <a:ext cx="1873200" cy="30603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699" name="Google Shape;1699;p105"/>
          <p:cNvSpPr/>
          <p:nvPr/>
        </p:nvSpPr>
        <p:spPr>
          <a:xfrm>
            <a:off x="0" y="1182000"/>
            <a:ext cx="1873200" cy="1873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700" name="Google Shape;1700;p105"/>
          <p:cNvSpPr/>
          <p:nvPr/>
        </p:nvSpPr>
        <p:spPr>
          <a:xfrm>
            <a:off x="0" y="1182000"/>
            <a:ext cx="1873200" cy="6837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701" name="Google Shape;1701;p105"/>
          <p:cNvSpPr/>
          <p:nvPr/>
        </p:nvSpPr>
        <p:spPr>
          <a:xfrm>
            <a:off x="0" y="0"/>
            <a:ext cx="1873200" cy="118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702" name="Google Shape;1702;p105"/>
          <p:cNvSpPr/>
          <p:nvPr/>
        </p:nvSpPr>
        <p:spPr>
          <a:xfrm>
            <a:off x="806250" y="1052675"/>
            <a:ext cx="260700" cy="260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703" name="Google Shape;1703;p105"/>
          <p:cNvSpPr/>
          <p:nvPr/>
        </p:nvSpPr>
        <p:spPr>
          <a:xfrm>
            <a:off x="0" y="4246550"/>
            <a:ext cx="9144000" cy="901200"/>
          </a:xfrm>
          <a:prstGeom prst="rect">
            <a:avLst/>
          </a:prstGeom>
          <a:gradFill>
            <a:gsLst>
              <a:gs pos="0">
                <a:schemeClr val="dk1"/>
              </a:gs>
              <a:gs pos="72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1704" name="Google Shape;1704;p105"/>
          <p:cNvCxnSpPr/>
          <p:nvPr/>
        </p:nvCxnSpPr>
        <p:spPr>
          <a:xfrm>
            <a:off x="0" y="4244425"/>
            <a:ext cx="9144000" cy="0"/>
          </a:xfrm>
          <a:prstGeom prst="straightConnector1">
            <a:avLst/>
          </a:prstGeom>
          <a:noFill/>
          <a:ln cap="flat" cmpd="sng" w="9525">
            <a:solidFill>
              <a:schemeClr val="dk1"/>
            </a:solidFill>
            <a:prstDash val="solid"/>
            <a:round/>
            <a:headEnd len="med" w="med" type="none"/>
            <a:tailEnd len="med" w="med" type="none"/>
          </a:ln>
        </p:spPr>
      </p:cxnSp>
      <p:cxnSp>
        <p:nvCxnSpPr>
          <p:cNvPr id="1705" name="Google Shape;1705;p105"/>
          <p:cNvCxnSpPr/>
          <p:nvPr/>
        </p:nvCxnSpPr>
        <p:spPr>
          <a:xfrm>
            <a:off x="1873325" y="0"/>
            <a:ext cx="0" cy="4242300"/>
          </a:xfrm>
          <a:prstGeom prst="straightConnector1">
            <a:avLst/>
          </a:prstGeom>
          <a:noFill/>
          <a:ln cap="flat" cmpd="sng" w="9525">
            <a:solidFill>
              <a:schemeClr val="dk1"/>
            </a:solidFill>
            <a:prstDash val="solid"/>
            <a:round/>
            <a:headEnd len="med" w="med" type="none"/>
            <a:tailEnd len="med" w="med" type="none"/>
          </a:ln>
        </p:spPr>
      </p:cxnSp>
      <p:sp>
        <p:nvSpPr>
          <p:cNvPr id="1706" name="Google Shape;1706;p105"/>
          <p:cNvSpPr txBox="1"/>
          <p:nvPr>
            <p:ph type="title"/>
          </p:nvPr>
        </p:nvSpPr>
        <p:spPr>
          <a:xfrm>
            <a:off x="2322425" y="602225"/>
            <a:ext cx="6565800" cy="642000"/>
          </a:xfrm>
          <a:prstGeom prst="rect">
            <a:avLst/>
          </a:prstGeom>
          <a:noFill/>
        </p:spPr>
        <p:txBody>
          <a:bodyPr anchorCtr="0" anchor="t" bIns="0" lIns="0" spcFirstLastPara="1" rIns="0" wrap="square" tIns="0">
            <a:noAutofit/>
          </a:bodyPr>
          <a:lstStyle>
            <a:lvl1pPr lvl="0">
              <a:lnSpc>
                <a:spcPct val="80000"/>
              </a:lnSpc>
              <a:spcBef>
                <a:spcPts val="0"/>
              </a:spcBef>
              <a:spcAft>
                <a:spcPts val="0"/>
              </a:spcAft>
              <a:buClr>
                <a:schemeClr val="dk1"/>
              </a:buClr>
              <a:buSzPts val="9600"/>
              <a:buFont typeface="Montserrat"/>
              <a:buNone/>
              <a:defRPr sz="9600">
                <a:latin typeface="Montserrat"/>
                <a:ea typeface="Montserrat"/>
                <a:cs typeface="Montserrat"/>
                <a:sym typeface="Montserrat"/>
              </a:defRPr>
            </a:lvl1pPr>
            <a:lvl2pPr lvl="1">
              <a:spcBef>
                <a:spcPts val="0"/>
              </a:spcBef>
              <a:spcAft>
                <a:spcPts val="0"/>
              </a:spcAft>
              <a:buClr>
                <a:schemeClr val="dk1"/>
              </a:buClr>
              <a:buSzPts val="9600"/>
              <a:buFont typeface="Montserrat"/>
              <a:buNone/>
              <a:defRPr sz="9600">
                <a:latin typeface="Montserrat"/>
                <a:ea typeface="Montserrat"/>
                <a:cs typeface="Montserrat"/>
                <a:sym typeface="Montserrat"/>
              </a:defRPr>
            </a:lvl2pPr>
            <a:lvl3pPr lvl="2">
              <a:spcBef>
                <a:spcPts val="0"/>
              </a:spcBef>
              <a:spcAft>
                <a:spcPts val="0"/>
              </a:spcAft>
              <a:buClr>
                <a:schemeClr val="dk1"/>
              </a:buClr>
              <a:buSzPts val="9600"/>
              <a:buFont typeface="Montserrat"/>
              <a:buNone/>
              <a:defRPr sz="9600">
                <a:latin typeface="Montserrat"/>
                <a:ea typeface="Montserrat"/>
                <a:cs typeface="Montserrat"/>
                <a:sym typeface="Montserrat"/>
              </a:defRPr>
            </a:lvl3pPr>
            <a:lvl4pPr lvl="3">
              <a:spcBef>
                <a:spcPts val="0"/>
              </a:spcBef>
              <a:spcAft>
                <a:spcPts val="0"/>
              </a:spcAft>
              <a:buClr>
                <a:schemeClr val="dk1"/>
              </a:buClr>
              <a:buSzPts val="9600"/>
              <a:buFont typeface="Montserrat"/>
              <a:buNone/>
              <a:defRPr sz="9600">
                <a:latin typeface="Montserrat"/>
                <a:ea typeface="Montserrat"/>
                <a:cs typeface="Montserrat"/>
                <a:sym typeface="Montserrat"/>
              </a:defRPr>
            </a:lvl4pPr>
            <a:lvl5pPr lvl="4">
              <a:spcBef>
                <a:spcPts val="0"/>
              </a:spcBef>
              <a:spcAft>
                <a:spcPts val="0"/>
              </a:spcAft>
              <a:buClr>
                <a:schemeClr val="dk1"/>
              </a:buClr>
              <a:buSzPts val="9600"/>
              <a:buFont typeface="Montserrat"/>
              <a:buNone/>
              <a:defRPr sz="9600">
                <a:latin typeface="Montserrat"/>
                <a:ea typeface="Montserrat"/>
                <a:cs typeface="Montserrat"/>
                <a:sym typeface="Montserrat"/>
              </a:defRPr>
            </a:lvl5pPr>
            <a:lvl6pPr lvl="5">
              <a:spcBef>
                <a:spcPts val="0"/>
              </a:spcBef>
              <a:spcAft>
                <a:spcPts val="0"/>
              </a:spcAft>
              <a:buClr>
                <a:schemeClr val="dk1"/>
              </a:buClr>
              <a:buSzPts val="9600"/>
              <a:buFont typeface="Montserrat"/>
              <a:buNone/>
              <a:defRPr sz="9600">
                <a:latin typeface="Montserrat"/>
                <a:ea typeface="Montserrat"/>
                <a:cs typeface="Montserrat"/>
                <a:sym typeface="Montserrat"/>
              </a:defRPr>
            </a:lvl6pPr>
            <a:lvl7pPr lvl="6">
              <a:spcBef>
                <a:spcPts val="0"/>
              </a:spcBef>
              <a:spcAft>
                <a:spcPts val="0"/>
              </a:spcAft>
              <a:buClr>
                <a:schemeClr val="dk1"/>
              </a:buClr>
              <a:buSzPts val="9600"/>
              <a:buFont typeface="Montserrat"/>
              <a:buNone/>
              <a:defRPr sz="9600">
                <a:latin typeface="Montserrat"/>
                <a:ea typeface="Montserrat"/>
                <a:cs typeface="Montserrat"/>
                <a:sym typeface="Montserrat"/>
              </a:defRPr>
            </a:lvl7pPr>
            <a:lvl8pPr lvl="7">
              <a:spcBef>
                <a:spcPts val="0"/>
              </a:spcBef>
              <a:spcAft>
                <a:spcPts val="0"/>
              </a:spcAft>
              <a:buClr>
                <a:schemeClr val="dk1"/>
              </a:buClr>
              <a:buSzPts val="9600"/>
              <a:buFont typeface="Montserrat"/>
              <a:buNone/>
              <a:defRPr sz="9600">
                <a:latin typeface="Montserrat"/>
                <a:ea typeface="Montserrat"/>
                <a:cs typeface="Montserrat"/>
                <a:sym typeface="Montserrat"/>
              </a:defRPr>
            </a:lvl8pPr>
            <a:lvl9pPr lvl="8">
              <a:spcBef>
                <a:spcPts val="0"/>
              </a:spcBef>
              <a:spcAft>
                <a:spcPts val="0"/>
              </a:spcAft>
              <a:buClr>
                <a:schemeClr val="dk1"/>
              </a:buClr>
              <a:buSzPts val="9600"/>
              <a:buFont typeface="Montserrat"/>
              <a:buNone/>
              <a:defRPr sz="9600">
                <a:latin typeface="Montserrat"/>
                <a:ea typeface="Montserrat"/>
                <a:cs typeface="Montserrat"/>
                <a:sym typeface="Montserrat"/>
              </a:defRPr>
            </a:lvl9pPr>
          </a:lstStyle>
          <a:p/>
        </p:txBody>
      </p:sp>
      <p:sp>
        <p:nvSpPr>
          <p:cNvPr id="1707" name="Google Shape;1707;p105"/>
          <p:cNvSpPr txBox="1"/>
          <p:nvPr>
            <p:ph idx="2" type="title"/>
          </p:nvPr>
        </p:nvSpPr>
        <p:spPr>
          <a:xfrm>
            <a:off x="2322425" y="1389575"/>
            <a:ext cx="6565800" cy="598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600"/>
              <a:buFont typeface="Source Serif 4"/>
              <a:buNone/>
              <a:defRPr sz="9600"/>
            </a:lvl1pPr>
            <a:lvl2pPr lvl="1">
              <a:spcBef>
                <a:spcPts val="0"/>
              </a:spcBef>
              <a:spcAft>
                <a:spcPts val="0"/>
              </a:spcAft>
              <a:buClr>
                <a:schemeClr val="dk1"/>
              </a:buClr>
              <a:buSzPts val="9600"/>
              <a:buFont typeface="Source Serif 4"/>
              <a:buNone/>
              <a:defRPr sz="9600"/>
            </a:lvl2pPr>
            <a:lvl3pPr lvl="2">
              <a:spcBef>
                <a:spcPts val="0"/>
              </a:spcBef>
              <a:spcAft>
                <a:spcPts val="0"/>
              </a:spcAft>
              <a:buClr>
                <a:schemeClr val="dk1"/>
              </a:buClr>
              <a:buSzPts val="9600"/>
              <a:buFont typeface="Source Serif 4"/>
              <a:buNone/>
              <a:defRPr sz="9600"/>
            </a:lvl3pPr>
            <a:lvl4pPr lvl="3">
              <a:spcBef>
                <a:spcPts val="0"/>
              </a:spcBef>
              <a:spcAft>
                <a:spcPts val="0"/>
              </a:spcAft>
              <a:buClr>
                <a:schemeClr val="dk1"/>
              </a:buClr>
              <a:buSzPts val="9600"/>
              <a:buFont typeface="Source Serif 4"/>
              <a:buNone/>
              <a:defRPr sz="9600"/>
            </a:lvl4pPr>
            <a:lvl5pPr lvl="4">
              <a:spcBef>
                <a:spcPts val="0"/>
              </a:spcBef>
              <a:spcAft>
                <a:spcPts val="0"/>
              </a:spcAft>
              <a:buClr>
                <a:schemeClr val="dk1"/>
              </a:buClr>
              <a:buSzPts val="9600"/>
              <a:buFont typeface="Source Serif 4"/>
              <a:buNone/>
              <a:defRPr sz="9600"/>
            </a:lvl5pPr>
            <a:lvl6pPr lvl="5">
              <a:spcBef>
                <a:spcPts val="0"/>
              </a:spcBef>
              <a:spcAft>
                <a:spcPts val="0"/>
              </a:spcAft>
              <a:buClr>
                <a:schemeClr val="dk1"/>
              </a:buClr>
              <a:buSzPts val="9600"/>
              <a:buFont typeface="Source Serif 4"/>
              <a:buNone/>
              <a:defRPr sz="9600"/>
            </a:lvl6pPr>
            <a:lvl7pPr lvl="6">
              <a:spcBef>
                <a:spcPts val="0"/>
              </a:spcBef>
              <a:spcAft>
                <a:spcPts val="0"/>
              </a:spcAft>
              <a:buClr>
                <a:schemeClr val="dk1"/>
              </a:buClr>
              <a:buSzPts val="9600"/>
              <a:buFont typeface="Source Serif 4"/>
              <a:buNone/>
              <a:defRPr sz="9600"/>
            </a:lvl7pPr>
            <a:lvl8pPr lvl="7">
              <a:spcBef>
                <a:spcPts val="0"/>
              </a:spcBef>
              <a:spcAft>
                <a:spcPts val="0"/>
              </a:spcAft>
              <a:buClr>
                <a:schemeClr val="dk1"/>
              </a:buClr>
              <a:buSzPts val="9600"/>
              <a:buFont typeface="Source Serif 4"/>
              <a:buNone/>
              <a:defRPr sz="9600"/>
            </a:lvl8pPr>
            <a:lvl9pPr lvl="8">
              <a:spcBef>
                <a:spcPts val="0"/>
              </a:spcBef>
              <a:spcAft>
                <a:spcPts val="0"/>
              </a:spcAft>
              <a:buClr>
                <a:schemeClr val="dk1"/>
              </a:buClr>
              <a:buSzPts val="9600"/>
              <a:buFont typeface="Source Serif 4"/>
              <a:buNone/>
              <a:defRPr sz="9600"/>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08" name="Shape 1708"/>
        <p:cNvGrpSpPr/>
        <p:nvPr/>
      </p:nvGrpSpPr>
      <p:grpSpPr>
        <a:xfrm>
          <a:off x="0" y="0"/>
          <a:ext cx="0" cy="0"/>
          <a:chOff x="0" y="0"/>
          <a:chExt cx="0" cy="0"/>
        </a:xfrm>
      </p:grpSpPr>
      <p:sp>
        <p:nvSpPr>
          <p:cNvPr id="1709" name="Google Shape;1709;p10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10" name="Google Shape;1710;p106"/>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711" name="Shape 1711"/>
        <p:cNvGrpSpPr/>
        <p:nvPr/>
      </p:nvGrpSpPr>
      <p:grpSpPr>
        <a:xfrm>
          <a:off x="0" y="0"/>
          <a:ext cx="0" cy="0"/>
          <a:chOff x="0" y="0"/>
          <a:chExt cx="0" cy="0"/>
        </a:xfrm>
      </p:grpSpPr>
      <p:sp>
        <p:nvSpPr>
          <p:cNvPr id="1712" name="Google Shape;1712;p10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713" name="Shape 1713"/>
        <p:cNvGrpSpPr/>
        <p:nvPr/>
      </p:nvGrpSpPr>
      <p:grpSpPr>
        <a:xfrm>
          <a:off x="0" y="0"/>
          <a:ext cx="0" cy="0"/>
          <a:chOff x="0" y="0"/>
          <a:chExt cx="0" cy="0"/>
        </a:xfrm>
      </p:grpSpPr>
      <p:sp>
        <p:nvSpPr>
          <p:cNvPr id="1714" name="Google Shape;1714;p10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715" name="Google Shape;1715;p10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1716" name="Shape 1716"/>
        <p:cNvGrpSpPr/>
        <p:nvPr/>
      </p:nvGrpSpPr>
      <p:grpSpPr>
        <a:xfrm>
          <a:off x="0" y="0"/>
          <a:ext cx="0" cy="0"/>
          <a:chOff x="0" y="0"/>
          <a:chExt cx="0" cy="0"/>
        </a:xfrm>
      </p:grpSpPr>
      <p:sp>
        <p:nvSpPr>
          <p:cNvPr id="1717" name="Google Shape;1717;p10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718" name="Google Shape;1718;p10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719" name="Google Shape;1719;p10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720" name="Shape 1720"/>
        <p:cNvGrpSpPr/>
        <p:nvPr/>
      </p:nvGrpSpPr>
      <p:grpSpPr>
        <a:xfrm>
          <a:off x="0" y="0"/>
          <a:ext cx="0" cy="0"/>
          <a:chOff x="0" y="0"/>
          <a:chExt cx="0" cy="0"/>
        </a:xfrm>
      </p:grpSpPr>
      <p:sp>
        <p:nvSpPr>
          <p:cNvPr id="1721" name="Google Shape;1721;p11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722" name="Shape 1722"/>
        <p:cNvGrpSpPr/>
        <p:nvPr/>
      </p:nvGrpSpPr>
      <p:grpSpPr>
        <a:xfrm>
          <a:off x="0" y="0"/>
          <a:ext cx="0" cy="0"/>
          <a:chOff x="0" y="0"/>
          <a:chExt cx="0" cy="0"/>
        </a:xfrm>
      </p:grpSpPr>
      <p:sp>
        <p:nvSpPr>
          <p:cNvPr id="1723" name="Google Shape;1723;p11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724" name="Google Shape;1724;p11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1725" name="Shape 1725"/>
        <p:cNvGrpSpPr/>
        <p:nvPr/>
      </p:nvGrpSpPr>
      <p:grpSpPr>
        <a:xfrm>
          <a:off x="0" y="0"/>
          <a:ext cx="0" cy="0"/>
          <a:chOff x="0" y="0"/>
          <a:chExt cx="0" cy="0"/>
        </a:xfrm>
      </p:grpSpPr>
      <p:sp>
        <p:nvSpPr>
          <p:cNvPr id="1726" name="Google Shape;1726;p11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727" name="Shape 1727"/>
        <p:cNvGrpSpPr/>
        <p:nvPr/>
      </p:nvGrpSpPr>
      <p:grpSpPr>
        <a:xfrm>
          <a:off x="0" y="0"/>
          <a:ext cx="0" cy="0"/>
          <a:chOff x="0" y="0"/>
          <a:chExt cx="0" cy="0"/>
        </a:xfrm>
      </p:grpSpPr>
      <p:sp>
        <p:nvSpPr>
          <p:cNvPr id="1728" name="Google Shape;1728;p11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729" name="Google Shape;1729;p113"/>
          <p:cNvSpPr txBox="1"/>
          <p:nvPr>
            <p:ph idx="1" type="subTitle"/>
          </p:nvPr>
        </p:nvSpPr>
        <p:spPr>
          <a:xfrm>
            <a:off x="265500" y="2803075"/>
            <a:ext cx="4045200" cy="1235100"/>
          </a:xfrm>
          <a:prstGeom prst="rect">
            <a:avLst/>
          </a:prstGeom>
        </p:spPr>
        <p:txBody>
          <a:bodyPr anchorCtr="0" anchor="t" bIns="0" lIns="0" spcFirstLastPara="1" rIns="0" wrap="square" tIns="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1730" name="Google Shape;1730;p11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1731" name="Shape 1731"/>
        <p:cNvGrpSpPr/>
        <p:nvPr/>
      </p:nvGrpSpPr>
      <p:grpSpPr>
        <a:xfrm>
          <a:off x="0" y="0"/>
          <a:ext cx="0" cy="0"/>
          <a:chOff x="0" y="0"/>
          <a:chExt cx="0" cy="0"/>
        </a:xfrm>
      </p:grpSpPr>
      <p:sp>
        <p:nvSpPr>
          <p:cNvPr id="1732" name="Google Shape;1732;p11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900"/>
              <a:buNone/>
              <a:defRPr/>
            </a:lvl1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1733" name="Shape 1733"/>
        <p:cNvGrpSpPr/>
        <p:nvPr/>
      </p:nvGrpSpPr>
      <p:grpSpPr>
        <a:xfrm>
          <a:off x="0" y="0"/>
          <a:ext cx="0" cy="0"/>
          <a:chOff x="0" y="0"/>
          <a:chExt cx="0" cy="0"/>
        </a:xfrm>
      </p:grpSpPr>
      <p:sp>
        <p:nvSpPr>
          <p:cNvPr id="1734" name="Google Shape;1734;p11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735" name="Google Shape;1735;p11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Char char="●"/>
              <a:defRPr/>
            </a:lvl1pPr>
            <a:lvl2pPr indent="-285750" lvl="1" marL="914400" algn="ctr">
              <a:spcBef>
                <a:spcPts val="0"/>
              </a:spcBef>
              <a:spcAft>
                <a:spcPts val="0"/>
              </a:spcAft>
              <a:buSzPts val="900"/>
              <a:buChar char="○"/>
              <a:defRPr/>
            </a:lvl2pPr>
            <a:lvl3pPr indent="-285750" lvl="2" marL="1371600" algn="ctr">
              <a:spcBef>
                <a:spcPts val="0"/>
              </a:spcBef>
              <a:spcAft>
                <a:spcPts val="0"/>
              </a:spcAft>
              <a:buSzPts val="900"/>
              <a:buChar char="■"/>
              <a:defRPr/>
            </a:lvl3pPr>
            <a:lvl4pPr indent="-285750" lvl="3" marL="1828800" algn="ctr">
              <a:spcBef>
                <a:spcPts val="0"/>
              </a:spcBef>
              <a:spcAft>
                <a:spcPts val="0"/>
              </a:spcAft>
              <a:buSzPts val="900"/>
              <a:buChar char="●"/>
              <a:defRPr/>
            </a:lvl4pPr>
            <a:lvl5pPr indent="-285750" lvl="4" marL="2286000" algn="ctr">
              <a:spcBef>
                <a:spcPts val="0"/>
              </a:spcBef>
              <a:spcAft>
                <a:spcPts val="0"/>
              </a:spcAft>
              <a:buSzPts val="900"/>
              <a:buChar char="○"/>
              <a:defRPr/>
            </a:lvl5pPr>
            <a:lvl6pPr indent="-285750" lvl="5" marL="2743200" algn="ctr">
              <a:spcBef>
                <a:spcPts val="0"/>
              </a:spcBef>
              <a:spcAft>
                <a:spcPts val="0"/>
              </a:spcAft>
              <a:buSzPts val="900"/>
              <a:buChar char="■"/>
              <a:defRPr/>
            </a:lvl6pPr>
            <a:lvl7pPr indent="-285750" lvl="6" marL="3200400" algn="ctr">
              <a:spcBef>
                <a:spcPts val="0"/>
              </a:spcBef>
              <a:spcAft>
                <a:spcPts val="0"/>
              </a:spcAft>
              <a:buSzPts val="900"/>
              <a:buChar char="●"/>
              <a:defRPr/>
            </a:lvl7pPr>
            <a:lvl8pPr indent="-285750" lvl="7" marL="3657600" algn="ctr">
              <a:spcBef>
                <a:spcPts val="0"/>
              </a:spcBef>
              <a:spcAft>
                <a:spcPts val="0"/>
              </a:spcAft>
              <a:buSzPts val="900"/>
              <a:buChar char="○"/>
              <a:defRPr/>
            </a:lvl8pPr>
            <a:lvl9pPr indent="-285750" lvl="8" marL="4114800" algn="ctr">
              <a:spcBef>
                <a:spcPts val="0"/>
              </a:spcBef>
              <a:spcAft>
                <a:spcPts val="0"/>
              </a:spcAft>
              <a:buSzPts val="900"/>
              <a:buChar char="■"/>
              <a:defRPr/>
            </a:lvl9pPr>
          </a:lstStyl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736" name="Shape 1736"/>
        <p:cNvGrpSpPr/>
        <p:nvPr/>
      </p:nvGrpSpPr>
      <p:grpSpPr>
        <a:xfrm>
          <a:off x="0" y="0"/>
          <a:ext cx="0" cy="0"/>
          <a:chOff x="0" y="0"/>
          <a:chExt cx="0" cy="0"/>
        </a:xfrm>
      </p:grpSpPr>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737" name="Shape 1737"/>
        <p:cNvGrpSpPr/>
        <p:nvPr/>
      </p:nvGrpSpPr>
      <p:grpSpPr>
        <a:xfrm>
          <a:off x="0" y="0"/>
          <a:ext cx="0" cy="0"/>
          <a:chOff x="0" y="0"/>
          <a:chExt cx="0" cy="0"/>
        </a:xfrm>
      </p:grpSpPr>
      <p:sp>
        <p:nvSpPr>
          <p:cNvPr id="1738" name="Google Shape;1738;p11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739" name="Google Shape;1739;p117"/>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0" name="Google Shape;1740;p117"/>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1" name="Google Shape;1741;p117"/>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2" name="Google Shape;1742;p117"/>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3" name="Google Shape;1743;p117"/>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4" name="Google Shape;1744;p117"/>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1745" name="Shape 1745"/>
        <p:cNvGrpSpPr/>
        <p:nvPr/>
      </p:nvGrpSpPr>
      <p:grpSpPr>
        <a:xfrm>
          <a:off x="0" y="0"/>
          <a:ext cx="0" cy="0"/>
          <a:chOff x="0" y="0"/>
          <a:chExt cx="0" cy="0"/>
        </a:xfrm>
      </p:grpSpPr>
      <p:sp>
        <p:nvSpPr>
          <p:cNvPr id="1746" name="Google Shape;1746;p1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747" name="Google Shape;1747;p118"/>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748" name="Google Shape;1748;p11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1749" name="Shape 1749"/>
        <p:cNvGrpSpPr/>
        <p:nvPr/>
      </p:nvGrpSpPr>
      <p:grpSpPr>
        <a:xfrm>
          <a:off x="0" y="0"/>
          <a:ext cx="0" cy="0"/>
          <a:chOff x="0" y="0"/>
          <a:chExt cx="0" cy="0"/>
        </a:xfrm>
      </p:grpSpPr>
      <p:sp>
        <p:nvSpPr>
          <p:cNvPr id="1750" name="Google Shape;1750;p11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751" name="Google Shape;1751;p119"/>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752" name="Google Shape;1752;p11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753" name="Google Shape;1753;p119"/>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54" name="Google Shape;1754;p119"/>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1755" name="Shape 1755"/>
        <p:cNvGrpSpPr/>
        <p:nvPr/>
      </p:nvGrpSpPr>
      <p:grpSpPr>
        <a:xfrm>
          <a:off x="0" y="0"/>
          <a:ext cx="0" cy="0"/>
          <a:chOff x="0" y="0"/>
          <a:chExt cx="0" cy="0"/>
        </a:xfrm>
      </p:grpSpPr>
      <p:sp>
        <p:nvSpPr>
          <p:cNvPr id="1756" name="Google Shape;1756;p120"/>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757" name="Google Shape;1757;p12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758" name="Google Shape;1758;p12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759" name="Google Shape;1759;p120"/>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60" name="Google Shape;1760;p120"/>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61" name="Google Shape;1761;p120"/>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62" name="Google Shape;1762;p120"/>
          <p:cNvSpPr txBox="1"/>
          <p:nvPr>
            <p:ph idx="6" type="body"/>
          </p:nvPr>
        </p:nvSpPr>
        <p:spPr>
          <a:xfrm>
            <a:off x="6212275" y="2417500"/>
            <a:ext cx="2455500" cy="23736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1763" name="Shape 1763"/>
        <p:cNvGrpSpPr/>
        <p:nvPr/>
      </p:nvGrpSpPr>
      <p:grpSpPr>
        <a:xfrm>
          <a:off x="0" y="0"/>
          <a:ext cx="0" cy="0"/>
          <a:chOff x="0" y="0"/>
          <a:chExt cx="0" cy="0"/>
        </a:xfrm>
      </p:grpSpPr>
      <p:sp>
        <p:nvSpPr>
          <p:cNvPr id="1764" name="Google Shape;1764;p121"/>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765" name="Google Shape;1765;p12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766" name="Google Shape;1766;p121"/>
          <p:cNvSpPr txBox="1"/>
          <p:nvPr>
            <p:ph idx="3" type="body"/>
          </p:nvPr>
        </p:nvSpPr>
        <p:spPr>
          <a:xfrm>
            <a:off x="366750" y="3648575"/>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767" name="Google Shape;1767;p12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768" name="Google Shape;1768;p12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769" name="Google Shape;1769;p121"/>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70" name="Google Shape;1770;p121"/>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71" name="Google Shape;1771;p121"/>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72" name="Google Shape;1772;p121"/>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1773" name="Shape 1773"/>
        <p:cNvGrpSpPr/>
        <p:nvPr/>
      </p:nvGrpSpPr>
      <p:grpSpPr>
        <a:xfrm>
          <a:off x="0" y="0"/>
          <a:ext cx="0" cy="0"/>
          <a:chOff x="0" y="0"/>
          <a:chExt cx="0" cy="0"/>
        </a:xfrm>
      </p:grpSpPr>
      <p:sp>
        <p:nvSpPr>
          <p:cNvPr id="1774" name="Google Shape;1774;p1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775" name="Google Shape;1775;p12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1776" name="Shape 1776"/>
        <p:cNvGrpSpPr/>
        <p:nvPr/>
      </p:nvGrpSpPr>
      <p:grpSpPr>
        <a:xfrm>
          <a:off x="0" y="0"/>
          <a:ext cx="0" cy="0"/>
          <a:chOff x="0" y="0"/>
          <a:chExt cx="0" cy="0"/>
        </a:xfrm>
      </p:grpSpPr>
      <p:sp>
        <p:nvSpPr>
          <p:cNvPr id="1777" name="Google Shape;1777;p123"/>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778" name="Google Shape;1778;p123"/>
          <p:cNvSpPr/>
          <p:nvPr>
            <p:ph idx="2" type="pic"/>
          </p:nvPr>
        </p:nvSpPr>
        <p:spPr>
          <a:xfrm>
            <a:off x="4804825" y="1133300"/>
            <a:ext cx="4027500" cy="2392800"/>
          </a:xfrm>
          <a:prstGeom prst="rect">
            <a:avLst/>
          </a:prstGeom>
          <a:noFill/>
          <a:ln>
            <a:noFill/>
          </a:ln>
        </p:spPr>
      </p:sp>
      <p:sp>
        <p:nvSpPr>
          <p:cNvPr id="1779" name="Google Shape;1779;p123"/>
          <p:cNvSpPr/>
          <p:nvPr>
            <p:ph idx="3" type="pic"/>
          </p:nvPr>
        </p:nvSpPr>
        <p:spPr>
          <a:xfrm>
            <a:off x="311725" y="1133300"/>
            <a:ext cx="4027500" cy="2392800"/>
          </a:xfrm>
          <a:prstGeom prst="rect">
            <a:avLst/>
          </a:prstGeom>
          <a:noFill/>
          <a:ln>
            <a:noFill/>
          </a:ln>
        </p:spPr>
      </p:sp>
      <p:sp>
        <p:nvSpPr>
          <p:cNvPr id="1780" name="Google Shape;1780;p12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781" name="Google Shape;1781;p1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782" name="Google Shape;1782;p123"/>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783" name="Google Shape;1783;p123"/>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1784" name="Shape 1784"/>
        <p:cNvGrpSpPr/>
        <p:nvPr/>
      </p:nvGrpSpPr>
      <p:grpSpPr>
        <a:xfrm>
          <a:off x="0" y="0"/>
          <a:ext cx="0" cy="0"/>
          <a:chOff x="0" y="0"/>
          <a:chExt cx="0" cy="0"/>
        </a:xfrm>
      </p:grpSpPr>
      <p:sp>
        <p:nvSpPr>
          <p:cNvPr id="1785" name="Google Shape;1785;p124"/>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786" name="Google Shape;1786;p124"/>
          <p:cNvSpPr/>
          <p:nvPr>
            <p:ph idx="2" type="pic"/>
          </p:nvPr>
        </p:nvSpPr>
        <p:spPr>
          <a:xfrm>
            <a:off x="6205225" y="1128325"/>
            <a:ext cx="2627100" cy="2273100"/>
          </a:xfrm>
          <a:prstGeom prst="rect">
            <a:avLst/>
          </a:prstGeom>
          <a:noFill/>
          <a:ln>
            <a:noFill/>
          </a:ln>
        </p:spPr>
      </p:sp>
      <p:sp>
        <p:nvSpPr>
          <p:cNvPr id="1787" name="Google Shape;1787;p124"/>
          <p:cNvSpPr/>
          <p:nvPr>
            <p:ph idx="3" type="pic"/>
          </p:nvPr>
        </p:nvSpPr>
        <p:spPr>
          <a:xfrm>
            <a:off x="311725" y="1128325"/>
            <a:ext cx="2627100" cy="2273100"/>
          </a:xfrm>
          <a:prstGeom prst="rect">
            <a:avLst/>
          </a:prstGeom>
          <a:noFill/>
          <a:ln>
            <a:noFill/>
          </a:ln>
        </p:spPr>
      </p:sp>
      <p:sp>
        <p:nvSpPr>
          <p:cNvPr id="1788" name="Google Shape;1788;p12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789" name="Google Shape;1789;p124"/>
          <p:cNvSpPr/>
          <p:nvPr>
            <p:ph idx="5" type="pic"/>
          </p:nvPr>
        </p:nvSpPr>
        <p:spPr>
          <a:xfrm>
            <a:off x="3255250" y="1128325"/>
            <a:ext cx="2627100" cy="2273100"/>
          </a:xfrm>
          <a:prstGeom prst="rect">
            <a:avLst/>
          </a:prstGeom>
          <a:noFill/>
          <a:ln>
            <a:noFill/>
          </a:ln>
        </p:spPr>
      </p:sp>
      <p:sp>
        <p:nvSpPr>
          <p:cNvPr id="1790" name="Google Shape;1790;p124"/>
          <p:cNvSpPr txBox="1"/>
          <p:nvPr>
            <p:ph idx="6" type="body"/>
          </p:nvPr>
        </p:nvSpPr>
        <p:spPr>
          <a:xfrm>
            <a:off x="325525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791" name="Google Shape;1791;p1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792" name="Google Shape;1792;p124"/>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793" name="Google Shape;1793;p124"/>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794" name="Google Shape;1794;p124"/>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1795" name="Shape 1795"/>
        <p:cNvGrpSpPr/>
        <p:nvPr/>
      </p:nvGrpSpPr>
      <p:grpSpPr>
        <a:xfrm>
          <a:off x="0" y="0"/>
          <a:ext cx="0" cy="0"/>
          <a:chOff x="0" y="0"/>
          <a:chExt cx="0" cy="0"/>
        </a:xfrm>
      </p:grpSpPr>
      <p:sp>
        <p:nvSpPr>
          <p:cNvPr id="1796" name="Google Shape;1796;p12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1797" name="Shape 1797"/>
        <p:cNvGrpSpPr/>
        <p:nvPr/>
      </p:nvGrpSpPr>
      <p:grpSpPr>
        <a:xfrm>
          <a:off x="0" y="0"/>
          <a:ext cx="0" cy="0"/>
          <a:chOff x="0" y="0"/>
          <a:chExt cx="0" cy="0"/>
        </a:xfrm>
      </p:grpSpPr>
      <p:sp>
        <p:nvSpPr>
          <p:cNvPr id="1798" name="Google Shape;1798;p126"/>
          <p:cNvSpPr/>
          <p:nvPr>
            <p:ph idx="2" type="pic"/>
          </p:nvPr>
        </p:nvSpPr>
        <p:spPr>
          <a:xfrm>
            <a:off x="3389600" y="118913"/>
            <a:ext cx="1643700" cy="1535100"/>
          </a:xfrm>
          <a:prstGeom prst="rect">
            <a:avLst/>
          </a:prstGeom>
          <a:noFill/>
          <a:ln>
            <a:noFill/>
          </a:ln>
        </p:spPr>
      </p:sp>
      <p:sp>
        <p:nvSpPr>
          <p:cNvPr id="1799" name="Google Shape;1799;p126"/>
          <p:cNvSpPr/>
          <p:nvPr>
            <p:ph idx="3" type="pic"/>
          </p:nvPr>
        </p:nvSpPr>
        <p:spPr>
          <a:xfrm>
            <a:off x="5195935" y="118913"/>
            <a:ext cx="1643700" cy="1535100"/>
          </a:xfrm>
          <a:prstGeom prst="rect">
            <a:avLst/>
          </a:prstGeom>
          <a:noFill/>
          <a:ln>
            <a:noFill/>
          </a:ln>
        </p:spPr>
      </p:sp>
      <p:sp>
        <p:nvSpPr>
          <p:cNvPr id="1800" name="Google Shape;1800;p126"/>
          <p:cNvSpPr/>
          <p:nvPr>
            <p:ph idx="4" type="pic"/>
          </p:nvPr>
        </p:nvSpPr>
        <p:spPr>
          <a:xfrm>
            <a:off x="7002270" y="118913"/>
            <a:ext cx="1643700" cy="1535100"/>
          </a:xfrm>
          <a:prstGeom prst="rect">
            <a:avLst/>
          </a:prstGeom>
          <a:noFill/>
          <a:ln>
            <a:noFill/>
          </a:ln>
        </p:spPr>
      </p:sp>
      <p:sp>
        <p:nvSpPr>
          <p:cNvPr id="1801" name="Google Shape;1801;p126"/>
          <p:cNvSpPr/>
          <p:nvPr>
            <p:ph idx="5" type="pic"/>
          </p:nvPr>
        </p:nvSpPr>
        <p:spPr>
          <a:xfrm>
            <a:off x="3389588" y="1804212"/>
            <a:ext cx="1643700" cy="1535100"/>
          </a:xfrm>
          <a:prstGeom prst="rect">
            <a:avLst/>
          </a:prstGeom>
          <a:noFill/>
          <a:ln>
            <a:noFill/>
          </a:ln>
        </p:spPr>
      </p:sp>
      <p:sp>
        <p:nvSpPr>
          <p:cNvPr id="1802" name="Google Shape;1802;p126"/>
          <p:cNvSpPr/>
          <p:nvPr>
            <p:ph idx="6" type="pic"/>
          </p:nvPr>
        </p:nvSpPr>
        <p:spPr>
          <a:xfrm>
            <a:off x="5195922" y="1804212"/>
            <a:ext cx="1643700" cy="1535100"/>
          </a:xfrm>
          <a:prstGeom prst="rect">
            <a:avLst/>
          </a:prstGeom>
          <a:noFill/>
          <a:ln>
            <a:noFill/>
          </a:ln>
        </p:spPr>
      </p:sp>
      <p:sp>
        <p:nvSpPr>
          <p:cNvPr id="1803" name="Google Shape;1803;p126"/>
          <p:cNvSpPr/>
          <p:nvPr>
            <p:ph idx="7" type="pic"/>
          </p:nvPr>
        </p:nvSpPr>
        <p:spPr>
          <a:xfrm>
            <a:off x="7002257" y="1804212"/>
            <a:ext cx="1643700" cy="1535100"/>
          </a:xfrm>
          <a:prstGeom prst="rect">
            <a:avLst/>
          </a:prstGeom>
          <a:noFill/>
          <a:ln>
            <a:noFill/>
          </a:ln>
        </p:spPr>
      </p:sp>
      <p:sp>
        <p:nvSpPr>
          <p:cNvPr id="1804" name="Google Shape;1804;p12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805" name="Google Shape;1805;p126"/>
          <p:cNvSpPr/>
          <p:nvPr>
            <p:ph idx="8" type="pic"/>
          </p:nvPr>
        </p:nvSpPr>
        <p:spPr>
          <a:xfrm>
            <a:off x="3389588" y="3489487"/>
            <a:ext cx="1643700" cy="1535100"/>
          </a:xfrm>
          <a:prstGeom prst="rect">
            <a:avLst/>
          </a:prstGeom>
          <a:noFill/>
          <a:ln>
            <a:noFill/>
          </a:ln>
        </p:spPr>
      </p:sp>
      <p:sp>
        <p:nvSpPr>
          <p:cNvPr id="1806" name="Google Shape;1806;p126"/>
          <p:cNvSpPr/>
          <p:nvPr>
            <p:ph idx="9" type="pic"/>
          </p:nvPr>
        </p:nvSpPr>
        <p:spPr>
          <a:xfrm>
            <a:off x="5195922" y="3489487"/>
            <a:ext cx="1643700" cy="1535100"/>
          </a:xfrm>
          <a:prstGeom prst="rect">
            <a:avLst/>
          </a:prstGeom>
          <a:noFill/>
          <a:ln>
            <a:noFill/>
          </a:ln>
        </p:spPr>
      </p:sp>
      <p:sp>
        <p:nvSpPr>
          <p:cNvPr id="1807" name="Google Shape;1807;p12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80" Type="http://schemas.openxmlformats.org/officeDocument/2006/relationships/slideLayout" Target="../slideLayouts/slideLayout80.xml"/><Relationship Id="rId81"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73" Type="http://schemas.openxmlformats.org/officeDocument/2006/relationships/slideLayout" Target="../slideLayouts/slideLayout73.xml"/><Relationship Id="rId72" Type="http://schemas.openxmlformats.org/officeDocument/2006/relationships/slideLayout" Target="../slideLayouts/slideLayout72.xml"/><Relationship Id="rId31" Type="http://schemas.openxmlformats.org/officeDocument/2006/relationships/slideLayout" Target="../slideLayouts/slideLayout31.xml"/><Relationship Id="rId75" Type="http://schemas.openxmlformats.org/officeDocument/2006/relationships/slideLayout" Target="../slideLayouts/slideLayout75.xml"/><Relationship Id="rId30" Type="http://schemas.openxmlformats.org/officeDocument/2006/relationships/slideLayout" Target="../slideLayouts/slideLayout30.xml"/><Relationship Id="rId74" Type="http://schemas.openxmlformats.org/officeDocument/2006/relationships/slideLayout" Target="../slideLayouts/slideLayout74.xml"/><Relationship Id="rId33" Type="http://schemas.openxmlformats.org/officeDocument/2006/relationships/slideLayout" Target="../slideLayouts/slideLayout33.xml"/><Relationship Id="rId77" Type="http://schemas.openxmlformats.org/officeDocument/2006/relationships/slideLayout" Target="../slideLayouts/slideLayout77.xml"/><Relationship Id="rId32" Type="http://schemas.openxmlformats.org/officeDocument/2006/relationships/slideLayout" Target="../slideLayouts/slideLayout32.xml"/><Relationship Id="rId76" Type="http://schemas.openxmlformats.org/officeDocument/2006/relationships/slideLayout" Target="../slideLayouts/slideLayout76.xml"/><Relationship Id="rId35" Type="http://schemas.openxmlformats.org/officeDocument/2006/relationships/slideLayout" Target="../slideLayouts/slideLayout35.xml"/><Relationship Id="rId79" Type="http://schemas.openxmlformats.org/officeDocument/2006/relationships/slideLayout" Target="../slideLayouts/slideLayout79.xml"/><Relationship Id="rId34" Type="http://schemas.openxmlformats.org/officeDocument/2006/relationships/slideLayout" Target="../slideLayouts/slideLayout34.xml"/><Relationship Id="rId78" Type="http://schemas.openxmlformats.org/officeDocument/2006/relationships/slideLayout" Target="../slideLayouts/slideLayout78.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66" Type="http://schemas.openxmlformats.org/officeDocument/2006/relationships/slideLayout" Target="../slideLayouts/slideLayout66.xml"/><Relationship Id="rId21" Type="http://schemas.openxmlformats.org/officeDocument/2006/relationships/slideLayout" Target="../slideLayouts/slideLayout21.xml"/><Relationship Id="rId65" Type="http://schemas.openxmlformats.org/officeDocument/2006/relationships/slideLayout" Target="../slideLayouts/slideLayout65.xml"/><Relationship Id="rId24" Type="http://schemas.openxmlformats.org/officeDocument/2006/relationships/slideLayout" Target="../slideLayouts/slideLayout24.xml"/><Relationship Id="rId68" Type="http://schemas.openxmlformats.org/officeDocument/2006/relationships/slideLayout" Target="../slideLayouts/slideLayout68.xml"/><Relationship Id="rId23" Type="http://schemas.openxmlformats.org/officeDocument/2006/relationships/slideLayout" Target="../slideLayouts/slideLayout23.xml"/><Relationship Id="rId67" Type="http://schemas.openxmlformats.org/officeDocument/2006/relationships/slideLayout" Target="../slideLayouts/slideLayout67.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69" Type="http://schemas.openxmlformats.org/officeDocument/2006/relationships/slideLayout" Target="../slideLayouts/slideLayout6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120.xml"/><Relationship Id="rId42" Type="http://schemas.openxmlformats.org/officeDocument/2006/relationships/slideLayout" Target="../slideLayouts/slideLayout122.xml"/><Relationship Id="rId41" Type="http://schemas.openxmlformats.org/officeDocument/2006/relationships/slideLayout" Target="../slideLayouts/slideLayout121.xml"/><Relationship Id="rId44" Type="http://schemas.openxmlformats.org/officeDocument/2006/relationships/slideLayout" Target="../slideLayouts/slideLayout124.xml"/><Relationship Id="rId43" Type="http://schemas.openxmlformats.org/officeDocument/2006/relationships/slideLayout" Target="../slideLayouts/slideLayout123.xml"/><Relationship Id="rId45" Type="http://schemas.openxmlformats.org/officeDocument/2006/relationships/theme" Target="../theme/theme3.xml"/><Relationship Id="rId1" Type="http://schemas.openxmlformats.org/officeDocument/2006/relationships/slideLayout" Target="../slideLayouts/slideLayout81.xml"/><Relationship Id="rId2" Type="http://schemas.openxmlformats.org/officeDocument/2006/relationships/slideLayout" Target="../slideLayouts/slideLayout82.xml"/><Relationship Id="rId3" Type="http://schemas.openxmlformats.org/officeDocument/2006/relationships/slideLayout" Target="../slideLayouts/slideLayout83.xml"/><Relationship Id="rId4" Type="http://schemas.openxmlformats.org/officeDocument/2006/relationships/slideLayout" Target="../slideLayouts/slideLayout84.xml"/><Relationship Id="rId9" Type="http://schemas.openxmlformats.org/officeDocument/2006/relationships/slideLayout" Target="../slideLayouts/slideLayout89.xml"/><Relationship Id="rId5" Type="http://schemas.openxmlformats.org/officeDocument/2006/relationships/slideLayout" Target="../slideLayouts/slideLayout85.xml"/><Relationship Id="rId6" Type="http://schemas.openxmlformats.org/officeDocument/2006/relationships/slideLayout" Target="../slideLayouts/slideLayout86.xml"/><Relationship Id="rId7" Type="http://schemas.openxmlformats.org/officeDocument/2006/relationships/slideLayout" Target="../slideLayouts/slideLayout87.xml"/><Relationship Id="rId8" Type="http://schemas.openxmlformats.org/officeDocument/2006/relationships/slideLayout" Target="../slideLayouts/slideLayout88.xml"/><Relationship Id="rId31" Type="http://schemas.openxmlformats.org/officeDocument/2006/relationships/slideLayout" Target="../slideLayouts/slideLayout111.xml"/><Relationship Id="rId30" Type="http://schemas.openxmlformats.org/officeDocument/2006/relationships/slideLayout" Target="../slideLayouts/slideLayout110.xml"/><Relationship Id="rId33" Type="http://schemas.openxmlformats.org/officeDocument/2006/relationships/slideLayout" Target="../slideLayouts/slideLayout113.xml"/><Relationship Id="rId32" Type="http://schemas.openxmlformats.org/officeDocument/2006/relationships/slideLayout" Target="../slideLayouts/slideLayout112.xml"/><Relationship Id="rId35" Type="http://schemas.openxmlformats.org/officeDocument/2006/relationships/slideLayout" Target="../slideLayouts/slideLayout115.xml"/><Relationship Id="rId34" Type="http://schemas.openxmlformats.org/officeDocument/2006/relationships/slideLayout" Target="../slideLayouts/slideLayout114.xml"/><Relationship Id="rId37" Type="http://schemas.openxmlformats.org/officeDocument/2006/relationships/slideLayout" Target="../slideLayouts/slideLayout117.xml"/><Relationship Id="rId36" Type="http://schemas.openxmlformats.org/officeDocument/2006/relationships/slideLayout" Target="../slideLayouts/slideLayout116.xml"/><Relationship Id="rId39" Type="http://schemas.openxmlformats.org/officeDocument/2006/relationships/slideLayout" Target="../slideLayouts/slideLayout119.xml"/><Relationship Id="rId38" Type="http://schemas.openxmlformats.org/officeDocument/2006/relationships/slideLayout" Target="../slideLayouts/slideLayout118.xml"/><Relationship Id="rId20" Type="http://schemas.openxmlformats.org/officeDocument/2006/relationships/slideLayout" Target="../slideLayouts/slideLayout100.xml"/><Relationship Id="rId22" Type="http://schemas.openxmlformats.org/officeDocument/2006/relationships/slideLayout" Target="../slideLayouts/slideLayout102.xml"/><Relationship Id="rId21" Type="http://schemas.openxmlformats.org/officeDocument/2006/relationships/slideLayout" Target="../slideLayouts/slideLayout101.xml"/><Relationship Id="rId24" Type="http://schemas.openxmlformats.org/officeDocument/2006/relationships/slideLayout" Target="../slideLayouts/slideLayout104.xml"/><Relationship Id="rId23" Type="http://schemas.openxmlformats.org/officeDocument/2006/relationships/slideLayout" Target="../slideLayouts/slideLayout103.xml"/><Relationship Id="rId26" Type="http://schemas.openxmlformats.org/officeDocument/2006/relationships/slideLayout" Target="../slideLayouts/slideLayout106.xml"/><Relationship Id="rId25" Type="http://schemas.openxmlformats.org/officeDocument/2006/relationships/slideLayout" Target="../slideLayouts/slideLayout105.xml"/><Relationship Id="rId28" Type="http://schemas.openxmlformats.org/officeDocument/2006/relationships/slideLayout" Target="../slideLayouts/slideLayout108.xml"/><Relationship Id="rId27" Type="http://schemas.openxmlformats.org/officeDocument/2006/relationships/slideLayout" Target="../slideLayouts/slideLayout107.xml"/><Relationship Id="rId29" Type="http://schemas.openxmlformats.org/officeDocument/2006/relationships/slideLayout" Target="../slideLayouts/slideLayout109.xml"/><Relationship Id="rId11" Type="http://schemas.openxmlformats.org/officeDocument/2006/relationships/slideLayout" Target="../slideLayouts/slideLayout91.xml"/><Relationship Id="rId10" Type="http://schemas.openxmlformats.org/officeDocument/2006/relationships/slideLayout" Target="../slideLayouts/slideLayout90.xml"/><Relationship Id="rId13" Type="http://schemas.openxmlformats.org/officeDocument/2006/relationships/slideLayout" Target="../slideLayouts/slideLayout93.xml"/><Relationship Id="rId12" Type="http://schemas.openxmlformats.org/officeDocument/2006/relationships/slideLayout" Target="../slideLayouts/slideLayout92.xml"/><Relationship Id="rId15" Type="http://schemas.openxmlformats.org/officeDocument/2006/relationships/slideLayout" Target="../slideLayouts/slideLayout95.xml"/><Relationship Id="rId14" Type="http://schemas.openxmlformats.org/officeDocument/2006/relationships/slideLayout" Target="../slideLayouts/slideLayout94.xml"/><Relationship Id="rId17" Type="http://schemas.openxmlformats.org/officeDocument/2006/relationships/slideLayout" Target="../slideLayouts/slideLayout97.xml"/><Relationship Id="rId16" Type="http://schemas.openxmlformats.org/officeDocument/2006/relationships/slideLayout" Target="../slideLayouts/slideLayout96.xml"/><Relationship Id="rId19" Type="http://schemas.openxmlformats.org/officeDocument/2006/relationships/slideLayout" Target="../slideLayouts/slideLayout99.xml"/><Relationship Id="rId18" Type="http://schemas.openxmlformats.org/officeDocument/2006/relationships/slideLayout" Target="../slideLayouts/slideLayout9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80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800"/>
              </a:spcBef>
              <a:spcAft>
                <a:spcPts val="80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 name="Google Shape;7;p1"/>
          <p:cNvSpPr txBox="1"/>
          <p:nvPr>
            <p:ph type="title"/>
          </p:nvPr>
        </p:nvSpPr>
        <p:spPr>
          <a:xfrm>
            <a:off x="228600" y="369300"/>
            <a:ext cx="6480300" cy="587700"/>
          </a:xfrm>
          <a:prstGeom prst="rect">
            <a:avLst/>
          </a:prstGeom>
          <a:noFill/>
          <a:ln>
            <a:noFill/>
          </a:ln>
        </p:spPr>
        <p:txBody>
          <a:bodyPr anchorCtr="0" anchor="t" bIns="91425" lIns="91425" spcFirstLastPara="1" rIns="91425" wrap="square" tIns="91425">
            <a:spAutoFit/>
          </a:bodyPr>
          <a:lstStyle>
            <a:lvl1pPr lvl="0">
              <a:lnSpc>
                <a:spcPct val="90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1pPr>
            <a:lvl2pPr lvl="1">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2pPr>
            <a:lvl3pPr lvl="2">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3pPr>
            <a:lvl4pPr lvl="3">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4pPr>
            <a:lvl5pPr lvl="4">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5pPr>
            <a:lvl6pPr lvl="5">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6pPr>
            <a:lvl7pPr lvl="6">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7pPr>
            <a:lvl8pPr lvl="7">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8pPr>
            <a:lvl9pPr lvl="8">
              <a:lnSpc>
                <a:spcPct val="115000"/>
              </a:lnSpc>
              <a:spcBef>
                <a:spcPts val="0"/>
              </a:spcBef>
              <a:spcAft>
                <a:spcPts val="0"/>
              </a:spcAft>
              <a:buClr>
                <a:schemeClr val="lt1"/>
              </a:buClr>
              <a:buSzPts val="3200"/>
              <a:buFont typeface="Arial"/>
              <a:buNone/>
              <a:defRPr sz="3200">
                <a:solidFill>
                  <a:schemeClr val="lt1"/>
                </a:solidFill>
                <a:latin typeface="Gowun Batang"/>
                <a:ea typeface="Gowun Batang"/>
                <a:cs typeface="Gowun Batang"/>
                <a:sym typeface="Gowun Batang"/>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3"/>
        </a:solidFill>
      </p:bgPr>
    </p:bg>
    <p:spTree>
      <p:nvGrpSpPr>
        <p:cNvPr id="1422" name="Shape 1422"/>
        <p:cNvGrpSpPr/>
        <p:nvPr/>
      </p:nvGrpSpPr>
      <p:grpSpPr>
        <a:xfrm>
          <a:off x="0" y="0"/>
          <a:ext cx="0" cy="0"/>
          <a:chOff x="0" y="0"/>
          <a:chExt cx="0" cy="0"/>
        </a:xfrm>
      </p:grpSpPr>
      <p:sp>
        <p:nvSpPr>
          <p:cNvPr id="1423" name="Google Shape;1423;p82"/>
          <p:cNvSpPr txBox="1"/>
          <p:nvPr>
            <p:ph idx="1" type="body"/>
          </p:nvPr>
        </p:nvSpPr>
        <p:spPr>
          <a:xfrm>
            <a:off x="256025" y="2647675"/>
            <a:ext cx="3639600" cy="2239800"/>
          </a:xfrm>
          <a:prstGeom prst="rect">
            <a:avLst/>
          </a:prstGeom>
          <a:noFill/>
          <a:ln>
            <a:noFill/>
          </a:ln>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1pPr>
            <a:lvl2pPr indent="-285750" lvl="1" marL="9144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2pPr>
            <a:lvl3pPr indent="-285750" lvl="2" marL="13716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3pPr>
            <a:lvl4pPr indent="-285750" lvl="3" marL="18288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4pPr>
            <a:lvl5pPr indent="-285750" lvl="4" marL="22860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5pPr>
            <a:lvl6pPr indent="-285750" lvl="5" marL="27432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6pPr>
            <a:lvl7pPr indent="-285750" lvl="6" marL="32004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7pPr>
            <a:lvl8pPr indent="-285750" lvl="7" marL="36576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8pPr>
            <a:lvl9pPr indent="-285750" lvl="8" marL="41148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9pPr>
          </a:lstStyle>
          <a:p/>
        </p:txBody>
      </p:sp>
      <p:sp>
        <p:nvSpPr>
          <p:cNvPr id="1424" name="Google Shape;1424;p82"/>
          <p:cNvSpPr txBox="1"/>
          <p:nvPr>
            <p:ph type="title"/>
          </p:nvPr>
        </p:nvSpPr>
        <p:spPr>
          <a:xfrm>
            <a:off x="256025" y="499600"/>
            <a:ext cx="5366700" cy="1248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4800"/>
              <a:buFont typeface="Source Serif 4"/>
              <a:buNone/>
              <a:defRPr i="1" sz="48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9pPr>
          </a:lstStyle>
          <a:p/>
        </p:txBody>
      </p:sp>
      <p:sp>
        <p:nvSpPr>
          <p:cNvPr id="1425" name="Google Shape;1425;p82"/>
          <p:cNvSpPr txBox="1"/>
          <p:nvPr>
            <p:ph idx="2" type="body"/>
          </p:nvPr>
        </p:nvSpPr>
        <p:spPr>
          <a:xfrm>
            <a:off x="4564425" y="2634200"/>
            <a:ext cx="3565200" cy="15669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1pPr>
            <a:lvl2pPr indent="-285750" lvl="1" marL="9144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2pPr>
            <a:lvl3pPr indent="-285750" lvl="2" marL="13716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3pPr>
            <a:lvl4pPr indent="-285750" lvl="3" marL="18288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4pPr>
            <a:lvl5pPr indent="-285750" lvl="4" marL="22860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5pPr>
            <a:lvl6pPr indent="-285750" lvl="5" marL="27432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6pPr>
            <a:lvl7pPr indent="-285750" lvl="6" marL="32004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7pPr>
            <a:lvl8pPr indent="-285750" lvl="7" marL="36576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8pPr>
            <a:lvl9pPr indent="-285750" lvl="8" marL="41148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 id="2147483740" r:id="rId13"/>
    <p:sldLayoutId id="2147483741" r:id="rId14"/>
    <p:sldLayoutId id="2147483742" r:id="rId15"/>
    <p:sldLayoutId id="2147483743" r:id="rId16"/>
    <p:sldLayoutId id="2147483744" r:id="rId17"/>
    <p:sldLayoutId id="2147483745" r:id="rId18"/>
    <p:sldLayoutId id="2147483746" r:id="rId19"/>
    <p:sldLayoutId id="2147483747" r:id="rId20"/>
    <p:sldLayoutId id="2147483748" r:id="rId21"/>
    <p:sldLayoutId id="2147483749" r:id="rId22"/>
    <p:sldLayoutId id="2147483750" r:id="rId23"/>
    <p:sldLayoutId id="2147483751" r:id="rId24"/>
    <p:sldLayoutId id="2147483752" r:id="rId25"/>
    <p:sldLayoutId id="2147483753" r:id="rId26"/>
    <p:sldLayoutId id="2147483754" r:id="rId27"/>
    <p:sldLayoutId id="2147483755" r:id="rId28"/>
    <p:sldLayoutId id="2147483756" r:id="rId29"/>
    <p:sldLayoutId id="2147483757" r:id="rId30"/>
    <p:sldLayoutId id="2147483758" r:id="rId31"/>
    <p:sldLayoutId id="2147483759" r:id="rId32"/>
    <p:sldLayoutId id="2147483760" r:id="rId33"/>
    <p:sldLayoutId id="2147483761" r:id="rId34"/>
    <p:sldLayoutId id="2147483762" r:id="rId35"/>
    <p:sldLayoutId id="2147483763" r:id="rId36"/>
    <p:sldLayoutId id="2147483764" r:id="rId37"/>
    <p:sldLayoutId id="2147483765" r:id="rId38"/>
    <p:sldLayoutId id="2147483766" r:id="rId39"/>
    <p:sldLayoutId id="2147483767" r:id="rId40"/>
    <p:sldLayoutId id="2147483768" r:id="rId41"/>
    <p:sldLayoutId id="2147483769" r:id="rId42"/>
    <p:sldLayoutId id="2147483770" r:id="rId43"/>
    <p:sldLayoutId id="2147483771"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61">
          <p15:clr>
            <a:srgbClr val="E46962"/>
          </p15:clr>
        </p15:guide>
        <p15:guide id="2" pos="5599">
          <p15:clr>
            <a:srgbClr val="E46962"/>
          </p15:clr>
        </p15:guide>
        <p15:guide id="3" orient="horz" pos="161">
          <p15:clr>
            <a:srgbClr val="E46962"/>
          </p15:clr>
        </p15:guide>
        <p15:guide id="4" orient="horz" pos="3079">
          <p15:clr>
            <a:srgbClr val="E46962"/>
          </p15:clr>
        </p15:guide>
        <p15:guide id="5" pos="1463">
          <p15:clr>
            <a:srgbClr val="E46962"/>
          </p15:clr>
        </p15:guide>
        <p15:guide id="6" pos="1532">
          <p15:clr>
            <a:srgbClr val="E46962"/>
          </p15:clr>
        </p15:guide>
        <p15:guide id="7" pos="2845">
          <p15:clr>
            <a:srgbClr val="E46962"/>
          </p15:clr>
        </p15:guide>
        <p15:guide id="8" pos="2916">
          <p15:clr>
            <a:srgbClr val="E46962"/>
          </p15:clr>
        </p15:guide>
        <p15:guide id="9" pos="4228">
          <p15:clr>
            <a:srgbClr val="E46962"/>
          </p15:clr>
        </p15:guide>
        <p15:guide id="10" pos="4297">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9.xml"/><Relationship Id="rId3" Type="http://schemas.openxmlformats.org/officeDocument/2006/relationships/image" Target="../media/image7.jpg"/><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10.xml"/><Relationship Id="rId3"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11.xml"/><Relationship Id="rId3"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8.xml"/><Relationship Id="rId2" Type="http://schemas.openxmlformats.org/officeDocument/2006/relationships/notesSlide" Target="../notesSlides/notesSlide12.xml"/><Relationship Id="rId3" Type="http://schemas.openxmlformats.org/officeDocument/2006/relationships/image" Target="../media/image14.jpg"/><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13.xml"/><Relationship Id="rId3"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14.xml"/><Relationship Id="rId3"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15.xml"/><Relationship Id="rId3"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16.xml"/><Relationship Id="rId3"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17.xml"/><Relationship Id="rId3" Type="http://schemas.openxmlformats.org/officeDocument/2006/relationships/image" Target="../media/image1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1" name="Shape 1811"/>
        <p:cNvGrpSpPr/>
        <p:nvPr/>
      </p:nvGrpSpPr>
      <p:grpSpPr>
        <a:xfrm>
          <a:off x="0" y="0"/>
          <a:ext cx="0" cy="0"/>
          <a:chOff x="0" y="0"/>
          <a:chExt cx="0" cy="0"/>
        </a:xfrm>
      </p:grpSpPr>
      <p:pic>
        <p:nvPicPr>
          <p:cNvPr id="1812" name="Google Shape;1812;p127" title="image.jpg"/>
          <p:cNvPicPr preferRelativeResize="0"/>
          <p:nvPr/>
        </p:nvPicPr>
        <p:blipFill rotWithShape="1">
          <a:blip r:embed="rId3">
            <a:alphaModFix/>
          </a:blip>
          <a:srcRect b="23914" l="0" r="0" t="0"/>
          <a:stretch/>
        </p:blipFill>
        <p:spPr>
          <a:xfrm>
            <a:off x="5822800" y="695025"/>
            <a:ext cx="3323100" cy="4448400"/>
          </a:xfrm>
          <a:prstGeom prst="round2SameRect">
            <a:avLst>
              <a:gd fmla="val 50000" name="adj1"/>
              <a:gd fmla="val 0" name="adj2"/>
            </a:avLst>
          </a:prstGeom>
          <a:noFill/>
          <a:ln>
            <a:noFill/>
          </a:ln>
        </p:spPr>
      </p:pic>
      <p:sp>
        <p:nvSpPr>
          <p:cNvPr id="1813" name="Google Shape;1813;p127"/>
          <p:cNvSpPr txBox="1"/>
          <p:nvPr>
            <p:ph type="title"/>
          </p:nvPr>
        </p:nvSpPr>
        <p:spPr>
          <a:xfrm>
            <a:off x="256050" y="3313175"/>
            <a:ext cx="2920800" cy="1539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None/>
            </a:pPr>
            <a:r>
              <a:rPr i="0" lang="en" sz="1000">
                <a:latin typeface="Instrument Sans"/>
                <a:ea typeface="Instrument Sans"/>
                <a:cs typeface="Instrument Sans"/>
                <a:sym typeface="Instrument Sans"/>
              </a:rPr>
              <a:t>System Design Interview: An Insider’s Guide  </a:t>
            </a:r>
            <a:endParaRPr i="0" sz="1000"/>
          </a:p>
        </p:txBody>
      </p:sp>
      <p:sp>
        <p:nvSpPr>
          <p:cNvPr id="1814" name="Google Shape;1814;p127"/>
          <p:cNvSpPr txBox="1"/>
          <p:nvPr>
            <p:ph idx="4" type="title"/>
          </p:nvPr>
        </p:nvSpPr>
        <p:spPr>
          <a:xfrm>
            <a:off x="313150" y="129750"/>
            <a:ext cx="8045700" cy="1135500"/>
          </a:xfrm>
          <a:prstGeom prst="rect">
            <a:avLst/>
          </a:prstGeom>
        </p:spPr>
        <p:txBody>
          <a:bodyPr anchorCtr="0" anchor="t" bIns="0" lIns="0" spcFirstLastPara="1" rIns="0" wrap="square" tIns="0">
            <a:noAutofit/>
          </a:bodyPr>
          <a:lstStyle/>
          <a:p>
            <a:pPr indent="0" lvl="0" marL="0" rtl="0" algn="l">
              <a:lnSpc>
                <a:spcPct val="90000"/>
              </a:lnSpc>
              <a:spcBef>
                <a:spcPts val="0"/>
              </a:spcBef>
              <a:spcAft>
                <a:spcPts val="0"/>
              </a:spcAft>
              <a:buNone/>
            </a:pPr>
            <a:r>
              <a:rPr lang="en" sz="4400">
                <a:latin typeface="Source Serif 4"/>
                <a:ea typeface="Source Serif 4"/>
                <a:cs typeface="Source Serif 4"/>
                <a:sym typeface="Source Serif 4"/>
              </a:rPr>
              <a:t>CHAPTER 1: </a:t>
            </a:r>
            <a:endParaRPr sz="4400">
              <a:latin typeface="Source Serif 4"/>
              <a:ea typeface="Source Serif 4"/>
              <a:cs typeface="Source Serif 4"/>
              <a:sym typeface="Source Serif 4"/>
            </a:endParaRPr>
          </a:p>
          <a:p>
            <a:pPr indent="0" lvl="0" marL="0" rtl="0" algn="l">
              <a:lnSpc>
                <a:spcPct val="90000"/>
              </a:lnSpc>
              <a:spcBef>
                <a:spcPts val="0"/>
              </a:spcBef>
              <a:spcAft>
                <a:spcPts val="0"/>
              </a:spcAft>
              <a:buNone/>
            </a:pPr>
            <a:r>
              <a:rPr i="0" lang="en" sz="4400">
                <a:latin typeface="Tomorrow"/>
                <a:ea typeface="Tomorrow"/>
                <a:cs typeface="Tomorrow"/>
                <a:sym typeface="Tomorrow"/>
              </a:rPr>
              <a:t>SCALE FROM ZERO TO MILLIONS OF USERS   </a:t>
            </a:r>
            <a:endParaRPr i="0" sz="5600"/>
          </a:p>
        </p:txBody>
      </p:sp>
      <p:sp>
        <p:nvSpPr>
          <p:cNvPr id="1815" name="Google Shape;1815;p127"/>
          <p:cNvSpPr txBox="1"/>
          <p:nvPr>
            <p:ph idx="1"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chemeClr val="lt2"/>
                </a:solidFill>
              </a:rPr>
              <a:t>By Ali Khalaji</a:t>
            </a:r>
            <a:endParaRPr>
              <a:solidFill>
                <a:schemeClr val="lt2"/>
              </a:solidFill>
            </a:endParaRPr>
          </a:p>
        </p:txBody>
      </p:sp>
      <p:cxnSp>
        <p:nvCxnSpPr>
          <p:cNvPr id="1816" name="Google Shape;1816;p127"/>
          <p:cNvCxnSpPr/>
          <p:nvPr/>
        </p:nvCxnSpPr>
        <p:spPr>
          <a:xfrm>
            <a:off x="3297300" y="3814625"/>
            <a:ext cx="5846700" cy="0"/>
          </a:xfrm>
          <a:prstGeom prst="straightConnector1">
            <a:avLst/>
          </a:prstGeom>
          <a:noFill/>
          <a:ln cap="flat" cmpd="sng" w="9525">
            <a:solidFill>
              <a:schemeClr val="accent3"/>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0" name="Shape 1820"/>
        <p:cNvGrpSpPr/>
        <p:nvPr/>
      </p:nvGrpSpPr>
      <p:grpSpPr>
        <a:xfrm>
          <a:off x="0" y="0"/>
          <a:ext cx="0" cy="0"/>
          <a:chOff x="0" y="0"/>
          <a:chExt cx="0" cy="0"/>
        </a:xfrm>
      </p:grpSpPr>
      <p:sp>
        <p:nvSpPr>
          <p:cNvPr id="1821" name="Google Shape;1821;p128"/>
          <p:cNvSpPr txBox="1"/>
          <p:nvPr>
            <p:ph type="title"/>
          </p:nvPr>
        </p:nvSpPr>
        <p:spPr>
          <a:xfrm>
            <a:off x="256025" y="213150"/>
            <a:ext cx="5750100" cy="415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Single Server Setup</a:t>
            </a:r>
            <a:endParaRPr/>
          </a:p>
        </p:txBody>
      </p:sp>
      <p:cxnSp>
        <p:nvCxnSpPr>
          <p:cNvPr id="1822" name="Google Shape;1822;p128"/>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pic>
        <p:nvPicPr>
          <p:cNvPr id="1823" name="Google Shape;1823;p128" title="image.jpg"/>
          <p:cNvPicPr preferRelativeResize="0"/>
          <p:nvPr/>
        </p:nvPicPr>
        <p:blipFill rotWithShape="1">
          <a:blip r:embed="rId3">
            <a:alphaModFix/>
          </a:blip>
          <a:srcRect b="0" l="0" r="0" t="0"/>
          <a:stretch/>
        </p:blipFill>
        <p:spPr>
          <a:xfrm>
            <a:off x="256025" y="2479125"/>
            <a:ext cx="3948224" cy="2508300"/>
          </a:xfrm>
          <a:prstGeom prst="rect">
            <a:avLst/>
          </a:prstGeom>
          <a:noFill/>
          <a:ln>
            <a:noFill/>
          </a:ln>
        </p:spPr>
      </p:pic>
      <p:sp>
        <p:nvSpPr>
          <p:cNvPr id="1824" name="Google Shape;1824;p128"/>
          <p:cNvSpPr txBox="1"/>
          <p:nvPr>
            <p:ph idx="1" type="body"/>
          </p:nvPr>
        </p:nvSpPr>
        <p:spPr>
          <a:xfrm>
            <a:off x="255975" y="1360100"/>
            <a:ext cx="8632200" cy="45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
              <a:t>A journey of a thousand miles begins with a single step, and building a complex system is no different. To start with something simple, everything is running on a single server. Figure 1-1 shows the illustration of a single server setup where everything is running on one server: web app, database, cache, etc.</a:t>
            </a:r>
            <a:endParaRPr/>
          </a:p>
        </p:txBody>
      </p:sp>
      <p:sp>
        <p:nvSpPr>
          <p:cNvPr id="1825" name="Google Shape;1825;p128"/>
          <p:cNvSpPr txBox="1"/>
          <p:nvPr>
            <p:ph idx="3" type="body"/>
          </p:nvPr>
        </p:nvSpPr>
        <p:spPr>
          <a:xfrm>
            <a:off x="4408225" y="2923100"/>
            <a:ext cx="4542000" cy="1977300"/>
          </a:xfrm>
          <a:prstGeom prst="rect">
            <a:avLst/>
          </a:prstGeom>
        </p:spPr>
        <p:txBody>
          <a:bodyPr anchorCtr="0" anchor="t" bIns="0" lIns="0" spcFirstLastPara="1" rIns="0" wrap="square" tIns="0">
            <a:spAutoFit/>
          </a:bodyPr>
          <a:lstStyle/>
          <a:p>
            <a:pPr indent="0" lvl="0" marL="0" rtl="0" algn="l">
              <a:spcBef>
                <a:spcPts val="1000"/>
              </a:spcBef>
              <a:spcAft>
                <a:spcPts val="0"/>
              </a:spcAft>
              <a:buNone/>
            </a:pPr>
            <a:r>
              <a:rPr lang="en"/>
              <a:t>1. Users access websites through domain names, such as api.mysite.com. Usually, the Domain Name System (DNS) is a paid service provided by 3rd parties and not hosted by our servers.</a:t>
            </a:r>
            <a:endParaRPr/>
          </a:p>
          <a:p>
            <a:pPr indent="0" lvl="0" marL="0" rtl="0" algn="l">
              <a:spcBef>
                <a:spcPts val="1100"/>
              </a:spcBef>
              <a:spcAft>
                <a:spcPts val="0"/>
              </a:spcAft>
              <a:buNone/>
            </a:pPr>
            <a:r>
              <a:rPr lang="en"/>
              <a:t>2. Internet Protocol (IP) address is returned to the browser or mobile app. In the example, IP address 15.125.23.214 is returned.</a:t>
            </a:r>
            <a:endParaRPr/>
          </a:p>
          <a:p>
            <a:pPr indent="0" lvl="0" marL="0" rtl="0" algn="l">
              <a:spcBef>
                <a:spcPts val="1100"/>
              </a:spcBef>
              <a:spcAft>
                <a:spcPts val="0"/>
              </a:spcAft>
              <a:buNone/>
            </a:pPr>
            <a:r>
              <a:rPr lang="en"/>
              <a:t>3. Once the IP address is obtained, Hypertext Transfer Protocol (HTTP) [1] requests are sent directly to your web server.   </a:t>
            </a:r>
            <a:endParaRPr/>
          </a:p>
          <a:p>
            <a:pPr indent="0" lvl="0" marL="0" rtl="0" algn="l">
              <a:spcBef>
                <a:spcPts val="1100"/>
              </a:spcBef>
              <a:spcAft>
                <a:spcPts val="0"/>
              </a:spcAft>
              <a:buNone/>
            </a:pPr>
            <a:r>
              <a:rPr lang="en"/>
              <a:t> 4. The web server returns HTML pages or JSON response for rendering.  </a:t>
            </a:r>
            <a:endParaRPr/>
          </a:p>
          <a:p>
            <a:pPr indent="0" lvl="0" marL="0" rtl="0" algn="l">
              <a:spcBef>
                <a:spcPts val="1100"/>
              </a:spcBef>
              <a:spcAft>
                <a:spcPts val="1100"/>
              </a:spcAft>
              <a:buNone/>
            </a:pPr>
            <a:r>
              <a:t/>
            </a:r>
            <a:endParaRPr/>
          </a:p>
        </p:txBody>
      </p:sp>
      <p:sp>
        <p:nvSpPr>
          <p:cNvPr id="1826" name="Google Shape;1826;p128"/>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By Ali Khalaji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0" name="Shape 1830"/>
        <p:cNvGrpSpPr/>
        <p:nvPr/>
      </p:nvGrpSpPr>
      <p:grpSpPr>
        <a:xfrm>
          <a:off x="0" y="0"/>
          <a:ext cx="0" cy="0"/>
          <a:chOff x="0" y="0"/>
          <a:chExt cx="0" cy="0"/>
        </a:xfrm>
      </p:grpSpPr>
      <p:sp>
        <p:nvSpPr>
          <p:cNvPr id="1831" name="Google Shape;1831;p129"/>
          <p:cNvSpPr txBox="1"/>
          <p:nvPr>
            <p:ph type="title"/>
          </p:nvPr>
        </p:nvSpPr>
        <p:spPr>
          <a:xfrm>
            <a:off x="256025" y="213150"/>
            <a:ext cx="5750100" cy="415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Data Base</a:t>
            </a:r>
            <a:endParaRPr/>
          </a:p>
        </p:txBody>
      </p:sp>
      <p:cxnSp>
        <p:nvCxnSpPr>
          <p:cNvPr id="1832" name="Google Shape;1832;p129"/>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pic>
        <p:nvPicPr>
          <p:cNvPr id="1833" name="Google Shape;1833;p129" title="image.jpg"/>
          <p:cNvPicPr preferRelativeResize="0"/>
          <p:nvPr/>
        </p:nvPicPr>
        <p:blipFill rotWithShape="1">
          <a:blip r:embed="rId3">
            <a:alphaModFix/>
          </a:blip>
          <a:srcRect b="0" l="1616" r="1616" t="0"/>
          <a:stretch/>
        </p:blipFill>
        <p:spPr>
          <a:xfrm>
            <a:off x="256025" y="2479125"/>
            <a:ext cx="3948224" cy="2508300"/>
          </a:xfrm>
          <a:prstGeom prst="rect">
            <a:avLst/>
          </a:prstGeom>
          <a:noFill/>
          <a:ln>
            <a:noFill/>
          </a:ln>
        </p:spPr>
      </p:pic>
      <p:sp>
        <p:nvSpPr>
          <p:cNvPr id="1834" name="Google Shape;1834;p129"/>
          <p:cNvSpPr txBox="1"/>
          <p:nvPr>
            <p:ph idx="1" type="body"/>
          </p:nvPr>
        </p:nvSpPr>
        <p:spPr>
          <a:xfrm>
            <a:off x="255975" y="1382100"/>
            <a:ext cx="8632200" cy="297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
              <a:t>With the growth of the user base, one server is not enough, and we need multiple servers: one for web/mobile traffic, the other for the database (Figure 1-3). Separating web/mobile traffic (web tier) and database (data tier) servers allows them to be scaled independently.</a:t>
            </a:r>
            <a:endParaRPr/>
          </a:p>
        </p:txBody>
      </p:sp>
      <p:sp>
        <p:nvSpPr>
          <p:cNvPr id="1835" name="Google Shape;1835;p129"/>
          <p:cNvSpPr txBox="1"/>
          <p:nvPr>
            <p:ph idx="3" type="body"/>
          </p:nvPr>
        </p:nvSpPr>
        <p:spPr>
          <a:xfrm>
            <a:off x="4408225" y="2714275"/>
            <a:ext cx="4542000" cy="2173200"/>
          </a:xfrm>
          <a:prstGeom prst="rect">
            <a:avLst/>
          </a:prstGeom>
        </p:spPr>
        <p:txBody>
          <a:bodyPr anchorCtr="0" anchor="t" bIns="0" lIns="0" spcFirstLastPara="1" rIns="0" wrap="square" tIns="0">
            <a:spAutoFit/>
          </a:bodyPr>
          <a:lstStyle/>
          <a:p>
            <a:pPr indent="0" lvl="0" marL="0" rtl="0" algn="l">
              <a:spcBef>
                <a:spcPts val="1000"/>
              </a:spcBef>
              <a:spcAft>
                <a:spcPts val="0"/>
              </a:spcAft>
              <a:buNone/>
            </a:pPr>
            <a:r>
              <a:rPr lang="en"/>
              <a:t>You can choose between a traditional relational database and a non-relational database. Let us examine their differences.</a:t>
            </a:r>
            <a:endParaRPr/>
          </a:p>
          <a:p>
            <a:pPr indent="0" lvl="0" marL="0" rtl="0" algn="l">
              <a:spcBef>
                <a:spcPts val="1100"/>
              </a:spcBef>
              <a:spcAft>
                <a:spcPts val="0"/>
              </a:spcAft>
              <a:buNone/>
            </a:pPr>
            <a:r>
              <a:rPr lang="en"/>
              <a:t>Relational databases are also called a relational database management system (RDBMS) or SQL database. The most popular ones are MySQL, Oracle database, PostgreSQL, etc. Relational databases represent and store data in tables and rows. You can perform join operations using SQL across different database tables.</a:t>
            </a:r>
            <a:endParaRPr/>
          </a:p>
          <a:p>
            <a:pPr indent="0" lvl="0" marL="0" rtl="0" algn="l">
              <a:spcBef>
                <a:spcPts val="1100"/>
              </a:spcBef>
              <a:spcAft>
                <a:spcPts val="1100"/>
              </a:spcAft>
              <a:buNone/>
            </a:pPr>
            <a:r>
              <a:rPr lang="en"/>
              <a:t>Non-Relational databases are also called NoSQL databases. Popular ones are CouchDB, Neo4j, Cassandra, HBase, Amazon DynamoDB, etc. [2]. These databases are grouped into four categories: key-value stores, graph stores, column stores, and document stores. Join operations are generally not supported in non-relational databases.</a:t>
            </a:r>
            <a:endParaRPr/>
          </a:p>
        </p:txBody>
      </p:sp>
      <p:sp>
        <p:nvSpPr>
          <p:cNvPr id="1836" name="Google Shape;1836;p129"/>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By Ali Khalaji</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0" name="Shape 1840"/>
        <p:cNvGrpSpPr/>
        <p:nvPr/>
      </p:nvGrpSpPr>
      <p:grpSpPr>
        <a:xfrm>
          <a:off x="0" y="0"/>
          <a:ext cx="0" cy="0"/>
          <a:chOff x="0" y="0"/>
          <a:chExt cx="0" cy="0"/>
        </a:xfrm>
      </p:grpSpPr>
      <p:sp>
        <p:nvSpPr>
          <p:cNvPr id="1841" name="Google Shape;1841;p130"/>
          <p:cNvSpPr/>
          <p:nvPr/>
        </p:nvSpPr>
        <p:spPr>
          <a:xfrm>
            <a:off x="255975" y="968625"/>
            <a:ext cx="4260600" cy="3005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842" name="Google Shape;1842;p130"/>
          <p:cNvSpPr/>
          <p:nvPr/>
        </p:nvSpPr>
        <p:spPr>
          <a:xfrm>
            <a:off x="4627425" y="968625"/>
            <a:ext cx="4260600" cy="3005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843" name="Google Shape;1843;p130"/>
          <p:cNvSpPr txBox="1"/>
          <p:nvPr>
            <p:ph type="title"/>
          </p:nvPr>
        </p:nvSpPr>
        <p:spPr>
          <a:xfrm>
            <a:off x="256025" y="213150"/>
            <a:ext cx="57501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Vertical VS Horizontal Scailing</a:t>
            </a:r>
            <a:endParaRPr/>
          </a:p>
        </p:txBody>
      </p:sp>
      <p:sp>
        <p:nvSpPr>
          <p:cNvPr id="1844" name="Google Shape;1844;p130"/>
          <p:cNvSpPr txBox="1"/>
          <p:nvPr>
            <p:ph idx="1" type="body"/>
          </p:nvPr>
        </p:nvSpPr>
        <p:spPr>
          <a:xfrm>
            <a:off x="566475" y="1548175"/>
            <a:ext cx="3639600" cy="1996500"/>
          </a:xfrm>
          <a:prstGeom prst="rect">
            <a:avLst/>
          </a:prstGeom>
        </p:spPr>
        <p:txBody>
          <a:bodyPr anchorCtr="0" anchor="t" bIns="0" lIns="0" spcFirstLastPara="1" rIns="0" wrap="square" tIns="0">
            <a:spAutoFit/>
          </a:bodyPr>
          <a:lstStyle/>
          <a:p>
            <a:pPr indent="-174625" lvl="0" marL="228600" rtl="0" algn="l">
              <a:spcBef>
                <a:spcPts val="1000"/>
              </a:spcBef>
              <a:spcAft>
                <a:spcPts val="0"/>
              </a:spcAft>
              <a:buSzPts val="1100"/>
              <a:buFont typeface="Montserrat"/>
              <a:buChar char="➛"/>
            </a:pPr>
            <a:r>
              <a:rPr lang="en" sz="1100"/>
              <a:t>Add CPU cores, RAM and storage to one instance. Straightforward: no architectural redesign or distributed routing.</a:t>
            </a:r>
            <a:endParaRPr sz="1100"/>
          </a:p>
          <a:p>
            <a:pPr indent="-174625" lvl="0" marL="228600" rtl="0" algn="l">
              <a:spcBef>
                <a:spcPts val="1100"/>
              </a:spcBef>
              <a:spcAft>
                <a:spcPts val="0"/>
              </a:spcAft>
              <a:buSzPts val="1100"/>
              <a:buFont typeface="Montserrat"/>
              <a:buChar char="➛"/>
            </a:pPr>
            <a:r>
              <a:rPr lang="en" sz="1100"/>
              <a:t>Vertical scaling has a hard limit. It is impossible to add unlimited CPU and memory to a single server.</a:t>
            </a:r>
            <a:endParaRPr sz="1100"/>
          </a:p>
          <a:p>
            <a:pPr indent="-174625" lvl="0" marL="228600" rtl="0" algn="l">
              <a:spcBef>
                <a:spcPts val="1000"/>
              </a:spcBef>
              <a:spcAft>
                <a:spcPts val="1100"/>
              </a:spcAft>
              <a:buSzPts val="1100"/>
              <a:buFont typeface="Montserrat"/>
              <a:buChar char="➛"/>
            </a:pPr>
            <a:r>
              <a:rPr lang="en" sz="1100"/>
              <a:t>Vertical scaling does not have failover and redundancy. If one server goes down, the website/app goes down with it completely.</a:t>
            </a:r>
            <a:endParaRPr sz="1100"/>
          </a:p>
        </p:txBody>
      </p:sp>
      <p:sp>
        <p:nvSpPr>
          <p:cNvPr id="1845" name="Google Shape;1845;p130"/>
          <p:cNvSpPr txBox="1"/>
          <p:nvPr>
            <p:ph idx="2" type="title"/>
          </p:nvPr>
        </p:nvSpPr>
        <p:spPr>
          <a:xfrm>
            <a:off x="566475" y="1226825"/>
            <a:ext cx="3639600" cy="1896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None/>
            </a:pPr>
            <a:r>
              <a:rPr lang="en" sz="1400"/>
              <a:t>Vertival (Scale Up)</a:t>
            </a:r>
            <a:endParaRPr sz="1400"/>
          </a:p>
        </p:txBody>
      </p:sp>
      <p:sp>
        <p:nvSpPr>
          <p:cNvPr id="1846" name="Google Shape;1846;p130"/>
          <p:cNvSpPr txBox="1"/>
          <p:nvPr>
            <p:ph idx="3" type="body"/>
          </p:nvPr>
        </p:nvSpPr>
        <p:spPr>
          <a:xfrm>
            <a:off x="4937950" y="1548175"/>
            <a:ext cx="3639600" cy="1284000"/>
          </a:xfrm>
          <a:prstGeom prst="rect">
            <a:avLst/>
          </a:prstGeom>
        </p:spPr>
        <p:txBody>
          <a:bodyPr anchorCtr="0" anchor="t" bIns="0" lIns="0" spcFirstLastPara="1" rIns="0" wrap="square" tIns="0">
            <a:spAutoFit/>
          </a:bodyPr>
          <a:lstStyle/>
          <a:p>
            <a:pPr indent="-174625" lvl="0" marL="228600" rtl="0" algn="l">
              <a:spcBef>
                <a:spcPts val="1000"/>
              </a:spcBef>
              <a:spcAft>
                <a:spcPts val="0"/>
              </a:spcAft>
              <a:buSzPts val="1100"/>
              <a:buFont typeface="Montserrat"/>
              <a:buChar char="➛"/>
            </a:pPr>
            <a:r>
              <a:rPr lang="en" sz="1100"/>
              <a:t>Add servers to a pool to distribute capacity. Linear cost profile and practically limitless theoretical scale.</a:t>
            </a:r>
            <a:endParaRPr sz="1100"/>
          </a:p>
          <a:p>
            <a:pPr indent="-174625" lvl="0" marL="228600" rtl="0" algn="l">
              <a:spcBef>
                <a:spcPts val="1100"/>
              </a:spcBef>
              <a:spcAft>
                <a:spcPts val="1100"/>
              </a:spcAft>
              <a:buSzPts val="1100"/>
              <a:buFont typeface="Montserrat"/>
              <a:buChar char="➛"/>
            </a:pPr>
            <a:r>
              <a:rPr lang="en" sz="1100"/>
              <a:t>Horizontal scaling is more desirable for large scale applications due to the limitations of vertical scaling.</a:t>
            </a:r>
            <a:endParaRPr sz="1100"/>
          </a:p>
        </p:txBody>
      </p:sp>
      <p:sp>
        <p:nvSpPr>
          <p:cNvPr id="1847" name="Google Shape;1847;p130"/>
          <p:cNvSpPr txBox="1"/>
          <p:nvPr>
            <p:ph idx="4" type="title"/>
          </p:nvPr>
        </p:nvSpPr>
        <p:spPr>
          <a:xfrm>
            <a:off x="4937950" y="1226825"/>
            <a:ext cx="3639600" cy="1896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None/>
            </a:pPr>
            <a:r>
              <a:rPr lang="en" sz="1400"/>
              <a:t>Horizontal (Scale Out)</a:t>
            </a:r>
            <a:endParaRPr sz="1400"/>
          </a:p>
        </p:txBody>
      </p:sp>
      <p:sp>
        <p:nvSpPr>
          <p:cNvPr id="1848" name="Google Shape;1848;p130"/>
          <p:cNvSpPr txBox="1"/>
          <p:nvPr>
            <p:ph idx="9"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chemeClr val="lt2"/>
                </a:solidFill>
              </a:rPr>
              <a:t>By Ali Khalaji</a:t>
            </a:r>
            <a:endParaRPr>
              <a:solidFill>
                <a:schemeClr val="lt2"/>
              </a:solidFill>
            </a:endParaRPr>
          </a:p>
          <a:p>
            <a:pPr indent="0" lvl="0" marL="0" rtl="0" algn="r">
              <a:spcBef>
                <a:spcPts val="0"/>
              </a:spcBef>
              <a:spcAft>
                <a:spcPts val="0"/>
              </a:spcAft>
              <a:buNone/>
            </a:pPr>
            <a:r>
              <a:t/>
            </a:r>
            <a:endParaRPr>
              <a:solidFill>
                <a:schemeClr val="lt2"/>
              </a:solidFill>
            </a:endParaRPr>
          </a:p>
        </p:txBody>
      </p:sp>
      <p:sp>
        <p:nvSpPr>
          <p:cNvPr id="1849" name="Google Shape;1849;p130"/>
          <p:cNvSpPr txBox="1"/>
          <p:nvPr/>
        </p:nvSpPr>
        <p:spPr>
          <a:xfrm flipH="1">
            <a:off x="255850" y="4065225"/>
            <a:ext cx="86322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2"/>
                </a:solidFill>
                <a:latin typeface="Montserrat"/>
                <a:ea typeface="Montserrat"/>
                <a:cs typeface="Montserrat"/>
                <a:sym typeface="Montserrat"/>
              </a:rPr>
              <a:t>In the previous design, users are connected to the web server directly. Users will be unable to access the website if the web server is offline. In another scenario, if many users access the web server simultaneously and it reaches the web server’s load limit, users generally experience slower response or fail to connect to the server. A load balancer is the best technique to address these problems.</a:t>
            </a:r>
            <a:endParaRPr sz="1100">
              <a:solidFill>
                <a:schemeClr val="lt2"/>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3" name="Shape 1853"/>
        <p:cNvGrpSpPr/>
        <p:nvPr/>
      </p:nvGrpSpPr>
      <p:grpSpPr>
        <a:xfrm>
          <a:off x="0" y="0"/>
          <a:ext cx="0" cy="0"/>
          <a:chOff x="0" y="0"/>
          <a:chExt cx="0" cy="0"/>
        </a:xfrm>
      </p:grpSpPr>
      <p:sp>
        <p:nvSpPr>
          <p:cNvPr id="1854" name="Google Shape;1854;p131"/>
          <p:cNvSpPr txBox="1"/>
          <p:nvPr>
            <p:ph type="title"/>
          </p:nvPr>
        </p:nvSpPr>
        <p:spPr>
          <a:xfrm>
            <a:off x="256025" y="213150"/>
            <a:ext cx="5750100" cy="415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Load Balancer</a:t>
            </a:r>
            <a:endParaRPr/>
          </a:p>
        </p:txBody>
      </p:sp>
      <p:cxnSp>
        <p:nvCxnSpPr>
          <p:cNvPr id="1855" name="Google Shape;1855;p131"/>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pic>
        <p:nvPicPr>
          <p:cNvPr id="1856" name="Google Shape;1856;p131" title="image.jpg"/>
          <p:cNvPicPr preferRelativeResize="0"/>
          <p:nvPr/>
        </p:nvPicPr>
        <p:blipFill rotWithShape="1">
          <a:blip r:embed="rId3">
            <a:alphaModFix/>
          </a:blip>
          <a:srcRect b="0" l="0" r="0" t="0"/>
          <a:stretch/>
        </p:blipFill>
        <p:spPr>
          <a:xfrm>
            <a:off x="178575" y="1727500"/>
            <a:ext cx="3646600" cy="3270950"/>
          </a:xfrm>
          <a:prstGeom prst="rect">
            <a:avLst/>
          </a:prstGeom>
          <a:noFill/>
          <a:ln>
            <a:noFill/>
          </a:ln>
        </p:spPr>
      </p:pic>
      <p:sp>
        <p:nvSpPr>
          <p:cNvPr id="1857" name="Google Shape;1857;p131"/>
          <p:cNvSpPr txBox="1"/>
          <p:nvPr>
            <p:ph idx="1" type="body"/>
          </p:nvPr>
        </p:nvSpPr>
        <p:spPr>
          <a:xfrm>
            <a:off x="255975" y="1324288"/>
            <a:ext cx="8632200" cy="297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
              <a:t>A load balancer evenly distributes incoming traffic among web servers that are defined in a load-balanced set. Figure 1-4 shows how a load balancer works.</a:t>
            </a:r>
            <a:endParaRPr/>
          </a:p>
        </p:txBody>
      </p:sp>
      <p:sp>
        <p:nvSpPr>
          <p:cNvPr id="1858" name="Google Shape;1858;p131"/>
          <p:cNvSpPr txBox="1"/>
          <p:nvPr>
            <p:ph idx="3" type="body"/>
          </p:nvPr>
        </p:nvSpPr>
        <p:spPr>
          <a:xfrm>
            <a:off x="4056425" y="1906225"/>
            <a:ext cx="4893900" cy="3092700"/>
          </a:xfrm>
          <a:prstGeom prst="rect">
            <a:avLst/>
          </a:prstGeom>
        </p:spPr>
        <p:txBody>
          <a:bodyPr anchorCtr="0" anchor="t" bIns="0" lIns="0" spcFirstLastPara="1" rIns="0" wrap="square" tIns="0">
            <a:spAutoFit/>
          </a:bodyPr>
          <a:lstStyle/>
          <a:p>
            <a:pPr indent="0" lvl="0" marL="0" rtl="0" algn="l">
              <a:spcBef>
                <a:spcPts val="1000"/>
              </a:spcBef>
              <a:spcAft>
                <a:spcPts val="0"/>
              </a:spcAft>
              <a:buNone/>
            </a:pPr>
            <a:r>
              <a:rPr lang="en"/>
              <a:t>As shown in Figure 1-4, users connect to the public IP of the load balancer directly. With this setup, web servers are unreachable directly by clients anymore. </a:t>
            </a:r>
            <a:endParaRPr/>
          </a:p>
          <a:p>
            <a:pPr indent="0" lvl="0" marL="0" rtl="0" algn="l">
              <a:spcBef>
                <a:spcPts val="1100"/>
              </a:spcBef>
              <a:spcAft>
                <a:spcPts val="0"/>
              </a:spcAft>
              <a:buNone/>
            </a:pPr>
            <a:r>
              <a:rPr lang="en"/>
              <a:t>For better security, private IPs are used for communication between servers. A private IP is an IP address reachable only between servers in the same network; however, it is unreachable over the internet. The load balancer communicates with web servers through private IPs.</a:t>
            </a:r>
            <a:endParaRPr/>
          </a:p>
          <a:p>
            <a:pPr indent="0" lvl="0" marL="0" rtl="0" algn="l">
              <a:spcBef>
                <a:spcPts val="1100"/>
              </a:spcBef>
              <a:spcAft>
                <a:spcPts val="0"/>
              </a:spcAft>
              <a:buNone/>
            </a:pPr>
            <a:r>
              <a:rPr lang="en"/>
              <a:t>In Figure 1-4, after a load balancer and a second web server are added, we successfully solved no failover issue and improved the availability of the web tier. Details are explained below:</a:t>
            </a:r>
            <a:endParaRPr/>
          </a:p>
          <a:p>
            <a:pPr indent="0" lvl="0" marL="0" rtl="0" algn="l">
              <a:spcBef>
                <a:spcPts val="1100"/>
              </a:spcBef>
              <a:spcAft>
                <a:spcPts val="0"/>
              </a:spcAft>
              <a:buNone/>
            </a:pPr>
            <a:r>
              <a:rPr lang="en"/>
              <a:t>• </a:t>
            </a:r>
            <a:r>
              <a:rPr lang="en"/>
              <a:t>If server 1 goes offline, all the traffic will be routed to server 2. This prevents the website from going offline. We will also add a new healthy web server to the server pool to balance the load.</a:t>
            </a:r>
            <a:endParaRPr/>
          </a:p>
          <a:p>
            <a:pPr indent="0" lvl="0" marL="0" rtl="0" algn="l">
              <a:spcBef>
                <a:spcPts val="1100"/>
              </a:spcBef>
              <a:spcAft>
                <a:spcPts val="1100"/>
              </a:spcAft>
              <a:buNone/>
            </a:pPr>
            <a:r>
              <a:rPr lang="en"/>
              <a:t>• If the website traffic grows rapidly, and two servers are not enough to handle the traffic, the load balancer can handle this problem gracefully. You only need to add more servers to the web server pool, and the load balancer automatically starts to send requests to them.</a:t>
            </a:r>
            <a:endParaRPr/>
          </a:p>
        </p:txBody>
      </p:sp>
      <p:sp>
        <p:nvSpPr>
          <p:cNvPr id="1859" name="Google Shape;1859;p131"/>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By Ali Khalaji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3" name="Shape 1863"/>
        <p:cNvGrpSpPr/>
        <p:nvPr/>
      </p:nvGrpSpPr>
      <p:grpSpPr>
        <a:xfrm>
          <a:off x="0" y="0"/>
          <a:ext cx="0" cy="0"/>
          <a:chOff x="0" y="0"/>
          <a:chExt cx="0" cy="0"/>
        </a:xfrm>
      </p:grpSpPr>
      <p:sp>
        <p:nvSpPr>
          <p:cNvPr id="1864" name="Google Shape;1864;p132"/>
          <p:cNvSpPr txBox="1"/>
          <p:nvPr>
            <p:ph type="title"/>
          </p:nvPr>
        </p:nvSpPr>
        <p:spPr>
          <a:xfrm>
            <a:off x="256025" y="213150"/>
            <a:ext cx="5750100" cy="4155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Database replication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p:txBody>
      </p:sp>
      <p:cxnSp>
        <p:nvCxnSpPr>
          <p:cNvPr id="1865" name="Google Shape;1865;p132"/>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pic>
        <p:nvPicPr>
          <p:cNvPr id="1866" name="Google Shape;1866;p132" title="image.jpg"/>
          <p:cNvPicPr preferRelativeResize="0"/>
          <p:nvPr/>
        </p:nvPicPr>
        <p:blipFill rotWithShape="1">
          <a:blip r:embed="rId3">
            <a:alphaModFix/>
          </a:blip>
          <a:srcRect b="10" l="0" r="0" t="-10"/>
          <a:stretch/>
        </p:blipFill>
        <p:spPr>
          <a:xfrm>
            <a:off x="178575" y="1727500"/>
            <a:ext cx="3646600" cy="3270950"/>
          </a:xfrm>
          <a:prstGeom prst="rect">
            <a:avLst/>
          </a:prstGeom>
          <a:noFill/>
          <a:ln>
            <a:noFill/>
          </a:ln>
        </p:spPr>
      </p:pic>
      <p:sp>
        <p:nvSpPr>
          <p:cNvPr id="1867" name="Google Shape;1867;p132"/>
          <p:cNvSpPr txBox="1"/>
          <p:nvPr>
            <p:ph idx="1" type="body"/>
          </p:nvPr>
        </p:nvSpPr>
        <p:spPr>
          <a:xfrm>
            <a:off x="255975" y="1324288"/>
            <a:ext cx="8632200" cy="297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
              <a:t>Quoted from Wikipedia: “Database replication can be used in many database management systems, usually with a master/slave relationship between the original (master) and the copies (slaves)” [3].</a:t>
            </a:r>
            <a:endParaRPr/>
          </a:p>
        </p:txBody>
      </p:sp>
      <p:sp>
        <p:nvSpPr>
          <p:cNvPr id="1868" name="Google Shape;1868;p132"/>
          <p:cNvSpPr txBox="1"/>
          <p:nvPr>
            <p:ph idx="3" type="body"/>
          </p:nvPr>
        </p:nvSpPr>
        <p:spPr>
          <a:xfrm>
            <a:off x="4056425" y="1906225"/>
            <a:ext cx="4893900" cy="1517700"/>
          </a:xfrm>
          <a:prstGeom prst="rect">
            <a:avLst/>
          </a:prstGeom>
        </p:spPr>
        <p:txBody>
          <a:bodyPr anchorCtr="0" anchor="t" bIns="0" lIns="0" spcFirstLastPara="1" rIns="0" wrap="square" tIns="0">
            <a:spAutoFit/>
          </a:bodyPr>
          <a:lstStyle/>
          <a:p>
            <a:pPr indent="0" lvl="0" marL="0" rtl="0" algn="l">
              <a:spcBef>
                <a:spcPts val="1000"/>
              </a:spcBef>
              <a:spcAft>
                <a:spcPts val="0"/>
              </a:spcAft>
              <a:buNone/>
            </a:pPr>
            <a:r>
              <a:rPr lang="en"/>
              <a:t>A master database generally only supports write operations. A slave database gets copies of the data from the master database and only supports read operations. </a:t>
            </a:r>
            <a:endParaRPr/>
          </a:p>
          <a:p>
            <a:pPr indent="0" lvl="0" marL="0" rtl="0" algn="l">
              <a:spcBef>
                <a:spcPts val="1100"/>
              </a:spcBef>
              <a:spcAft>
                <a:spcPts val="0"/>
              </a:spcAft>
              <a:buNone/>
            </a:pPr>
            <a:r>
              <a:rPr lang="en"/>
              <a:t>All the data-modifying commands like insert, delete, or update must be sent to the master database. </a:t>
            </a:r>
            <a:endParaRPr/>
          </a:p>
          <a:p>
            <a:pPr indent="0" lvl="0" marL="0" rtl="0" algn="l">
              <a:spcBef>
                <a:spcPts val="1100"/>
              </a:spcBef>
              <a:spcAft>
                <a:spcPts val="0"/>
              </a:spcAft>
              <a:buNone/>
            </a:pPr>
            <a:r>
              <a:rPr lang="en"/>
              <a:t>Most applications require a much higher ratio of reads to writes; thus, the number of slave databases in a system is usually larger than the number of master databases. </a:t>
            </a:r>
            <a:endParaRPr/>
          </a:p>
          <a:p>
            <a:pPr indent="0" lvl="0" marL="0" rtl="0" algn="l">
              <a:spcBef>
                <a:spcPts val="1100"/>
              </a:spcBef>
              <a:spcAft>
                <a:spcPts val="1100"/>
              </a:spcAft>
              <a:buNone/>
            </a:pPr>
            <a:r>
              <a:rPr lang="en"/>
              <a:t>Figure 1-5 shows a master database with multiple slave databases.</a:t>
            </a:r>
            <a:endParaRPr/>
          </a:p>
        </p:txBody>
      </p:sp>
      <p:sp>
        <p:nvSpPr>
          <p:cNvPr id="1869" name="Google Shape;1869;p132"/>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By Ali Khalaji</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3" name="Shape 1873"/>
        <p:cNvGrpSpPr/>
        <p:nvPr/>
      </p:nvGrpSpPr>
      <p:grpSpPr>
        <a:xfrm>
          <a:off x="0" y="0"/>
          <a:ext cx="0" cy="0"/>
          <a:chOff x="0" y="0"/>
          <a:chExt cx="0" cy="0"/>
        </a:xfrm>
      </p:grpSpPr>
      <p:sp>
        <p:nvSpPr>
          <p:cNvPr id="1874" name="Google Shape;1874;p133"/>
          <p:cNvSpPr/>
          <p:nvPr/>
        </p:nvSpPr>
        <p:spPr>
          <a:xfrm>
            <a:off x="255975" y="968633"/>
            <a:ext cx="4260600" cy="1904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875" name="Google Shape;1875;p133"/>
          <p:cNvSpPr/>
          <p:nvPr/>
        </p:nvSpPr>
        <p:spPr>
          <a:xfrm>
            <a:off x="4627437" y="968633"/>
            <a:ext cx="4260600" cy="1904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876" name="Google Shape;1876;p133"/>
          <p:cNvSpPr/>
          <p:nvPr/>
        </p:nvSpPr>
        <p:spPr>
          <a:xfrm>
            <a:off x="256000" y="2984750"/>
            <a:ext cx="4260600" cy="1904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877" name="Google Shape;1877;p133"/>
          <p:cNvSpPr/>
          <p:nvPr/>
        </p:nvSpPr>
        <p:spPr>
          <a:xfrm>
            <a:off x="4627462" y="2984750"/>
            <a:ext cx="4260600" cy="1904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878" name="Google Shape;1878;p133"/>
          <p:cNvSpPr txBox="1"/>
          <p:nvPr>
            <p:ph type="title"/>
          </p:nvPr>
        </p:nvSpPr>
        <p:spPr>
          <a:xfrm>
            <a:off x="256025" y="213150"/>
            <a:ext cx="7808700" cy="1246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Advantages of database replication: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p:txBody>
      </p:sp>
      <p:sp>
        <p:nvSpPr>
          <p:cNvPr id="1879" name="Google Shape;1879;p133"/>
          <p:cNvSpPr txBox="1"/>
          <p:nvPr>
            <p:ph idx="1" type="body"/>
          </p:nvPr>
        </p:nvSpPr>
        <p:spPr>
          <a:xfrm>
            <a:off x="566475" y="1129475"/>
            <a:ext cx="3639600" cy="1143000"/>
          </a:xfrm>
          <a:prstGeom prst="rect">
            <a:avLst/>
          </a:prstGeom>
        </p:spPr>
        <p:txBody>
          <a:bodyPr anchorCtr="0" anchor="t" bIns="0" lIns="0" spcFirstLastPara="1" rIns="0" wrap="square" tIns="0">
            <a:spAutoFit/>
          </a:bodyPr>
          <a:lstStyle/>
          <a:p>
            <a:pPr indent="0" lvl="0" marL="0" rtl="0" algn="l">
              <a:spcBef>
                <a:spcPts val="1000"/>
              </a:spcBef>
              <a:spcAft>
                <a:spcPts val="1100"/>
              </a:spcAft>
              <a:buNone/>
            </a:pPr>
            <a:r>
              <a:rPr lang="en" sz="1100"/>
              <a:t>Better performance: In the master-slave model, all writes and updates happen in master nodes; whereas, read operations are distributed across slave nodes. This model improves performance because it allows more queries to be processed in parallel.</a:t>
            </a:r>
            <a:endParaRPr sz="1100"/>
          </a:p>
        </p:txBody>
      </p:sp>
      <p:sp>
        <p:nvSpPr>
          <p:cNvPr id="1880" name="Google Shape;1880;p133"/>
          <p:cNvSpPr txBox="1"/>
          <p:nvPr>
            <p:ph idx="3" type="body"/>
          </p:nvPr>
        </p:nvSpPr>
        <p:spPr>
          <a:xfrm>
            <a:off x="4937950" y="1129475"/>
            <a:ext cx="3639600" cy="948300"/>
          </a:xfrm>
          <a:prstGeom prst="rect">
            <a:avLst/>
          </a:prstGeom>
        </p:spPr>
        <p:txBody>
          <a:bodyPr anchorCtr="0" anchor="t" bIns="0" lIns="0" spcFirstLastPara="1" rIns="0" wrap="square" tIns="0">
            <a:spAutoFit/>
          </a:bodyPr>
          <a:lstStyle/>
          <a:p>
            <a:pPr indent="0" lvl="0" marL="0" rtl="0" algn="l">
              <a:spcBef>
                <a:spcPts val="1000"/>
              </a:spcBef>
              <a:spcAft>
                <a:spcPts val="1100"/>
              </a:spcAft>
              <a:buNone/>
            </a:pPr>
            <a:r>
              <a:rPr lang="en" sz="1100"/>
              <a:t>Reliability: If one of your database servers is destroyed by a natural disaster, such as a typhoon or an earthquake, data is still preserved. You do not need to worry about data loss because data is replicated across multiple locations.</a:t>
            </a:r>
            <a:endParaRPr sz="1100"/>
          </a:p>
        </p:txBody>
      </p:sp>
      <p:sp>
        <p:nvSpPr>
          <p:cNvPr id="1881" name="Google Shape;1881;p133"/>
          <p:cNvSpPr txBox="1"/>
          <p:nvPr>
            <p:ph idx="9"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chemeClr val="lt2"/>
                </a:solidFill>
              </a:rPr>
              <a:t>By Ali Khalaji</a:t>
            </a:r>
            <a:endParaRPr>
              <a:solidFill>
                <a:schemeClr val="lt2"/>
              </a:solidFill>
            </a:endParaRPr>
          </a:p>
        </p:txBody>
      </p:sp>
      <p:sp>
        <p:nvSpPr>
          <p:cNvPr id="1882" name="Google Shape;1882;p133"/>
          <p:cNvSpPr txBox="1"/>
          <p:nvPr>
            <p:ph idx="1" type="body"/>
          </p:nvPr>
        </p:nvSpPr>
        <p:spPr>
          <a:xfrm>
            <a:off x="4937925" y="3177175"/>
            <a:ext cx="3639600" cy="1532400"/>
          </a:xfrm>
          <a:prstGeom prst="rect">
            <a:avLst/>
          </a:prstGeom>
        </p:spPr>
        <p:txBody>
          <a:bodyPr anchorCtr="0" anchor="t" bIns="0" lIns="0" spcFirstLastPara="1" rIns="0" wrap="square" tIns="0">
            <a:spAutoFit/>
          </a:bodyPr>
          <a:lstStyle/>
          <a:p>
            <a:pPr indent="0" lvl="0" marL="0" rtl="0" algn="l">
              <a:spcBef>
                <a:spcPts val="1000"/>
              </a:spcBef>
              <a:spcAft>
                <a:spcPts val="1100"/>
              </a:spcAft>
              <a:buNone/>
            </a:pPr>
            <a:r>
              <a:rPr lang="en" sz="1100"/>
              <a:t>If only one slave database is available and it goes offline, read operations will be directed to the master database temporarily. As soon as the issue is found, a new slave database will replace the old one. In case multiple slave databases are available, read operations are redirected to other healthy slave databases. A new database server will replace the old one.</a:t>
            </a:r>
            <a:endParaRPr sz="1100"/>
          </a:p>
        </p:txBody>
      </p:sp>
      <p:sp>
        <p:nvSpPr>
          <p:cNvPr id="1883" name="Google Shape;1883;p133"/>
          <p:cNvSpPr txBox="1"/>
          <p:nvPr>
            <p:ph idx="1" type="body"/>
          </p:nvPr>
        </p:nvSpPr>
        <p:spPr>
          <a:xfrm>
            <a:off x="612325" y="3177175"/>
            <a:ext cx="3639600" cy="753600"/>
          </a:xfrm>
          <a:prstGeom prst="rect">
            <a:avLst/>
          </a:prstGeom>
        </p:spPr>
        <p:txBody>
          <a:bodyPr anchorCtr="0" anchor="t" bIns="0" lIns="0" spcFirstLastPara="1" rIns="0" wrap="square" tIns="0">
            <a:spAutoFit/>
          </a:bodyPr>
          <a:lstStyle/>
          <a:p>
            <a:pPr indent="0" lvl="0" marL="0" rtl="0" algn="l">
              <a:spcBef>
                <a:spcPts val="1000"/>
              </a:spcBef>
              <a:spcAft>
                <a:spcPts val="1100"/>
              </a:spcAft>
              <a:buNone/>
            </a:pPr>
            <a:r>
              <a:rPr lang="en" sz="1100"/>
              <a:t>High availability: By replicating data across different locations, your website remains in operation even if a database is offline as you can access data stored in another database server.</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7" name="Shape 1887"/>
        <p:cNvGrpSpPr/>
        <p:nvPr/>
      </p:nvGrpSpPr>
      <p:grpSpPr>
        <a:xfrm>
          <a:off x="0" y="0"/>
          <a:ext cx="0" cy="0"/>
          <a:chOff x="0" y="0"/>
          <a:chExt cx="0" cy="0"/>
        </a:xfrm>
      </p:grpSpPr>
      <p:sp>
        <p:nvSpPr>
          <p:cNvPr id="1888" name="Google Shape;1888;p134"/>
          <p:cNvSpPr txBox="1"/>
          <p:nvPr>
            <p:ph idx="8"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chemeClr val="lt2"/>
                </a:solidFill>
              </a:rPr>
              <a:t>By Ali Khalaji</a:t>
            </a:r>
            <a:endParaRPr>
              <a:solidFill>
                <a:schemeClr val="lt2"/>
              </a:solidFill>
            </a:endParaRPr>
          </a:p>
        </p:txBody>
      </p:sp>
      <p:pic>
        <p:nvPicPr>
          <p:cNvPr id="1889" name="Google Shape;1889;p134" title="image.jpg"/>
          <p:cNvPicPr preferRelativeResize="0"/>
          <p:nvPr/>
        </p:nvPicPr>
        <p:blipFill rotWithShape="1">
          <a:blip r:embed="rId3">
            <a:alphaModFix/>
          </a:blip>
          <a:srcRect b="-720" l="0" r="0" t="-669"/>
          <a:stretch/>
        </p:blipFill>
        <p:spPr>
          <a:xfrm>
            <a:off x="255975" y="600475"/>
            <a:ext cx="4101601" cy="4192300"/>
          </a:xfrm>
          <a:prstGeom prst="rect">
            <a:avLst/>
          </a:prstGeom>
          <a:noFill/>
          <a:ln>
            <a:noFill/>
          </a:ln>
        </p:spPr>
      </p:pic>
      <p:sp>
        <p:nvSpPr>
          <p:cNvPr id="1890" name="Google Shape;1890;p134"/>
          <p:cNvSpPr txBox="1"/>
          <p:nvPr>
            <p:ph idx="4294967295" type="body"/>
          </p:nvPr>
        </p:nvSpPr>
        <p:spPr>
          <a:xfrm>
            <a:off x="201050" y="256017"/>
            <a:ext cx="8632200" cy="1386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
              <a:t>Figure 1-6 shows the system design after adding the load balancer and database replication.  </a:t>
            </a:r>
            <a:endParaRPr/>
          </a:p>
        </p:txBody>
      </p:sp>
      <p:sp>
        <p:nvSpPr>
          <p:cNvPr id="1891" name="Google Shape;1891;p134"/>
          <p:cNvSpPr txBox="1"/>
          <p:nvPr>
            <p:ph idx="4294967295" type="body"/>
          </p:nvPr>
        </p:nvSpPr>
        <p:spPr>
          <a:xfrm>
            <a:off x="4572000" y="600475"/>
            <a:ext cx="4316100" cy="4156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i="1" lang="en" sz="1100">
                <a:solidFill>
                  <a:schemeClr val="dk1"/>
                </a:solidFill>
                <a:latin typeface="Source Serif 4"/>
                <a:ea typeface="Source Serif 4"/>
                <a:cs typeface="Source Serif 4"/>
                <a:sym typeface="Source Serif 4"/>
              </a:rPr>
              <a:t>Let us take a look at the design:  </a:t>
            </a:r>
            <a:endParaRPr i="1" sz="1100">
              <a:solidFill>
                <a:schemeClr val="dk1"/>
              </a:solidFill>
              <a:latin typeface="Source Serif 4"/>
              <a:ea typeface="Source Serif 4"/>
              <a:cs typeface="Source Serif 4"/>
              <a:sym typeface="Source Serif 4"/>
            </a:endParaRPr>
          </a:p>
          <a:p>
            <a:pPr indent="0" lvl="0" marL="0" rtl="0" algn="l">
              <a:spcBef>
                <a:spcPts val="1100"/>
              </a:spcBef>
              <a:spcAft>
                <a:spcPts val="0"/>
              </a:spcAft>
              <a:buNone/>
            </a:pPr>
            <a:r>
              <a:rPr lang="en"/>
              <a:t> • </a:t>
            </a:r>
            <a:r>
              <a:rPr lang="en"/>
              <a:t>A user gets the IP address of the load balancer from DNS.  </a:t>
            </a:r>
            <a:endParaRPr/>
          </a:p>
          <a:p>
            <a:pPr indent="0" lvl="0" marL="0" rtl="0" algn="l">
              <a:spcBef>
                <a:spcPts val="1100"/>
              </a:spcBef>
              <a:spcAft>
                <a:spcPts val="0"/>
              </a:spcAft>
              <a:buNone/>
            </a:pPr>
            <a:r>
              <a:rPr lang="en"/>
              <a:t> • </a:t>
            </a:r>
            <a:r>
              <a:rPr lang="en"/>
              <a:t>A user connects the load balancer with this IP address.  </a:t>
            </a:r>
            <a:endParaRPr/>
          </a:p>
          <a:p>
            <a:pPr indent="0" lvl="0" marL="0" rtl="0" algn="l">
              <a:spcBef>
                <a:spcPts val="1100"/>
              </a:spcBef>
              <a:spcAft>
                <a:spcPts val="0"/>
              </a:spcAft>
              <a:buNone/>
            </a:pPr>
            <a:r>
              <a:rPr lang="en"/>
              <a:t> • </a:t>
            </a:r>
            <a:r>
              <a:rPr lang="en"/>
              <a:t>The HTTP request is routed to either Server 1 or Server 2.  </a:t>
            </a:r>
            <a:endParaRPr/>
          </a:p>
          <a:p>
            <a:pPr indent="0" lvl="0" marL="0" rtl="0" algn="l">
              <a:spcBef>
                <a:spcPts val="1100"/>
              </a:spcBef>
              <a:spcAft>
                <a:spcPts val="0"/>
              </a:spcAft>
              <a:buNone/>
            </a:pPr>
            <a:r>
              <a:rPr lang="en"/>
              <a:t> • </a:t>
            </a:r>
            <a:r>
              <a:rPr lang="en"/>
              <a:t>A web server reads user data from a slave database.  </a:t>
            </a:r>
            <a:endParaRPr/>
          </a:p>
          <a:p>
            <a:pPr indent="0" lvl="0" marL="0" rtl="0" algn="l">
              <a:spcBef>
                <a:spcPts val="1100"/>
              </a:spcBef>
              <a:spcAft>
                <a:spcPts val="0"/>
              </a:spcAft>
              <a:buNone/>
            </a:pPr>
            <a:r>
              <a:rPr lang="en"/>
              <a:t> • </a:t>
            </a:r>
            <a:r>
              <a:rPr lang="en"/>
              <a:t>A web server routes any data-modifying operations to the master              database. This includes write, update, and delete operations.  </a:t>
            </a:r>
            <a:endParaRPr/>
          </a:p>
          <a:p>
            <a:pPr indent="0" lvl="0" marL="0" rtl="0" algn="l">
              <a:spcBef>
                <a:spcPts val="1100"/>
              </a:spcBef>
              <a:spcAft>
                <a:spcPts val="0"/>
              </a:spcAft>
              <a:buNone/>
            </a:pPr>
            <a:r>
              <a:rPr lang="en"/>
              <a:t> </a:t>
            </a:r>
            <a:endParaRPr/>
          </a:p>
          <a:p>
            <a:pPr indent="0" lvl="0" marL="0" rtl="0" algn="l">
              <a:spcBef>
                <a:spcPts val="1100"/>
              </a:spcBef>
              <a:spcAft>
                <a:spcPts val="0"/>
              </a:spcAft>
              <a:buNone/>
            </a:pPr>
            <a:r>
              <a:rPr lang="en"/>
              <a:t> Now, you have a solid understanding of the web and data tiers, it is time to improve the load/response time. This can be done by adding a cache layer and shifting static content (JavaScript/CSS/image/video files) to the content delivery network (CDN).</a:t>
            </a:r>
            <a:endParaRPr/>
          </a:p>
          <a:p>
            <a:pPr indent="0" lvl="0" marL="0" rtl="0" algn="l">
              <a:spcBef>
                <a:spcPts val="1100"/>
              </a:spcBef>
              <a:spcAft>
                <a:spcPts val="11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5" name="Shape 1895"/>
        <p:cNvGrpSpPr/>
        <p:nvPr/>
      </p:nvGrpSpPr>
      <p:grpSpPr>
        <a:xfrm>
          <a:off x="0" y="0"/>
          <a:ext cx="0" cy="0"/>
          <a:chOff x="0" y="0"/>
          <a:chExt cx="0" cy="0"/>
        </a:xfrm>
      </p:grpSpPr>
      <p:sp>
        <p:nvSpPr>
          <p:cNvPr id="1896" name="Google Shape;1896;p135"/>
          <p:cNvSpPr txBox="1"/>
          <p:nvPr>
            <p:ph type="title"/>
          </p:nvPr>
        </p:nvSpPr>
        <p:spPr>
          <a:xfrm>
            <a:off x="256025" y="48275"/>
            <a:ext cx="5750100" cy="4155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Cache</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p:txBody>
      </p:sp>
      <p:cxnSp>
        <p:nvCxnSpPr>
          <p:cNvPr id="1897" name="Google Shape;1897;p135"/>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pic>
        <p:nvPicPr>
          <p:cNvPr id="1898" name="Google Shape;1898;p135" title="image.jpg"/>
          <p:cNvPicPr preferRelativeResize="0"/>
          <p:nvPr/>
        </p:nvPicPr>
        <p:blipFill rotWithShape="1">
          <a:blip r:embed="rId3">
            <a:alphaModFix/>
          </a:blip>
          <a:srcRect b="0" l="0" r="0" t="0"/>
          <a:stretch/>
        </p:blipFill>
        <p:spPr>
          <a:xfrm>
            <a:off x="256025" y="2352425"/>
            <a:ext cx="6186650" cy="778875"/>
          </a:xfrm>
          <a:prstGeom prst="rect">
            <a:avLst/>
          </a:prstGeom>
          <a:noFill/>
          <a:ln>
            <a:noFill/>
          </a:ln>
        </p:spPr>
      </p:pic>
      <p:sp>
        <p:nvSpPr>
          <p:cNvPr id="1899" name="Google Shape;1899;p135"/>
          <p:cNvSpPr txBox="1"/>
          <p:nvPr>
            <p:ph idx="1" type="body"/>
          </p:nvPr>
        </p:nvSpPr>
        <p:spPr>
          <a:xfrm>
            <a:off x="255975" y="628650"/>
            <a:ext cx="8632200" cy="45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
              <a:t>A cache is a temporary storage area that stores the result of expensive responses or frequently accessed data in memory so that subsequent requests are served more quickly. As illustrated in Figure 1-6, every time a new web page loads, one or more database calls are executed to fetch data. The application performance is greatly affected by calling the database repeatedly. The cache can mitigate this problem.</a:t>
            </a:r>
            <a:endParaRPr/>
          </a:p>
        </p:txBody>
      </p:sp>
      <p:sp>
        <p:nvSpPr>
          <p:cNvPr id="1900" name="Google Shape;1900;p135"/>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By Ali Khalaji</a:t>
            </a:r>
            <a:endParaRPr/>
          </a:p>
        </p:txBody>
      </p:sp>
      <p:sp>
        <p:nvSpPr>
          <p:cNvPr id="1901" name="Google Shape;1901;p135"/>
          <p:cNvSpPr txBox="1"/>
          <p:nvPr>
            <p:ph type="title"/>
          </p:nvPr>
        </p:nvSpPr>
        <p:spPr>
          <a:xfrm>
            <a:off x="294575" y="1352100"/>
            <a:ext cx="5750100" cy="4155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Cache tier</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p:txBody>
      </p:sp>
      <p:sp>
        <p:nvSpPr>
          <p:cNvPr id="1902" name="Google Shape;1902;p135"/>
          <p:cNvSpPr txBox="1"/>
          <p:nvPr>
            <p:ph idx="1" type="body"/>
          </p:nvPr>
        </p:nvSpPr>
        <p:spPr>
          <a:xfrm>
            <a:off x="255975" y="1767600"/>
            <a:ext cx="8632200" cy="45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
              <a:t>The cache tier is a temporary data store layer, much faster than the database. The benefits of having a separate cache tier include better system performance, ability to reduce database workloads, and the ability to scale the cache tier independently. Figure 1-7 shows a possible setup of a cache server:</a:t>
            </a:r>
            <a:endParaRPr/>
          </a:p>
        </p:txBody>
      </p:sp>
      <p:sp>
        <p:nvSpPr>
          <p:cNvPr id="1903" name="Google Shape;1903;p135"/>
          <p:cNvSpPr txBox="1"/>
          <p:nvPr>
            <p:ph idx="1" type="body"/>
          </p:nvPr>
        </p:nvSpPr>
        <p:spPr>
          <a:xfrm>
            <a:off x="294575" y="3285400"/>
            <a:ext cx="8632200" cy="903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After receiving a request, a web server first checks if the cache has the available response. If it has, it sends data back to the client. If not, it queries the database, stores the response in cache, and sends it back to the client. This caching strategy is called a read-through cache. Other caching strategies are available depending on the data type, size, and access patterns. A previous study explains how different caching strategies work [6].</a:t>
            </a:r>
            <a:endParaRPr/>
          </a:p>
          <a:p>
            <a:pPr indent="0" lvl="0" marL="0" rtl="0" algn="l">
              <a:spcBef>
                <a:spcPts val="1000"/>
              </a:spcBef>
              <a:spcAft>
                <a:spcPts val="1000"/>
              </a:spcAft>
              <a:buNone/>
            </a:pPr>
            <a:r>
              <a:rPr lang="en"/>
              <a:t>Interacting with cache servers is simple because most cache servers provide APIs for common programming languages. The following code snippet shows typical Memcached APIs:</a:t>
            </a:r>
            <a:endParaRPr/>
          </a:p>
        </p:txBody>
      </p:sp>
      <p:pic>
        <p:nvPicPr>
          <p:cNvPr id="1904" name="Google Shape;1904;p135" title="image.jpg"/>
          <p:cNvPicPr preferRelativeResize="0"/>
          <p:nvPr/>
        </p:nvPicPr>
        <p:blipFill rotWithShape="1">
          <a:blip r:embed="rId4">
            <a:alphaModFix/>
          </a:blip>
          <a:srcRect b="-7262" l="0" r="0" t="0"/>
          <a:stretch/>
        </p:blipFill>
        <p:spPr>
          <a:xfrm>
            <a:off x="294575" y="4264750"/>
            <a:ext cx="3515150" cy="778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8" name="Shape 1908"/>
        <p:cNvGrpSpPr/>
        <p:nvPr/>
      </p:nvGrpSpPr>
      <p:grpSpPr>
        <a:xfrm>
          <a:off x="0" y="0"/>
          <a:ext cx="0" cy="0"/>
          <a:chOff x="0" y="0"/>
          <a:chExt cx="0" cy="0"/>
        </a:xfrm>
      </p:grpSpPr>
      <p:sp>
        <p:nvSpPr>
          <p:cNvPr id="1909" name="Google Shape;1909;p136"/>
          <p:cNvSpPr txBox="1"/>
          <p:nvPr>
            <p:ph type="title"/>
          </p:nvPr>
        </p:nvSpPr>
        <p:spPr>
          <a:xfrm>
            <a:off x="256025" y="48275"/>
            <a:ext cx="5750100" cy="4155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Content delivery network (CDN)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p:txBody>
      </p:sp>
      <p:cxnSp>
        <p:nvCxnSpPr>
          <p:cNvPr id="1910" name="Google Shape;1910;p136"/>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1911" name="Google Shape;1911;p136"/>
          <p:cNvSpPr txBox="1"/>
          <p:nvPr>
            <p:ph idx="1" type="body"/>
          </p:nvPr>
        </p:nvSpPr>
        <p:spPr>
          <a:xfrm>
            <a:off x="255975" y="628650"/>
            <a:ext cx="8632200" cy="2979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
              <a:t>A CDN is a network of geographically dispersed servers used to deliver static content. CDN servers cache static content like images, videos, CSS, JavaScript files, etc.</a:t>
            </a:r>
            <a:endParaRPr/>
          </a:p>
        </p:txBody>
      </p:sp>
      <p:sp>
        <p:nvSpPr>
          <p:cNvPr id="1912" name="Google Shape;1912;p136"/>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By Ali Khalaji</a:t>
            </a:r>
            <a:endParaRPr/>
          </a:p>
        </p:txBody>
      </p:sp>
      <p:sp>
        <p:nvSpPr>
          <p:cNvPr id="1913" name="Google Shape;1913;p136"/>
          <p:cNvSpPr txBox="1"/>
          <p:nvPr>
            <p:ph idx="1" type="body"/>
          </p:nvPr>
        </p:nvSpPr>
        <p:spPr>
          <a:xfrm>
            <a:off x="255975" y="1410888"/>
            <a:ext cx="8632200" cy="1063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Dynamic content caching is a relatively new concept and beyond the scope of this book. It enables the caching of HTML pages that are based on request path, query strings, cookies, and request headers. Refer to the article mentioned in reference material [9] for more about this. This book focuses on how to use CDN to cache static content.</a:t>
            </a:r>
            <a:endParaRPr/>
          </a:p>
          <a:p>
            <a:pPr indent="0" lvl="0" marL="0" rtl="0" algn="l">
              <a:spcBef>
                <a:spcPts val="1000"/>
              </a:spcBef>
              <a:spcAft>
                <a:spcPts val="1000"/>
              </a:spcAft>
              <a:buNone/>
            </a:pPr>
            <a:r>
              <a:rPr lang="en"/>
              <a:t>Here is how CDN works at the high-level: when a user visits a website, a CDN server closest to the user will deliver static content. Intuitively, the further users are from CDN servers, the slower the website loads. For example, if CDN servers are in San Francisco, users in Los Angeles will get content faster than users in Europe. </a:t>
            </a:r>
            <a:endParaRPr/>
          </a:p>
        </p:txBody>
      </p:sp>
      <p:sp>
        <p:nvSpPr>
          <p:cNvPr id="1914" name="Google Shape;1914;p136"/>
          <p:cNvSpPr txBox="1"/>
          <p:nvPr>
            <p:ph idx="1" type="body"/>
          </p:nvPr>
        </p:nvSpPr>
        <p:spPr>
          <a:xfrm>
            <a:off x="4045600" y="2707225"/>
            <a:ext cx="4805400" cy="2501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1. User A tries to get image.png by using an image URL. The URL’s domain is provided by the CDN provider. </a:t>
            </a:r>
            <a:endParaRPr/>
          </a:p>
          <a:p>
            <a:pPr indent="0" lvl="0" marL="0" rtl="0" algn="l">
              <a:spcBef>
                <a:spcPts val="1000"/>
              </a:spcBef>
              <a:spcAft>
                <a:spcPts val="0"/>
              </a:spcAft>
              <a:buNone/>
            </a:pPr>
            <a:r>
              <a:rPr lang="en"/>
              <a:t> 2. If the CDN server does not have image.png in the cache, the CDN server requests the file from the origin, which can be a web server or online storage like Amazon S3.  </a:t>
            </a:r>
            <a:endParaRPr/>
          </a:p>
          <a:p>
            <a:pPr indent="0" lvl="0" marL="0" rtl="0" algn="l">
              <a:spcBef>
                <a:spcPts val="1000"/>
              </a:spcBef>
              <a:spcAft>
                <a:spcPts val="0"/>
              </a:spcAft>
              <a:buNone/>
            </a:pPr>
            <a:r>
              <a:rPr lang="en"/>
              <a:t> 3. The origin returns image.png to the CDN server, which includes optional HTTP header Time-to-Live (TTL) which describes how long the image is cached.  </a:t>
            </a:r>
            <a:endParaRPr/>
          </a:p>
          <a:p>
            <a:pPr indent="0" lvl="0" marL="0" rtl="0" algn="l">
              <a:spcBef>
                <a:spcPts val="1000"/>
              </a:spcBef>
              <a:spcAft>
                <a:spcPts val="0"/>
              </a:spcAft>
              <a:buNone/>
            </a:pPr>
            <a:r>
              <a:rPr lang="en"/>
              <a:t>  4. The CDN caches the image and returns it to User A. The image remains cached in the CDN until the TTL expires.   </a:t>
            </a:r>
            <a:endParaRPr/>
          </a:p>
          <a:p>
            <a:pPr indent="0" lvl="0" marL="0" rtl="0" algn="l">
              <a:spcBef>
                <a:spcPts val="1000"/>
              </a:spcBef>
              <a:spcAft>
                <a:spcPts val="0"/>
              </a:spcAft>
              <a:buNone/>
            </a:pPr>
            <a:r>
              <a:rPr lang="en"/>
              <a:t>  5. User B sends a request to get the same image.   </a:t>
            </a:r>
            <a:endParaRPr/>
          </a:p>
          <a:p>
            <a:pPr indent="0" lvl="0" marL="0" rtl="0" algn="l">
              <a:spcBef>
                <a:spcPts val="1000"/>
              </a:spcBef>
              <a:spcAft>
                <a:spcPts val="0"/>
              </a:spcAft>
              <a:buNone/>
            </a:pPr>
            <a:r>
              <a:rPr lang="en"/>
              <a:t>  6. The image is returned from the cache as long as the TTL has not expired.</a:t>
            </a:r>
            <a:endParaRPr/>
          </a:p>
          <a:p>
            <a:pPr indent="0" lvl="0" marL="0" rtl="0" algn="l">
              <a:spcBef>
                <a:spcPts val="1000"/>
              </a:spcBef>
              <a:spcAft>
                <a:spcPts val="1000"/>
              </a:spcAft>
              <a:buNone/>
            </a:pPr>
            <a:r>
              <a:t/>
            </a:r>
            <a:endParaRPr/>
          </a:p>
        </p:txBody>
      </p:sp>
      <p:pic>
        <p:nvPicPr>
          <p:cNvPr id="1915" name="Google Shape;1915;p136" title="image.jpg"/>
          <p:cNvPicPr preferRelativeResize="0"/>
          <p:nvPr/>
        </p:nvPicPr>
        <p:blipFill rotWithShape="1">
          <a:blip r:embed="rId3">
            <a:alphaModFix/>
          </a:blip>
          <a:srcRect b="-10" l="0" r="0" t="10"/>
          <a:stretch/>
        </p:blipFill>
        <p:spPr>
          <a:xfrm>
            <a:off x="255975" y="2707225"/>
            <a:ext cx="3515150" cy="1869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9" name="Shape 1919"/>
        <p:cNvGrpSpPr/>
        <p:nvPr/>
      </p:nvGrpSpPr>
      <p:grpSpPr>
        <a:xfrm>
          <a:off x="0" y="0"/>
          <a:ext cx="0" cy="0"/>
          <a:chOff x="0" y="0"/>
          <a:chExt cx="0" cy="0"/>
        </a:xfrm>
      </p:grpSpPr>
      <p:sp>
        <p:nvSpPr>
          <p:cNvPr id="1920" name="Google Shape;1920;p137"/>
          <p:cNvSpPr txBox="1"/>
          <p:nvPr>
            <p:ph idx="8"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chemeClr val="lt2"/>
                </a:solidFill>
              </a:rPr>
              <a:t>By Ali Khalaji</a:t>
            </a:r>
            <a:endParaRPr>
              <a:solidFill>
                <a:schemeClr val="lt2"/>
              </a:solidFill>
            </a:endParaRPr>
          </a:p>
        </p:txBody>
      </p:sp>
      <p:pic>
        <p:nvPicPr>
          <p:cNvPr id="1921" name="Google Shape;1921;p137" title="image.jpg"/>
          <p:cNvPicPr preferRelativeResize="0"/>
          <p:nvPr/>
        </p:nvPicPr>
        <p:blipFill rotWithShape="1">
          <a:blip r:embed="rId3">
            <a:alphaModFix/>
          </a:blip>
          <a:srcRect b="0" l="0" r="0" t="-746"/>
          <a:stretch/>
        </p:blipFill>
        <p:spPr>
          <a:xfrm>
            <a:off x="255975" y="600475"/>
            <a:ext cx="5609725" cy="4374975"/>
          </a:xfrm>
          <a:prstGeom prst="rect">
            <a:avLst/>
          </a:prstGeom>
          <a:noFill/>
          <a:ln>
            <a:noFill/>
          </a:ln>
        </p:spPr>
      </p:pic>
      <p:sp>
        <p:nvSpPr>
          <p:cNvPr id="1922" name="Google Shape;1922;p137"/>
          <p:cNvSpPr txBox="1"/>
          <p:nvPr>
            <p:ph idx="4294967295" type="body"/>
          </p:nvPr>
        </p:nvSpPr>
        <p:spPr>
          <a:xfrm>
            <a:off x="201050" y="245409"/>
            <a:ext cx="8632200" cy="713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Figure 1-11 shows the design after the CDN and cache are added.   </a:t>
            </a:r>
            <a:endParaRPr/>
          </a:p>
          <a:p>
            <a:pPr indent="0" lvl="0" marL="0" rtl="0" algn="l">
              <a:spcBef>
                <a:spcPts val="1000"/>
              </a:spcBef>
              <a:spcAft>
                <a:spcPts val="0"/>
              </a:spcAft>
              <a:buNone/>
            </a:pPr>
            <a:r>
              <a:rPr lang="en"/>
              <a:t> </a:t>
            </a:r>
            <a:endParaRPr/>
          </a:p>
          <a:p>
            <a:pPr indent="0" lvl="0" marL="0" rtl="0" algn="l">
              <a:spcBef>
                <a:spcPts val="1000"/>
              </a:spcBef>
              <a:spcAft>
                <a:spcPts val="1000"/>
              </a:spcAft>
              <a:buNone/>
            </a:pPr>
            <a:r>
              <a:t/>
            </a:r>
            <a:endParaRPr/>
          </a:p>
        </p:txBody>
      </p:sp>
      <p:sp>
        <p:nvSpPr>
          <p:cNvPr id="1923" name="Google Shape;1923;p137"/>
          <p:cNvSpPr txBox="1"/>
          <p:nvPr>
            <p:ph idx="4294967295" type="body"/>
          </p:nvPr>
        </p:nvSpPr>
        <p:spPr>
          <a:xfrm>
            <a:off x="6236800" y="600475"/>
            <a:ext cx="2651400" cy="4156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a:t>1. Static assets (JS, CSS, images, etc.,) are no longer served by web servers. They are fetched from the CDN for better performance.  </a:t>
            </a:r>
            <a:endParaRPr/>
          </a:p>
          <a:p>
            <a:pPr indent="0" lvl="0" marL="0" rtl="0" algn="l">
              <a:spcBef>
                <a:spcPts val="1100"/>
              </a:spcBef>
              <a:spcAft>
                <a:spcPts val="0"/>
              </a:spcAft>
              <a:buNone/>
            </a:pPr>
            <a:r>
              <a:rPr lang="en"/>
              <a:t> </a:t>
            </a:r>
            <a:endParaRPr/>
          </a:p>
          <a:p>
            <a:pPr indent="0" lvl="0" marL="0" rtl="0" algn="l">
              <a:spcBef>
                <a:spcPts val="1100"/>
              </a:spcBef>
              <a:spcAft>
                <a:spcPts val="0"/>
              </a:spcAft>
              <a:buNone/>
            </a:pPr>
            <a:r>
              <a:rPr lang="en"/>
              <a:t> 2. The database load is lightened by caching data.</a:t>
            </a:r>
            <a:endParaRPr/>
          </a:p>
          <a:p>
            <a:pPr indent="0" lvl="0" marL="0" rtl="0" algn="l">
              <a:spcBef>
                <a:spcPts val="1100"/>
              </a:spcBef>
              <a:spcAft>
                <a:spcPts val="11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7" name="Shape 1927"/>
        <p:cNvGrpSpPr/>
        <p:nvPr/>
      </p:nvGrpSpPr>
      <p:grpSpPr>
        <a:xfrm>
          <a:off x="0" y="0"/>
          <a:ext cx="0" cy="0"/>
          <a:chOff x="0" y="0"/>
          <a:chExt cx="0" cy="0"/>
        </a:xfrm>
      </p:grpSpPr>
      <p:sp>
        <p:nvSpPr>
          <p:cNvPr id="1928" name="Google Shape;1928;p138"/>
          <p:cNvSpPr/>
          <p:nvPr/>
        </p:nvSpPr>
        <p:spPr>
          <a:xfrm>
            <a:off x="255975" y="686625"/>
            <a:ext cx="4260600" cy="4347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929" name="Google Shape;1929;p138"/>
          <p:cNvSpPr/>
          <p:nvPr/>
        </p:nvSpPr>
        <p:spPr>
          <a:xfrm>
            <a:off x="4627425" y="686500"/>
            <a:ext cx="4260600" cy="4347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930" name="Google Shape;1930;p138"/>
          <p:cNvSpPr txBox="1"/>
          <p:nvPr>
            <p:ph type="title"/>
          </p:nvPr>
        </p:nvSpPr>
        <p:spPr>
          <a:xfrm>
            <a:off x="256025" y="213150"/>
            <a:ext cx="57501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Stateless Vs </a:t>
            </a:r>
            <a:r>
              <a:rPr lang="en"/>
              <a:t>Stateful architecture</a:t>
            </a:r>
            <a:endParaRPr/>
          </a:p>
        </p:txBody>
      </p:sp>
      <p:sp>
        <p:nvSpPr>
          <p:cNvPr id="1931" name="Google Shape;1931;p138"/>
          <p:cNvSpPr txBox="1"/>
          <p:nvPr>
            <p:ph idx="1" type="body"/>
          </p:nvPr>
        </p:nvSpPr>
        <p:spPr>
          <a:xfrm>
            <a:off x="566475" y="1548175"/>
            <a:ext cx="3639600" cy="1996500"/>
          </a:xfrm>
          <a:prstGeom prst="rect">
            <a:avLst/>
          </a:prstGeom>
        </p:spPr>
        <p:txBody>
          <a:bodyPr anchorCtr="0" anchor="t" bIns="0" lIns="0" spcFirstLastPara="1" rIns="0" wrap="square" tIns="0">
            <a:spAutoFit/>
          </a:bodyPr>
          <a:lstStyle/>
          <a:p>
            <a:pPr indent="-174625" lvl="0" marL="228600" rtl="0" algn="l">
              <a:spcBef>
                <a:spcPts val="1000"/>
              </a:spcBef>
              <a:spcAft>
                <a:spcPts val="0"/>
              </a:spcAft>
              <a:buSzPts val="1100"/>
              <a:buFont typeface="Montserrat"/>
              <a:buChar char="➛"/>
            </a:pPr>
            <a:r>
              <a:rPr lang="en" sz="1100"/>
              <a:t>Add CPU cores, RAM and storage to one instance. Straightforward: no architectural redesign or distributed routing.</a:t>
            </a:r>
            <a:endParaRPr sz="1100"/>
          </a:p>
          <a:p>
            <a:pPr indent="-174625" lvl="0" marL="228600" rtl="0" algn="l">
              <a:spcBef>
                <a:spcPts val="1100"/>
              </a:spcBef>
              <a:spcAft>
                <a:spcPts val="0"/>
              </a:spcAft>
              <a:buSzPts val="1100"/>
              <a:buFont typeface="Montserrat"/>
              <a:buChar char="➛"/>
            </a:pPr>
            <a:r>
              <a:rPr lang="en" sz="1100"/>
              <a:t>Vertical scaling has a hard limit. It is impossible to add unlimited CPU and memory to a single server.</a:t>
            </a:r>
            <a:endParaRPr sz="1100"/>
          </a:p>
          <a:p>
            <a:pPr indent="-174625" lvl="0" marL="228600" rtl="0" algn="l">
              <a:spcBef>
                <a:spcPts val="1000"/>
              </a:spcBef>
              <a:spcAft>
                <a:spcPts val="1100"/>
              </a:spcAft>
              <a:buSzPts val="1100"/>
              <a:buFont typeface="Montserrat"/>
              <a:buChar char="➛"/>
            </a:pPr>
            <a:r>
              <a:rPr lang="en" sz="1100"/>
              <a:t>Vertical scaling does not have failover and redundancy. If one server goes down, the website/app goes down with it completely.</a:t>
            </a:r>
            <a:endParaRPr sz="1100"/>
          </a:p>
        </p:txBody>
      </p:sp>
      <p:sp>
        <p:nvSpPr>
          <p:cNvPr id="1932" name="Google Shape;1932;p138"/>
          <p:cNvSpPr txBox="1"/>
          <p:nvPr>
            <p:ph idx="2" type="title"/>
          </p:nvPr>
        </p:nvSpPr>
        <p:spPr>
          <a:xfrm>
            <a:off x="566475" y="1226825"/>
            <a:ext cx="3639600" cy="1896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None/>
            </a:pPr>
            <a:r>
              <a:rPr lang="en" sz="1400"/>
              <a:t>Vertival (Scale Up)</a:t>
            </a:r>
            <a:endParaRPr sz="1400"/>
          </a:p>
        </p:txBody>
      </p:sp>
      <p:sp>
        <p:nvSpPr>
          <p:cNvPr id="1933" name="Google Shape;1933;p138"/>
          <p:cNvSpPr txBox="1"/>
          <p:nvPr>
            <p:ph idx="3" type="body"/>
          </p:nvPr>
        </p:nvSpPr>
        <p:spPr>
          <a:xfrm>
            <a:off x="4892075" y="3544675"/>
            <a:ext cx="3639600" cy="1253700"/>
          </a:xfrm>
          <a:prstGeom prst="rect">
            <a:avLst/>
          </a:prstGeom>
        </p:spPr>
        <p:txBody>
          <a:bodyPr anchorCtr="0" anchor="t" bIns="0" lIns="0" spcFirstLastPara="1" rIns="0" wrap="square" tIns="0">
            <a:spAutoFit/>
          </a:bodyPr>
          <a:lstStyle/>
          <a:p>
            <a:pPr indent="-285750" lvl="0" marL="457200" rtl="0" algn="l">
              <a:spcBef>
                <a:spcPts val="1000"/>
              </a:spcBef>
              <a:spcAft>
                <a:spcPts val="1100"/>
              </a:spcAft>
              <a:buSzPts val="900"/>
              <a:buFont typeface="Montserrat"/>
              <a:buChar char="➛"/>
            </a:pPr>
            <a:r>
              <a:rPr lang="en"/>
              <a:t>In Figure 1-12, user A’s session data and profile image are stored in Server 1. To authenticate User A, HTTP requests must be routed to Server 1. If a request is sent to other servers like Server 2, authentication would fail because Server 2 does not contain User A’s session data. Similarly, all HTTP requests from User B must be routed to Server 2; all requests from User C must be sent to Server 3.   </a:t>
            </a:r>
            <a:endParaRPr/>
          </a:p>
        </p:txBody>
      </p:sp>
      <p:sp>
        <p:nvSpPr>
          <p:cNvPr id="1934" name="Google Shape;1934;p138"/>
          <p:cNvSpPr txBox="1"/>
          <p:nvPr>
            <p:ph idx="9"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chemeClr val="lt2"/>
                </a:solidFill>
              </a:rPr>
              <a:t>By Ali Khalaji</a:t>
            </a:r>
            <a:endParaRPr>
              <a:solidFill>
                <a:schemeClr val="lt2"/>
              </a:solidFill>
            </a:endParaRPr>
          </a:p>
          <a:p>
            <a:pPr indent="0" lvl="0" marL="0" rtl="0" algn="r">
              <a:spcBef>
                <a:spcPts val="0"/>
              </a:spcBef>
              <a:spcAft>
                <a:spcPts val="0"/>
              </a:spcAft>
              <a:buNone/>
            </a:pPr>
            <a:r>
              <a:t/>
            </a:r>
            <a:endParaRPr>
              <a:solidFill>
                <a:schemeClr val="lt2"/>
              </a:solidFill>
            </a:endParaRPr>
          </a:p>
        </p:txBody>
      </p:sp>
      <p:pic>
        <p:nvPicPr>
          <p:cNvPr id="1935" name="Google Shape;1935;p138" title="image.jpg"/>
          <p:cNvPicPr preferRelativeResize="0"/>
          <p:nvPr/>
        </p:nvPicPr>
        <p:blipFill>
          <a:blip r:embed="rId3">
            <a:alphaModFix/>
          </a:blip>
          <a:stretch>
            <a:fillRect/>
          </a:stretch>
        </p:blipFill>
        <p:spPr>
          <a:xfrm>
            <a:off x="4998927" y="1226813"/>
            <a:ext cx="3407886" cy="2135863"/>
          </a:xfrm>
          <a:prstGeom prst="rect">
            <a:avLst/>
          </a:prstGeom>
          <a:noFill/>
          <a:ln>
            <a:noFill/>
          </a:ln>
        </p:spPr>
      </p:pic>
      <p:sp>
        <p:nvSpPr>
          <p:cNvPr id="1936" name="Google Shape;1936;p138"/>
          <p:cNvSpPr txBox="1"/>
          <p:nvPr>
            <p:ph idx="4" type="title"/>
          </p:nvPr>
        </p:nvSpPr>
        <p:spPr>
          <a:xfrm>
            <a:off x="4937925" y="888563"/>
            <a:ext cx="3639600" cy="189600"/>
          </a:xfrm>
          <a:prstGeom prst="rect">
            <a:avLst/>
          </a:prstGeom>
        </p:spPr>
        <p:txBody>
          <a:bodyPr anchorCtr="0" anchor="t" bIns="0" lIns="0" spcFirstLastPara="1" rIns="0" wrap="square" tIns="0">
            <a:noAutofit/>
          </a:bodyPr>
          <a:lstStyle/>
          <a:p>
            <a:pPr indent="0" lvl="0" marL="0" rtl="0" algn="ctr">
              <a:lnSpc>
                <a:spcPct val="80000"/>
              </a:lnSpc>
              <a:spcBef>
                <a:spcPts val="0"/>
              </a:spcBef>
              <a:spcAft>
                <a:spcPts val="0"/>
              </a:spcAft>
              <a:buNone/>
            </a:pPr>
            <a:r>
              <a:rPr lang="en" sz="1400"/>
              <a:t>Stateful architecture  </a:t>
            </a:r>
            <a:endParaRPr sz="1400"/>
          </a:p>
        </p:txBody>
      </p:sp>
      <p:sp>
        <p:nvSpPr>
          <p:cNvPr id="1937" name="Google Shape;1937;p138"/>
          <p:cNvSpPr/>
          <p:nvPr/>
        </p:nvSpPr>
        <p:spPr>
          <a:xfrm>
            <a:off x="255975" y="686625"/>
            <a:ext cx="4260600" cy="4347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938" name="Google Shape;1938;p138"/>
          <p:cNvSpPr txBox="1"/>
          <p:nvPr>
            <p:ph idx="3" type="body"/>
          </p:nvPr>
        </p:nvSpPr>
        <p:spPr>
          <a:xfrm>
            <a:off x="502625" y="4014550"/>
            <a:ext cx="3639600" cy="775800"/>
          </a:xfrm>
          <a:prstGeom prst="rect">
            <a:avLst/>
          </a:prstGeom>
        </p:spPr>
        <p:txBody>
          <a:bodyPr anchorCtr="0" anchor="t" bIns="0" lIns="0" spcFirstLastPara="1" rIns="0" wrap="square" tIns="0">
            <a:spAutoFit/>
          </a:bodyPr>
          <a:lstStyle/>
          <a:p>
            <a:pPr indent="-285750" lvl="0" marL="457200" rtl="0" algn="l">
              <a:spcBef>
                <a:spcPts val="1000"/>
              </a:spcBef>
              <a:spcAft>
                <a:spcPts val="1100"/>
              </a:spcAft>
              <a:buSzPts val="900"/>
              <a:buFont typeface="Montserrat"/>
              <a:buChar char="➛"/>
            </a:pPr>
            <a:r>
              <a:rPr lang="en"/>
              <a:t>In this stateless architecture, HTTP requests from users can be sent to any web servers, which fetch state data from a shared data store. State data is stored in a shared data store and kept out of web servers. A stateless system is simpler, more robust, and scalable.</a:t>
            </a:r>
            <a:endParaRPr/>
          </a:p>
        </p:txBody>
      </p:sp>
      <p:pic>
        <p:nvPicPr>
          <p:cNvPr id="1939" name="Google Shape;1939;p138" title="image.jpg"/>
          <p:cNvPicPr preferRelativeResize="0"/>
          <p:nvPr/>
        </p:nvPicPr>
        <p:blipFill rotWithShape="1">
          <a:blip r:embed="rId4">
            <a:alphaModFix/>
          </a:blip>
          <a:srcRect b="0" l="0" r="0" t="0"/>
          <a:stretch/>
        </p:blipFill>
        <p:spPr>
          <a:xfrm>
            <a:off x="986938" y="1226825"/>
            <a:ext cx="2706974" cy="2566624"/>
          </a:xfrm>
          <a:prstGeom prst="rect">
            <a:avLst/>
          </a:prstGeom>
          <a:noFill/>
          <a:ln>
            <a:noFill/>
          </a:ln>
        </p:spPr>
      </p:pic>
      <p:sp>
        <p:nvSpPr>
          <p:cNvPr id="1940" name="Google Shape;1940;p138"/>
          <p:cNvSpPr txBox="1"/>
          <p:nvPr>
            <p:ph idx="4" type="title"/>
          </p:nvPr>
        </p:nvSpPr>
        <p:spPr>
          <a:xfrm>
            <a:off x="566475" y="888688"/>
            <a:ext cx="3639600" cy="189600"/>
          </a:xfrm>
          <a:prstGeom prst="rect">
            <a:avLst/>
          </a:prstGeom>
        </p:spPr>
        <p:txBody>
          <a:bodyPr anchorCtr="0" anchor="t" bIns="0" lIns="0" spcFirstLastPara="1" rIns="0" wrap="square" tIns="0">
            <a:noAutofit/>
          </a:bodyPr>
          <a:lstStyle/>
          <a:p>
            <a:pPr indent="0" lvl="0" marL="0" rtl="0" algn="ctr">
              <a:lnSpc>
                <a:spcPct val="80000"/>
              </a:lnSpc>
              <a:spcBef>
                <a:spcPts val="0"/>
              </a:spcBef>
              <a:spcAft>
                <a:spcPts val="0"/>
              </a:spcAft>
              <a:buNone/>
            </a:pPr>
            <a:r>
              <a:rPr lang="en" sz="1400"/>
              <a:t>Stateless architecture  </a:t>
            </a:r>
            <a:endParaRPr sz="1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4" name="Shape 1944"/>
        <p:cNvGrpSpPr/>
        <p:nvPr/>
      </p:nvGrpSpPr>
      <p:grpSpPr>
        <a:xfrm>
          <a:off x="0" y="0"/>
          <a:ext cx="0" cy="0"/>
          <a:chOff x="0" y="0"/>
          <a:chExt cx="0" cy="0"/>
        </a:xfrm>
      </p:grpSpPr>
      <p:sp>
        <p:nvSpPr>
          <p:cNvPr id="1945" name="Google Shape;1945;p139"/>
          <p:cNvSpPr txBox="1"/>
          <p:nvPr>
            <p:ph idx="8"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chemeClr val="lt2"/>
                </a:solidFill>
              </a:rPr>
              <a:t>By Ali Khalaji</a:t>
            </a:r>
            <a:endParaRPr>
              <a:solidFill>
                <a:schemeClr val="lt2"/>
              </a:solidFill>
            </a:endParaRPr>
          </a:p>
        </p:txBody>
      </p:sp>
      <p:pic>
        <p:nvPicPr>
          <p:cNvPr id="1946" name="Google Shape;1946;p139" title="image.jpg"/>
          <p:cNvPicPr preferRelativeResize="0"/>
          <p:nvPr/>
        </p:nvPicPr>
        <p:blipFill rotWithShape="1">
          <a:blip r:embed="rId3">
            <a:alphaModFix/>
          </a:blip>
          <a:srcRect b="-437" l="0" r="0" t="-1117"/>
          <a:stretch/>
        </p:blipFill>
        <p:spPr>
          <a:xfrm>
            <a:off x="255975" y="531725"/>
            <a:ext cx="4559025" cy="4482225"/>
          </a:xfrm>
          <a:prstGeom prst="rect">
            <a:avLst/>
          </a:prstGeom>
          <a:noFill/>
          <a:ln>
            <a:noFill/>
          </a:ln>
        </p:spPr>
      </p:pic>
      <p:sp>
        <p:nvSpPr>
          <p:cNvPr id="1947" name="Google Shape;1947;p139"/>
          <p:cNvSpPr txBox="1"/>
          <p:nvPr>
            <p:ph idx="4294967295" type="body"/>
          </p:nvPr>
        </p:nvSpPr>
        <p:spPr>
          <a:xfrm>
            <a:off x="201050" y="245409"/>
            <a:ext cx="8632200" cy="1288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Figure 1-14 shows the updated design with a stateless web tier.  </a:t>
            </a:r>
            <a:endParaRPr/>
          </a:p>
          <a:p>
            <a:pPr indent="0" lvl="0" marL="0" rtl="0" algn="l">
              <a:spcBef>
                <a:spcPts val="1000"/>
              </a:spcBef>
              <a:spcAft>
                <a:spcPts val="0"/>
              </a:spcAft>
              <a:buNone/>
            </a:pPr>
            <a:r>
              <a:rPr lang="en"/>
              <a:t>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
              <a:t> </a:t>
            </a:r>
            <a:endParaRPr/>
          </a:p>
          <a:p>
            <a:pPr indent="0" lvl="0" marL="0" rtl="0" algn="l">
              <a:spcBef>
                <a:spcPts val="1000"/>
              </a:spcBef>
              <a:spcAft>
                <a:spcPts val="1000"/>
              </a:spcAft>
              <a:buNone/>
            </a:pPr>
            <a:r>
              <a:t/>
            </a:r>
            <a:endParaRPr/>
          </a:p>
        </p:txBody>
      </p:sp>
      <p:sp>
        <p:nvSpPr>
          <p:cNvPr id="1948" name="Google Shape;1948;p139"/>
          <p:cNvSpPr txBox="1"/>
          <p:nvPr>
            <p:ph idx="4294967295" type="body"/>
          </p:nvPr>
        </p:nvSpPr>
        <p:spPr>
          <a:xfrm>
            <a:off x="5032350" y="576700"/>
            <a:ext cx="3855900" cy="41805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a:t>In Figure 1-14, we move the session data out of the web tier and store them in the persistent data store. The shared data store could be a relational database, Memcached/Redis, NoSQL, etc. The NoSQL data store is chosen as it is easy to scale. Autoscaling means adding or removing web servers automatically based on the traffic load. After the state data is removed out of web servers, auto-scaling of the web tier is easily achieved by adding or removing servers based on traffic load.  </a:t>
            </a:r>
            <a:endParaRPr/>
          </a:p>
          <a:p>
            <a:pPr indent="0" lvl="0" marL="0" rtl="0" algn="l">
              <a:spcBef>
                <a:spcPts val="1100"/>
              </a:spcBef>
              <a:spcAft>
                <a:spcPts val="0"/>
              </a:spcAft>
              <a:buNone/>
            </a:pPr>
            <a:r>
              <a:rPr lang="en"/>
              <a:t> </a:t>
            </a:r>
            <a:endParaRPr/>
          </a:p>
          <a:p>
            <a:pPr indent="0" lvl="0" marL="0" rtl="0" algn="l">
              <a:spcBef>
                <a:spcPts val="1100"/>
              </a:spcBef>
              <a:spcAft>
                <a:spcPts val="0"/>
              </a:spcAft>
              <a:buNone/>
            </a:pPr>
            <a:r>
              <a:rPr lang="en"/>
              <a:t> Your website grows rapidly and attracts a significant number of users internationally. To improve availability and provide a better user experience across wider geographical areas, supporting multiple data centers is crucial.</a:t>
            </a:r>
            <a:endParaRPr/>
          </a:p>
          <a:p>
            <a:pPr indent="0" lvl="0" marL="0" rtl="0" algn="l">
              <a:spcBef>
                <a:spcPts val="1100"/>
              </a:spcBef>
              <a:spcAft>
                <a:spcPts val="11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2" name="Shape 1952"/>
        <p:cNvGrpSpPr/>
        <p:nvPr/>
      </p:nvGrpSpPr>
      <p:grpSpPr>
        <a:xfrm>
          <a:off x="0" y="0"/>
          <a:ext cx="0" cy="0"/>
          <a:chOff x="0" y="0"/>
          <a:chExt cx="0" cy="0"/>
        </a:xfrm>
      </p:grpSpPr>
      <p:sp>
        <p:nvSpPr>
          <p:cNvPr id="1953" name="Google Shape;1953;p140"/>
          <p:cNvSpPr txBox="1"/>
          <p:nvPr>
            <p:ph type="title"/>
          </p:nvPr>
        </p:nvSpPr>
        <p:spPr>
          <a:xfrm>
            <a:off x="256025" y="127225"/>
            <a:ext cx="5750100" cy="4155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Data centers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p:txBody>
      </p:sp>
      <p:cxnSp>
        <p:nvCxnSpPr>
          <p:cNvPr id="1954" name="Google Shape;1954;p140"/>
          <p:cNvCxnSpPr/>
          <p:nvPr/>
        </p:nvCxnSpPr>
        <p:spPr>
          <a:xfrm>
            <a:off x="0" y="1224475"/>
            <a:ext cx="9144000" cy="0"/>
          </a:xfrm>
          <a:prstGeom prst="straightConnector1">
            <a:avLst/>
          </a:prstGeom>
          <a:noFill/>
          <a:ln cap="flat" cmpd="sng" w="9525">
            <a:solidFill>
              <a:schemeClr val="dk1"/>
            </a:solidFill>
            <a:prstDash val="solid"/>
            <a:round/>
            <a:headEnd len="med" w="med" type="none"/>
            <a:tailEnd len="med" w="med" type="none"/>
          </a:ln>
        </p:spPr>
      </p:cxnSp>
      <p:pic>
        <p:nvPicPr>
          <p:cNvPr id="1955" name="Google Shape;1955;p140" title="image.jpg"/>
          <p:cNvPicPr preferRelativeResize="0"/>
          <p:nvPr/>
        </p:nvPicPr>
        <p:blipFill rotWithShape="1">
          <a:blip r:embed="rId3">
            <a:alphaModFix/>
          </a:blip>
          <a:srcRect b="0" l="0" r="0" t="0"/>
          <a:stretch/>
        </p:blipFill>
        <p:spPr>
          <a:xfrm>
            <a:off x="256025" y="1302725"/>
            <a:ext cx="3646600" cy="3668200"/>
          </a:xfrm>
          <a:prstGeom prst="rect">
            <a:avLst/>
          </a:prstGeom>
          <a:noFill/>
          <a:ln>
            <a:noFill/>
          </a:ln>
        </p:spPr>
      </p:pic>
      <p:sp>
        <p:nvSpPr>
          <p:cNvPr id="1956" name="Google Shape;1956;p140"/>
          <p:cNvSpPr txBox="1"/>
          <p:nvPr>
            <p:ph idx="1" type="body"/>
          </p:nvPr>
        </p:nvSpPr>
        <p:spPr>
          <a:xfrm>
            <a:off x="255975" y="689013"/>
            <a:ext cx="8632200" cy="4572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
              <a:t>Figure 1-15 shows an example setup with two data centers. In normal operation, users are geoDNS-routed, also known as geo-routed, to the closest data center, with a split traffic of x% in US-East and (100 – x)% in US-West. geoDNS is a DNS service that allows domain names to be resolved to IP addresses based on the location of a user.</a:t>
            </a:r>
            <a:endParaRPr/>
          </a:p>
        </p:txBody>
      </p:sp>
      <p:sp>
        <p:nvSpPr>
          <p:cNvPr id="1957" name="Google Shape;1957;p140"/>
          <p:cNvSpPr txBox="1"/>
          <p:nvPr>
            <p:ph idx="3" type="body"/>
          </p:nvPr>
        </p:nvSpPr>
        <p:spPr>
          <a:xfrm>
            <a:off x="4056425" y="1519975"/>
            <a:ext cx="4893900" cy="3233700"/>
          </a:xfrm>
          <a:prstGeom prst="rect">
            <a:avLst/>
          </a:prstGeom>
        </p:spPr>
        <p:txBody>
          <a:bodyPr anchorCtr="0" anchor="t" bIns="0" lIns="0" spcFirstLastPara="1" rIns="0" wrap="square" tIns="0">
            <a:spAutoFit/>
          </a:bodyPr>
          <a:lstStyle/>
          <a:p>
            <a:pPr indent="0" lvl="0" marL="0" rtl="0" algn="l">
              <a:spcBef>
                <a:spcPts val="1000"/>
              </a:spcBef>
              <a:spcAft>
                <a:spcPts val="0"/>
              </a:spcAft>
              <a:buNone/>
            </a:pPr>
            <a:r>
              <a:rPr lang="en"/>
              <a:t>Several technical challenges must be resolved to achieve multi-data center setup:  </a:t>
            </a:r>
            <a:endParaRPr/>
          </a:p>
          <a:p>
            <a:pPr indent="0" lvl="0" marL="0" rtl="0" algn="l">
              <a:spcBef>
                <a:spcPts val="1100"/>
              </a:spcBef>
              <a:spcAft>
                <a:spcPts val="0"/>
              </a:spcAft>
              <a:buNone/>
            </a:pPr>
            <a:r>
              <a:rPr lang="en"/>
              <a:t> • </a:t>
            </a:r>
            <a:r>
              <a:rPr lang="en"/>
              <a:t>Traffic redirection: Effective tools are needed to direct traffic to the correct data center. GeoDNS can be used to direct traffic to the nearest data center depending on where a user is located.   </a:t>
            </a:r>
            <a:endParaRPr/>
          </a:p>
          <a:p>
            <a:pPr indent="0" lvl="0" marL="0" rtl="0" algn="l">
              <a:spcBef>
                <a:spcPts val="1100"/>
              </a:spcBef>
              <a:spcAft>
                <a:spcPts val="0"/>
              </a:spcAft>
              <a:buNone/>
            </a:pPr>
            <a:r>
              <a:rPr lang="en"/>
              <a:t> • Data synchronization: Users from different regions could use different local databases or caches. In failover cases, traffic might be routed to a data center where data is unavailable. A common strategy is to replicate data across multiple data centers. A previous study shows how Netflix implements asynchronous multi-data center replication [11].   </a:t>
            </a:r>
            <a:endParaRPr/>
          </a:p>
          <a:p>
            <a:pPr indent="0" lvl="0" marL="0" rtl="0" algn="l">
              <a:spcBef>
                <a:spcPts val="1100"/>
              </a:spcBef>
              <a:spcAft>
                <a:spcPts val="0"/>
              </a:spcAft>
              <a:buNone/>
            </a:pPr>
            <a:r>
              <a:rPr lang="en"/>
              <a:t> • Test and deployment: With multi-data center setup, it is important to test your website/application at different locations. Automated deployment tools are vital to keep services consistent through all the data centers [11].  </a:t>
            </a:r>
            <a:endParaRPr/>
          </a:p>
          <a:p>
            <a:pPr indent="0" lvl="0" marL="0" rtl="0" algn="l">
              <a:spcBef>
                <a:spcPts val="1100"/>
              </a:spcBef>
              <a:spcAft>
                <a:spcPts val="0"/>
              </a:spcAft>
              <a:buNone/>
            </a:pPr>
            <a:r>
              <a:rPr lang="en"/>
              <a:t>To further scale our system, we need to decouple different components of the system so they can be scaled independently. Messaging queue is a key strategy employed by many real-world distributed systems to solve this problem.</a:t>
            </a:r>
            <a:endParaRPr/>
          </a:p>
          <a:p>
            <a:pPr indent="0" lvl="0" marL="0" rtl="0" algn="l">
              <a:spcBef>
                <a:spcPts val="1100"/>
              </a:spcBef>
              <a:spcAft>
                <a:spcPts val="1100"/>
              </a:spcAft>
              <a:buNone/>
            </a:pPr>
            <a:r>
              <a:t/>
            </a:r>
            <a:endParaRPr/>
          </a:p>
        </p:txBody>
      </p:sp>
      <p:sp>
        <p:nvSpPr>
          <p:cNvPr id="1958" name="Google Shape;1958;p140"/>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By Ali Khalaji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2" name="Shape 1962"/>
        <p:cNvGrpSpPr/>
        <p:nvPr/>
      </p:nvGrpSpPr>
      <p:grpSpPr>
        <a:xfrm>
          <a:off x="0" y="0"/>
          <a:ext cx="0" cy="0"/>
          <a:chOff x="0" y="0"/>
          <a:chExt cx="0" cy="0"/>
        </a:xfrm>
      </p:grpSpPr>
      <p:sp>
        <p:nvSpPr>
          <p:cNvPr id="1963" name="Google Shape;1963;p141"/>
          <p:cNvSpPr txBox="1"/>
          <p:nvPr>
            <p:ph type="title"/>
          </p:nvPr>
        </p:nvSpPr>
        <p:spPr>
          <a:xfrm>
            <a:off x="256025" y="48275"/>
            <a:ext cx="5750100" cy="4155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Message queue</a:t>
            </a:r>
            <a:endParaRPr/>
          </a:p>
          <a:p>
            <a:pPr indent="0" lvl="0" marL="0" rtl="0" algn="l">
              <a:spcBef>
                <a:spcPts val="0"/>
              </a:spcBef>
              <a:spcAft>
                <a:spcPts val="0"/>
              </a:spcAft>
              <a:buNone/>
            </a:pPr>
            <a:r>
              <a:rPr lang="en"/>
              <a:t>  </a:t>
            </a:r>
            <a:endParaRPr/>
          </a:p>
        </p:txBody>
      </p:sp>
      <p:cxnSp>
        <p:nvCxnSpPr>
          <p:cNvPr id="1964" name="Google Shape;1964;p141"/>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1965" name="Google Shape;1965;p141"/>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By Ali Khalaji</a:t>
            </a:r>
            <a:endParaRPr/>
          </a:p>
        </p:txBody>
      </p:sp>
      <p:sp>
        <p:nvSpPr>
          <p:cNvPr id="1966" name="Google Shape;1966;p141"/>
          <p:cNvSpPr txBox="1"/>
          <p:nvPr>
            <p:ph idx="1" type="body"/>
          </p:nvPr>
        </p:nvSpPr>
        <p:spPr>
          <a:xfrm>
            <a:off x="255975" y="1410888"/>
            <a:ext cx="8632200" cy="6165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
              <a:t>A message queue is a durable component, stored in memory, that supports asynchronous communication. It serves as a buffer and distributes asynchronous requests. The basic architecture of a message queue is simple. Input services, called producers/publishers, create messages, and publish them to a message queue. Other services or servers, called consumers/subscribers, connect to the queue, and perform actions defined by the messages. The model is shown in Figure 1-17.</a:t>
            </a:r>
            <a:endParaRPr/>
          </a:p>
        </p:txBody>
      </p:sp>
      <p:pic>
        <p:nvPicPr>
          <p:cNvPr id="1967" name="Google Shape;1967;p141" title="image.jpg"/>
          <p:cNvPicPr preferRelativeResize="0"/>
          <p:nvPr/>
        </p:nvPicPr>
        <p:blipFill rotWithShape="1">
          <a:blip r:embed="rId3">
            <a:alphaModFix/>
          </a:blip>
          <a:srcRect b="-100074" l="-77830" r="105166" t="15708"/>
          <a:stretch/>
        </p:blipFill>
        <p:spPr>
          <a:xfrm>
            <a:off x="255975" y="2526075"/>
            <a:ext cx="3515150" cy="1869100"/>
          </a:xfrm>
          <a:prstGeom prst="rect">
            <a:avLst/>
          </a:prstGeom>
          <a:noFill/>
          <a:ln>
            <a:noFill/>
          </a:ln>
        </p:spPr>
      </p:pic>
      <p:pic>
        <p:nvPicPr>
          <p:cNvPr id="1968" name="Google Shape;1968;p141" title="image.jpg"/>
          <p:cNvPicPr preferRelativeResize="0"/>
          <p:nvPr/>
        </p:nvPicPr>
        <p:blipFill>
          <a:blip r:embed="rId3">
            <a:alphaModFix/>
          </a:blip>
          <a:stretch>
            <a:fillRect/>
          </a:stretch>
        </p:blipFill>
        <p:spPr>
          <a:xfrm>
            <a:off x="256025" y="2179788"/>
            <a:ext cx="4772025" cy="1000125"/>
          </a:xfrm>
          <a:prstGeom prst="rect">
            <a:avLst/>
          </a:prstGeom>
          <a:noFill/>
          <a:ln>
            <a:noFill/>
          </a:ln>
        </p:spPr>
      </p:pic>
      <p:sp>
        <p:nvSpPr>
          <p:cNvPr id="1969" name="Google Shape;1969;p141"/>
          <p:cNvSpPr txBox="1"/>
          <p:nvPr>
            <p:ph idx="1" type="body"/>
          </p:nvPr>
        </p:nvSpPr>
        <p:spPr>
          <a:xfrm flipH="1">
            <a:off x="255975" y="3425404"/>
            <a:ext cx="8632200" cy="744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Decoupling makes the message queue a preferred architecture for building a scalable and reliable application. With the message queue, the producer can post a message to the queue when the consumer is unavailable to process it. The consumer can read messages from the queue even when the producer is unavailable.</a:t>
            </a:r>
            <a:endParaRPr/>
          </a:p>
          <a:p>
            <a:pPr indent="0" lvl="0" marL="0" rtl="0" algn="l">
              <a:spcBef>
                <a:spcPts val="1000"/>
              </a:spcBef>
              <a:spcAft>
                <a:spcPts val="10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3" name="Shape 1973"/>
        <p:cNvGrpSpPr/>
        <p:nvPr/>
      </p:nvGrpSpPr>
      <p:grpSpPr>
        <a:xfrm>
          <a:off x="0" y="0"/>
          <a:ext cx="0" cy="0"/>
          <a:chOff x="0" y="0"/>
          <a:chExt cx="0" cy="0"/>
        </a:xfrm>
      </p:grpSpPr>
      <p:sp>
        <p:nvSpPr>
          <p:cNvPr id="1974" name="Google Shape;1974;p142"/>
          <p:cNvSpPr txBox="1"/>
          <p:nvPr>
            <p:ph type="title"/>
          </p:nvPr>
        </p:nvSpPr>
        <p:spPr>
          <a:xfrm>
            <a:off x="256025" y="48275"/>
            <a:ext cx="5750100" cy="4155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Logging, metrics, automation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cxnSp>
        <p:nvCxnSpPr>
          <p:cNvPr id="1975" name="Google Shape;1975;p142"/>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1976" name="Google Shape;1976;p142"/>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By Ali Khalaji</a:t>
            </a:r>
            <a:endParaRPr/>
          </a:p>
        </p:txBody>
      </p:sp>
      <p:sp>
        <p:nvSpPr>
          <p:cNvPr id="1977" name="Google Shape;1977;p142"/>
          <p:cNvSpPr txBox="1"/>
          <p:nvPr>
            <p:ph idx="1" type="body"/>
          </p:nvPr>
        </p:nvSpPr>
        <p:spPr>
          <a:xfrm>
            <a:off x="255975" y="1648738"/>
            <a:ext cx="8632200" cy="3235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When working with a small website that runs on a few servers, logging, metrics, and automation support are good practices but not a necessity. However, now that your site has grown to serve a large business, investing in those tools is essential.  </a:t>
            </a:r>
            <a:endParaRPr/>
          </a:p>
          <a:p>
            <a:pPr indent="0" lvl="0" marL="0" rtl="0" algn="l">
              <a:spcBef>
                <a:spcPts val="1000"/>
              </a:spcBef>
              <a:spcAft>
                <a:spcPts val="0"/>
              </a:spcAft>
              <a:buNone/>
            </a:pPr>
            <a:r>
              <a:rPr lang="en"/>
              <a:t> Logging: Monitoring error logs is important because it helps to identify errors and problems in the system. You can monitor error logs at per server level or use tools to aggregate them to a centralized service for easy search and viewing.  </a:t>
            </a:r>
            <a:endParaRPr/>
          </a:p>
          <a:p>
            <a:pPr indent="0" lvl="0" marL="0" rtl="0" algn="l">
              <a:spcBef>
                <a:spcPts val="1000"/>
              </a:spcBef>
              <a:spcAft>
                <a:spcPts val="0"/>
              </a:spcAft>
              <a:buNone/>
            </a:pPr>
            <a:r>
              <a:rPr lang="en"/>
              <a:t> Metrics: Collecting different types of metrics help us to gain business insights and understand the health status of the system. Some of the following metrics are useful:   </a:t>
            </a:r>
            <a:endParaRPr/>
          </a:p>
          <a:p>
            <a:pPr indent="0" lvl="0" marL="0" rtl="0" algn="l">
              <a:spcBef>
                <a:spcPts val="1000"/>
              </a:spcBef>
              <a:spcAft>
                <a:spcPts val="0"/>
              </a:spcAft>
              <a:buNone/>
            </a:pPr>
            <a:r>
              <a:rPr lang="en"/>
              <a:t> •Host level metrics: CPU, Memory, disk I/O, etc.   </a:t>
            </a:r>
            <a:endParaRPr/>
          </a:p>
          <a:p>
            <a:pPr indent="0" lvl="0" marL="0" rtl="0" algn="l">
              <a:spcBef>
                <a:spcPts val="1000"/>
              </a:spcBef>
              <a:spcAft>
                <a:spcPts val="0"/>
              </a:spcAft>
              <a:buNone/>
            </a:pPr>
            <a:r>
              <a:rPr lang="en"/>
              <a:t> •Aggregated level metrics: for example, the performance of the entire database tier, cache tier, etc.  </a:t>
            </a:r>
            <a:endParaRPr/>
          </a:p>
          <a:p>
            <a:pPr indent="0" lvl="0" marL="0" rtl="0" algn="l">
              <a:spcBef>
                <a:spcPts val="1000"/>
              </a:spcBef>
              <a:spcAft>
                <a:spcPts val="0"/>
              </a:spcAft>
              <a:buNone/>
            </a:pPr>
            <a:r>
              <a:rPr lang="en"/>
              <a:t> •Key business metrics: daily active users, retention, revenue, etc.  </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
              <a:t> Automation: When a system gets big and complex, we need to build or leverage automation tools to improve productivity. Continuous integration is a good practice, in which each code check-in is verified through automation, allowing teams to detect problems early. Besides, automating your build, test, deploy process, etc. could improve developer productivity significantly.</a:t>
            </a:r>
            <a:endParaRPr/>
          </a:p>
          <a:p>
            <a:pPr indent="0" lvl="0" marL="0" rtl="0" algn="l">
              <a:spcBef>
                <a:spcPts val="1000"/>
              </a:spcBef>
              <a:spcAft>
                <a:spcPts val="1000"/>
              </a:spcAft>
              <a:buNone/>
            </a:pPr>
            <a:r>
              <a:t/>
            </a:r>
            <a:endParaRPr/>
          </a:p>
        </p:txBody>
      </p:sp>
      <p:pic>
        <p:nvPicPr>
          <p:cNvPr id="1978" name="Google Shape;1978;p142" title="image.jpg"/>
          <p:cNvPicPr preferRelativeResize="0"/>
          <p:nvPr/>
        </p:nvPicPr>
        <p:blipFill rotWithShape="1">
          <a:blip r:embed="rId3">
            <a:alphaModFix/>
          </a:blip>
          <a:srcRect b="-100074" l="-77830" r="105166" t="15708"/>
          <a:stretch/>
        </p:blipFill>
        <p:spPr>
          <a:xfrm>
            <a:off x="255975" y="2526075"/>
            <a:ext cx="3515150" cy="18691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2" name="Shape 1982"/>
        <p:cNvGrpSpPr/>
        <p:nvPr/>
      </p:nvGrpSpPr>
      <p:grpSpPr>
        <a:xfrm>
          <a:off x="0" y="0"/>
          <a:ext cx="0" cy="0"/>
          <a:chOff x="0" y="0"/>
          <a:chExt cx="0" cy="0"/>
        </a:xfrm>
      </p:grpSpPr>
      <p:sp>
        <p:nvSpPr>
          <p:cNvPr id="1983" name="Google Shape;1983;p143"/>
          <p:cNvSpPr txBox="1"/>
          <p:nvPr>
            <p:ph idx="8"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chemeClr val="lt2"/>
                </a:solidFill>
              </a:rPr>
              <a:t>By Ali Khalaji</a:t>
            </a:r>
            <a:endParaRPr>
              <a:solidFill>
                <a:schemeClr val="lt2"/>
              </a:solidFill>
            </a:endParaRPr>
          </a:p>
        </p:txBody>
      </p:sp>
      <p:pic>
        <p:nvPicPr>
          <p:cNvPr id="1984" name="Google Shape;1984;p143" title="image.jpg"/>
          <p:cNvPicPr preferRelativeResize="0"/>
          <p:nvPr/>
        </p:nvPicPr>
        <p:blipFill rotWithShape="1">
          <a:blip r:embed="rId3">
            <a:alphaModFix/>
          </a:blip>
          <a:srcRect b="-4552" l="-30764" r="-9135" t="-1056"/>
          <a:stretch/>
        </p:blipFill>
        <p:spPr>
          <a:xfrm>
            <a:off x="-925350" y="159975"/>
            <a:ext cx="5099861" cy="5013950"/>
          </a:xfrm>
          <a:prstGeom prst="rect">
            <a:avLst/>
          </a:prstGeom>
          <a:noFill/>
          <a:ln>
            <a:noFill/>
          </a:ln>
        </p:spPr>
      </p:pic>
      <p:sp>
        <p:nvSpPr>
          <p:cNvPr id="1985" name="Google Shape;1985;p143"/>
          <p:cNvSpPr txBox="1"/>
          <p:nvPr>
            <p:ph idx="4294967295" type="body"/>
          </p:nvPr>
        </p:nvSpPr>
        <p:spPr>
          <a:xfrm>
            <a:off x="4174500" y="576700"/>
            <a:ext cx="4713900" cy="4180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Figure 1-19 shows the updated design. Due to the space constraint, only one data center is shown in the figure.</a:t>
            </a:r>
            <a:endParaRPr/>
          </a:p>
          <a:p>
            <a:pPr indent="0" lvl="0" marL="0" rtl="0" algn="l">
              <a:spcBef>
                <a:spcPts val="1000"/>
              </a:spcBef>
              <a:spcAft>
                <a:spcPts val="0"/>
              </a:spcAft>
              <a:buNone/>
            </a:pPr>
            <a:r>
              <a:rPr lang="en"/>
              <a:t>1. The design includes a message queue, which helps to make the system more loosely coupled and failure resilient.  </a:t>
            </a:r>
            <a:endParaRPr/>
          </a:p>
          <a:p>
            <a:pPr indent="0" lvl="0" marL="0" rtl="0" algn="l">
              <a:spcBef>
                <a:spcPts val="1100"/>
              </a:spcBef>
              <a:spcAft>
                <a:spcPts val="0"/>
              </a:spcAft>
              <a:buNone/>
            </a:pPr>
            <a:r>
              <a:rPr lang="en"/>
              <a:t> </a:t>
            </a:r>
            <a:endParaRPr/>
          </a:p>
          <a:p>
            <a:pPr indent="0" lvl="0" marL="0" rtl="0" algn="l">
              <a:spcBef>
                <a:spcPts val="1100"/>
              </a:spcBef>
              <a:spcAft>
                <a:spcPts val="0"/>
              </a:spcAft>
              <a:buNone/>
            </a:pPr>
            <a:r>
              <a:rPr lang="en"/>
              <a:t> 2. Logging, monitoring, metrics, and automation tools are included.</a:t>
            </a:r>
            <a:endParaRPr/>
          </a:p>
          <a:p>
            <a:pPr indent="0" lvl="0" marL="0" rtl="0" algn="l">
              <a:spcBef>
                <a:spcPts val="1100"/>
              </a:spcBef>
              <a:spcAft>
                <a:spcPts val="11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9" name="Shape 1989"/>
        <p:cNvGrpSpPr/>
        <p:nvPr/>
      </p:nvGrpSpPr>
      <p:grpSpPr>
        <a:xfrm>
          <a:off x="0" y="0"/>
          <a:ext cx="0" cy="0"/>
          <a:chOff x="0" y="0"/>
          <a:chExt cx="0" cy="0"/>
        </a:xfrm>
      </p:grpSpPr>
      <p:sp>
        <p:nvSpPr>
          <p:cNvPr id="1990" name="Google Shape;1990;p144"/>
          <p:cNvSpPr txBox="1"/>
          <p:nvPr>
            <p:ph type="title"/>
          </p:nvPr>
        </p:nvSpPr>
        <p:spPr>
          <a:xfrm>
            <a:off x="256025" y="213150"/>
            <a:ext cx="5583600" cy="1246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Millions of users and beyond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p:txBody>
      </p:sp>
      <p:sp>
        <p:nvSpPr>
          <p:cNvPr id="1991" name="Google Shape;1991;p144"/>
          <p:cNvSpPr txBox="1"/>
          <p:nvPr>
            <p:ph idx="1" type="body"/>
          </p:nvPr>
        </p:nvSpPr>
        <p:spPr>
          <a:xfrm>
            <a:off x="508475" y="1596200"/>
            <a:ext cx="5495400" cy="3006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Scaling a system is an iterative process. Iterating on what we have learned in this chapter could get us far. More fine-tuning and new strategies are needed to scale beyond millions of users. For example, you might need to optimize your system and decouple the system to even smaller services. All the techniques learned in this chapter should provide a good foundation to tackle new challenges. To conclude this chapter, we provide a summary of how we scale our system to support millions of users: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rPr lang="en"/>
              <a:t> •Keep web tier stateless  </a:t>
            </a:r>
            <a:endParaRPr/>
          </a:p>
          <a:p>
            <a:pPr indent="0" lvl="0" marL="0" rtl="0" algn="l">
              <a:spcBef>
                <a:spcPts val="0"/>
              </a:spcBef>
              <a:spcAft>
                <a:spcPts val="0"/>
              </a:spcAft>
              <a:buNone/>
            </a:pPr>
            <a:r>
              <a:rPr lang="en"/>
              <a:t> •Build redundancy at every tier  </a:t>
            </a:r>
            <a:endParaRPr/>
          </a:p>
          <a:p>
            <a:pPr indent="0" lvl="0" marL="0" rtl="0" algn="l">
              <a:spcBef>
                <a:spcPts val="0"/>
              </a:spcBef>
              <a:spcAft>
                <a:spcPts val="0"/>
              </a:spcAft>
              <a:buNone/>
            </a:pPr>
            <a:r>
              <a:rPr lang="en"/>
              <a:t> •Cache data as much as you can  </a:t>
            </a:r>
            <a:endParaRPr/>
          </a:p>
          <a:p>
            <a:pPr indent="0" lvl="0" marL="0" rtl="0" algn="l">
              <a:spcBef>
                <a:spcPts val="0"/>
              </a:spcBef>
              <a:spcAft>
                <a:spcPts val="0"/>
              </a:spcAft>
              <a:buNone/>
            </a:pPr>
            <a:r>
              <a:rPr lang="en"/>
              <a:t> •Support multiple data centers  </a:t>
            </a:r>
            <a:endParaRPr/>
          </a:p>
          <a:p>
            <a:pPr indent="0" lvl="0" marL="0" rtl="0" algn="l">
              <a:spcBef>
                <a:spcPts val="0"/>
              </a:spcBef>
              <a:spcAft>
                <a:spcPts val="0"/>
              </a:spcAft>
              <a:buNone/>
            </a:pPr>
            <a:r>
              <a:rPr lang="en"/>
              <a:t> •Host static assets in CDN  </a:t>
            </a:r>
            <a:endParaRPr/>
          </a:p>
          <a:p>
            <a:pPr indent="0" lvl="0" marL="0" rtl="0" algn="l">
              <a:spcBef>
                <a:spcPts val="0"/>
              </a:spcBef>
              <a:spcAft>
                <a:spcPts val="0"/>
              </a:spcAft>
              <a:buNone/>
            </a:pPr>
            <a:r>
              <a:rPr lang="en"/>
              <a:t> •Scale your data tier by sharding  </a:t>
            </a:r>
            <a:endParaRPr/>
          </a:p>
          <a:p>
            <a:pPr indent="0" lvl="0" marL="0" rtl="0" algn="l">
              <a:spcBef>
                <a:spcPts val="0"/>
              </a:spcBef>
              <a:spcAft>
                <a:spcPts val="0"/>
              </a:spcAft>
              <a:buNone/>
            </a:pPr>
            <a:r>
              <a:rPr lang="en"/>
              <a:t> •Split tiers into individual services  </a:t>
            </a:r>
            <a:endParaRPr/>
          </a:p>
          <a:p>
            <a:pPr indent="0" lvl="0" marL="0" rtl="0" algn="l">
              <a:spcBef>
                <a:spcPts val="0"/>
              </a:spcBef>
              <a:spcAft>
                <a:spcPts val="0"/>
              </a:spcAft>
              <a:buNone/>
            </a:pPr>
            <a:r>
              <a:rPr lang="en"/>
              <a:t> •Monitor your system and use automation tools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Congratulations on getting this far! Now give yourself a pat on the back. Good job!</a:t>
            </a:r>
            <a:endParaRPr/>
          </a:p>
          <a:p>
            <a:pPr indent="0" lvl="0" marL="0" rtl="0" algn="l">
              <a:spcBef>
                <a:spcPts val="0"/>
              </a:spcBef>
              <a:spcAft>
                <a:spcPts val="0"/>
              </a:spcAft>
              <a:buNone/>
            </a:pPr>
            <a:r>
              <a:t/>
            </a:r>
            <a:endParaRPr/>
          </a:p>
        </p:txBody>
      </p:sp>
      <p:sp>
        <p:nvSpPr>
          <p:cNvPr id="1992" name="Google Shape;1992;p144"/>
          <p:cNvSpPr/>
          <p:nvPr/>
        </p:nvSpPr>
        <p:spPr>
          <a:xfrm>
            <a:off x="270294" y="1596188"/>
            <a:ext cx="115776" cy="115776"/>
          </a:xfrm>
          <a:custGeom>
            <a:rect b="b" l="l" r="r" t="t"/>
            <a:pathLst>
              <a:path extrusionOk="0" h="209550" w="209550">
                <a:moveTo>
                  <a:pt x="166333" y="18481"/>
                </a:moveTo>
                <a:lnTo>
                  <a:pt x="167106" y="18552"/>
                </a:lnTo>
                <a:lnTo>
                  <a:pt x="167809" y="18763"/>
                </a:lnTo>
                <a:lnTo>
                  <a:pt x="168511" y="19114"/>
                </a:lnTo>
                <a:lnTo>
                  <a:pt x="169074" y="19536"/>
                </a:lnTo>
                <a:lnTo>
                  <a:pt x="190014" y="40476"/>
                </a:lnTo>
                <a:lnTo>
                  <a:pt x="190436" y="41039"/>
                </a:lnTo>
                <a:lnTo>
                  <a:pt x="190787" y="41741"/>
                </a:lnTo>
                <a:lnTo>
                  <a:pt x="190998" y="42444"/>
                </a:lnTo>
                <a:lnTo>
                  <a:pt x="191069" y="43217"/>
                </a:lnTo>
                <a:lnTo>
                  <a:pt x="190998" y="43990"/>
                </a:lnTo>
                <a:lnTo>
                  <a:pt x="190787" y="44693"/>
                </a:lnTo>
                <a:lnTo>
                  <a:pt x="190436" y="45325"/>
                </a:lnTo>
                <a:lnTo>
                  <a:pt x="190014" y="45887"/>
                </a:lnTo>
                <a:lnTo>
                  <a:pt x="62823" y="173149"/>
                </a:lnTo>
                <a:lnTo>
                  <a:pt x="36401" y="146727"/>
                </a:lnTo>
                <a:lnTo>
                  <a:pt x="163663" y="19536"/>
                </a:lnTo>
                <a:lnTo>
                  <a:pt x="164225" y="19114"/>
                </a:lnTo>
                <a:lnTo>
                  <a:pt x="164857" y="18763"/>
                </a:lnTo>
                <a:lnTo>
                  <a:pt x="165560" y="18552"/>
                </a:lnTo>
                <a:lnTo>
                  <a:pt x="166333" y="18481"/>
                </a:lnTo>
                <a:close/>
                <a:moveTo>
                  <a:pt x="165138" y="0"/>
                </a:moveTo>
                <a:lnTo>
                  <a:pt x="163944" y="70"/>
                </a:lnTo>
                <a:lnTo>
                  <a:pt x="162819" y="211"/>
                </a:lnTo>
                <a:lnTo>
                  <a:pt x="161765" y="422"/>
                </a:lnTo>
                <a:lnTo>
                  <a:pt x="160641" y="632"/>
                </a:lnTo>
                <a:lnTo>
                  <a:pt x="159587" y="914"/>
                </a:lnTo>
                <a:lnTo>
                  <a:pt x="158603" y="1265"/>
                </a:lnTo>
                <a:lnTo>
                  <a:pt x="157549" y="1616"/>
                </a:lnTo>
                <a:lnTo>
                  <a:pt x="156565" y="2038"/>
                </a:lnTo>
                <a:lnTo>
                  <a:pt x="155652" y="2530"/>
                </a:lnTo>
                <a:lnTo>
                  <a:pt x="154668" y="3022"/>
                </a:lnTo>
                <a:lnTo>
                  <a:pt x="153754" y="3654"/>
                </a:lnTo>
                <a:lnTo>
                  <a:pt x="152911" y="4216"/>
                </a:lnTo>
                <a:lnTo>
                  <a:pt x="151998" y="4919"/>
                </a:lnTo>
                <a:lnTo>
                  <a:pt x="151154" y="5622"/>
                </a:lnTo>
                <a:lnTo>
                  <a:pt x="150381" y="6465"/>
                </a:lnTo>
                <a:lnTo>
                  <a:pt x="10752" y="146095"/>
                </a:lnTo>
                <a:lnTo>
                  <a:pt x="281" y="196058"/>
                </a:lnTo>
                <a:lnTo>
                  <a:pt x="70" y="197534"/>
                </a:lnTo>
                <a:lnTo>
                  <a:pt x="0" y="198236"/>
                </a:lnTo>
                <a:lnTo>
                  <a:pt x="0" y="198939"/>
                </a:lnTo>
                <a:lnTo>
                  <a:pt x="0" y="199571"/>
                </a:lnTo>
                <a:lnTo>
                  <a:pt x="141" y="200274"/>
                </a:lnTo>
                <a:lnTo>
                  <a:pt x="211" y="200907"/>
                </a:lnTo>
                <a:lnTo>
                  <a:pt x="422" y="201609"/>
                </a:lnTo>
                <a:lnTo>
                  <a:pt x="632" y="202242"/>
                </a:lnTo>
                <a:lnTo>
                  <a:pt x="843" y="202804"/>
                </a:lnTo>
                <a:lnTo>
                  <a:pt x="1124" y="203436"/>
                </a:lnTo>
                <a:lnTo>
                  <a:pt x="1476" y="203999"/>
                </a:lnTo>
                <a:lnTo>
                  <a:pt x="1897" y="204631"/>
                </a:lnTo>
                <a:lnTo>
                  <a:pt x="2319" y="205193"/>
                </a:lnTo>
                <a:lnTo>
                  <a:pt x="3303" y="206247"/>
                </a:lnTo>
                <a:lnTo>
                  <a:pt x="4357" y="207231"/>
                </a:lnTo>
                <a:lnTo>
                  <a:pt x="4919" y="207653"/>
                </a:lnTo>
                <a:lnTo>
                  <a:pt x="5551" y="208074"/>
                </a:lnTo>
                <a:lnTo>
                  <a:pt x="6114" y="208426"/>
                </a:lnTo>
                <a:lnTo>
                  <a:pt x="6746" y="208707"/>
                </a:lnTo>
                <a:lnTo>
                  <a:pt x="7308" y="208918"/>
                </a:lnTo>
                <a:lnTo>
                  <a:pt x="7941" y="209128"/>
                </a:lnTo>
                <a:lnTo>
                  <a:pt x="8643" y="209339"/>
                </a:lnTo>
                <a:lnTo>
                  <a:pt x="9276" y="209409"/>
                </a:lnTo>
                <a:lnTo>
                  <a:pt x="9979" y="209550"/>
                </a:lnTo>
                <a:lnTo>
                  <a:pt x="11314" y="209550"/>
                </a:lnTo>
                <a:lnTo>
                  <a:pt x="12016" y="209480"/>
                </a:lnTo>
                <a:lnTo>
                  <a:pt x="13492" y="209269"/>
                </a:lnTo>
                <a:lnTo>
                  <a:pt x="63455" y="198798"/>
                </a:lnTo>
                <a:lnTo>
                  <a:pt x="203085" y="59169"/>
                </a:lnTo>
                <a:lnTo>
                  <a:pt x="203928" y="58396"/>
                </a:lnTo>
                <a:lnTo>
                  <a:pt x="204631" y="57552"/>
                </a:lnTo>
                <a:lnTo>
                  <a:pt x="205334" y="56639"/>
                </a:lnTo>
                <a:lnTo>
                  <a:pt x="205896" y="55796"/>
                </a:lnTo>
                <a:lnTo>
                  <a:pt x="206528" y="54882"/>
                </a:lnTo>
                <a:lnTo>
                  <a:pt x="207020" y="53898"/>
                </a:lnTo>
                <a:lnTo>
                  <a:pt x="207512" y="52985"/>
                </a:lnTo>
                <a:lnTo>
                  <a:pt x="207934" y="52001"/>
                </a:lnTo>
                <a:lnTo>
                  <a:pt x="208285" y="50947"/>
                </a:lnTo>
                <a:lnTo>
                  <a:pt x="208636" y="49963"/>
                </a:lnTo>
                <a:lnTo>
                  <a:pt x="208918" y="48909"/>
                </a:lnTo>
                <a:lnTo>
                  <a:pt x="209128" y="47785"/>
                </a:lnTo>
                <a:lnTo>
                  <a:pt x="209339" y="46731"/>
                </a:lnTo>
                <a:lnTo>
                  <a:pt x="209480" y="45606"/>
                </a:lnTo>
                <a:lnTo>
                  <a:pt x="209550" y="44412"/>
                </a:lnTo>
                <a:lnTo>
                  <a:pt x="209550" y="43217"/>
                </a:lnTo>
                <a:lnTo>
                  <a:pt x="209550" y="42093"/>
                </a:lnTo>
                <a:lnTo>
                  <a:pt x="209480" y="40898"/>
                </a:lnTo>
                <a:lnTo>
                  <a:pt x="209339" y="39774"/>
                </a:lnTo>
                <a:lnTo>
                  <a:pt x="209128" y="38720"/>
                </a:lnTo>
                <a:lnTo>
                  <a:pt x="208918" y="37595"/>
                </a:lnTo>
                <a:lnTo>
                  <a:pt x="208636" y="36541"/>
                </a:lnTo>
                <a:lnTo>
                  <a:pt x="208285" y="35487"/>
                </a:lnTo>
                <a:lnTo>
                  <a:pt x="207934" y="34503"/>
                </a:lnTo>
                <a:lnTo>
                  <a:pt x="207512" y="33520"/>
                </a:lnTo>
                <a:lnTo>
                  <a:pt x="207020" y="32536"/>
                </a:lnTo>
                <a:lnTo>
                  <a:pt x="206528" y="31622"/>
                </a:lnTo>
                <a:lnTo>
                  <a:pt x="205896" y="30709"/>
                </a:lnTo>
                <a:lnTo>
                  <a:pt x="205334" y="29865"/>
                </a:lnTo>
                <a:lnTo>
                  <a:pt x="204631" y="28952"/>
                </a:lnTo>
                <a:lnTo>
                  <a:pt x="203928" y="28109"/>
                </a:lnTo>
                <a:lnTo>
                  <a:pt x="203085" y="27336"/>
                </a:lnTo>
                <a:lnTo>
                  <a:pt x="182214" y="6465"/>
                </a:lnTo>
                <a:lnTo>
                  <a:pt x="181441" y="5622"/>
                </a:lnTo>
                <a:lnTo>
                  <a:pt x="180598" y="4919"/>
                </a:lnTo>
                <a:lnTo>
                  <a:pt x="179685" y="4216"/>
                </a:lnTo>
                <a:lnTo>
                  <a:pt x="178841" y="3654"/>
                </a:lnTo>
                <a:lnTo>
                  <a:pt x="177928" y="3022"/>
                </a:lnTo>
                <a:lnTo>
                  <a:pt x="177014" y="2530"/>
                </a:lnTo>
                <a:lnTo>
                  <a:pt x="176030" y="2038"/>
                </a:lnTo>
                <a:lnTo>
                  <a:pt x="175047" y="1616"/>
                </a:lnTo>
                <a:lnTo>
                  <a:pt x="174063" y="1265"/>
                </a:lnTo>
                <a:lnTo>
                  <a:pt x="173009" y="914"/>
                </a:lnTo>
                <a:lnTo>
                  <a:pt x="171955" y="632"/>
                </a:lnTo>
                <a:lnTo>
                  <a:pt x="170830" y="422"/>
                </a:lnTo>
                <a:lnTo>
                  <a:pt x="169776" y="211"/>
                </a:lnTo>
                <a:lnTo>
                  <a:pt x="168652" y="70"/>
                </a:lnTo>
                <a:lnTo>
                  <a:pt x="16745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6" name="Shape 1996"/>
        <p:cNvGrpSpPr/>
        <p:nvPr/>
      </p:nvGrpSpPr>
      <p:grpSpPr>
        <a:xfrm>
          <a:off x="0" y="0"/>
          <a:ext cx="0" cy="0"/>
          <a:chOff x="0" y="0"/>
          <a:chExt cx="0" cy="0"/>
        </a:xfrm>
      </p:grpSpPr>
      <p:sp>
        <p:nvSpPr>
          <p:cNvPr id="1997" name="Google Shape;1997;p145"/>
          <p:cNvSpPr txBox="1"/>
          <p:nvPr>
            <p:ph type="title"/>
          </p:nvPr>
        </p:nvSpPr>
        <p:spPr>
          <a:xfrm>
            <a:off x="2322425" y="602225"/>
            <a:ext cx="6565800" cy="64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Thank</a:t>
            </a:r>
            <a:endParaRPr/>
          </a:p>
        </p:txBody>
      </p:sp>
      <p:sp>
        <p:nvSpPr>
          <p:cNvPr id="1998" name="Google Shape;1998;p145"/>
          <p:cNvSpPr txBox="1"/>
          <p:nvPr>
            <p:ph idx="2" type="title"/>
          </p:nvPr>
        </p:nvSpPr>
        <p:spPr>
          <a:xfrm>
            <a:off x="2322425" y="1389575"/>
            <a:ext cx="6565800" cy="59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a:t>
            </a:r>
            <a:endParaRPr/>
          </a:p>
        </p:txBody>
      </p:sp>
      <p:sp>
        <p:nvSpPr>
          <p:cNvPr id="1999" name="Google Shape;1999;p145"/>
          <p:cNvSpPr txBox="1"/>
          <p:nvPr>
            <p:ph idx="4294967295"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chemeClr val="lt2"/>
                </a:solidFill>
              </a:rPr>
              <a:t>By Ali Khalaji</a:t>
            </a:r>
            <a:endParaRPr>
              <a:solidFill>
                <a:schemeClr val="lt2"/>
              </a:solidFill>
            </a:endParaRPr>
          </a:p>
        </p:txBody>
      </p:sp>
      <p:sp>
        <p:nvSpPr>
          <p:cNvPr id="2000" name="Google Shape;2000;p145"/>
          <p:cNvSpPr txBox="1"/>
          <p:nvPr>
            <p:ph idx="4294967295" type="subTitle"/>
          </p:nvPr>
        </p:nvSpPr>
        <p:spPr>
          <a:xfrm>
            <a:off x="152325" y="4421100"/>
            <a:ext cx="3837900" cy="27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900">
                <a:solidFill>
                  <a:schemeClr val="dk1"/>
                </a:solidFill>
              </a:rPr>
              <a:t>https://github.com/A-Khalaji</a:t>
            </a:r>
            <a:endParaRPr sz="9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OARD MEETING">
  <a:themeElements>
    <a:clrScheme name="Simple Light">
      <a:dk1>
        <a:srgbClr val="E1DCD8"/>
      </a:dk1>
      <a:lt1>
        <a:srgbClr val="032C3C"/>
      </a:lt1>
      <a:dk2>
        <a:srgbClr val="381819"/>
      </a:dk2>
      <a:lt2>
        <a:srgbClr val="EAEAEA"/>
      </a:lt2>
      <a:accent1>
        <a:srgbClr val="BA351A"/>
      </a:accent1>
      <a:accent2>
        <a:srgbClr val="6B2A2D"/>
      </a:accent2>
      <a:accent3>
        <a:srgbClr val="E7D5A6"/>
      </a:accent3>
      <a:accent4>
        <a:srgbClr val="7EDA9C"/>
      </a:accent4>
      <a:accent5>
        <a:srgbClr val="90B3EC"/>
      </a:accent5>
      <a:accent6>
        <a:srgbClr val="E6C5B8"/>
      </a:accent6>
      <a:hlink>
        <a:srgbClr val="9E9E9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Quarterly Planning Meeting">
  <a:themeElements>
    <a:clrScheme name="Simple Light">
      <a:dk1>
        <a:srgbClr val="D21117"/>
      </a:dk1>
      <a:lt1>
        <a:srgbClr val="F6EEEB"/>
      </a:lt1>
      <a:dk2>
        <a:srgbClr val="ECECEC"/>
      </a:dk2>
      <a:lt2>
        <a:srgbClr val="353635"/>
      </a:lt2>
      <a:accent1>
        <a:srgbClr val="B9DFFF"/>
      </a:accent1>
      <a:accent2>
        <a:srgbClr val="006CE9"/>
      </a:accent2>
      <a:accent3>
        <a:srgbClr val="FBFAFA"/>
      </a:accent3>
      <a:accent4>
        <a:srgbClr val="686868"/>
      </a:accent4>
      <a:accent5>
        <a:srgbClr val="C5C5C5"/>
      </a:accent5>
      <a:accent6>
        <a:srgbClr val="FFC1C3"/>
      </a:accent6>
      <a:hlink>
        <a:srgbClr val="006CE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